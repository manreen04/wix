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vml" ContentType="application/vnd.openxmlformats-officedocument.vmlDrawing"/>
  <Default Extension="wav" ContentType="audio/x-wav"/>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Lst>
  <p:notesMasterIdLst>
    <p:notesMasterId r:id="rId30"/>
  </p:notesMasterIdLst>
  <p:sldIdLst>
    <p:sldId id="257" r:id="rId3"/>
    <p:sldId id="278" r:id="rId4"/>
    <p:sldId id="258" r:id="rId5"/>
    <p:sldId id="270" r:id="rId6"/>
    <p:sldId id="261" r:id="rId7"/>
    <p:sldId id="285" r:id="rId8"/>
    <p:sldId id="283" r:id="rId9"/>
    <p:sldId id="284" r:id="rId10"/>
    <p:sldId id="286" r:id="rId11"/>
    <p:sldId id="293" r:id="rId12"/>
    <p:sldId id="294" r:id="rId13"/>
    <p:sldId id="295" r:id="rId14"/>
    <p:sldId id="296" r:id="rId15"/>
    <p:sldId id="297" r:id="rId16"/>
    <p:sldId id="298" r:id="rId17"/>
    <p:sldId id="300" r:id="rId18"/>
    <p:sldId id="301" r:id="rId19"/>
    <p:sldId id="302" r:id="rId20"/>
    <p:sldId id="303" r:id="rId21"/>
    <p:sldId id="305" r:id="rId22"/>
    <p:sldId id="304" r:id="rId23"/>
    <p:sldId id="306" r:id="rId24"/>
    <p:sldId id="307" r:id="rId25"/>
    <p:sldId id="309" r:id="rId26"/>
    <p:sldId id="310" r:id="rId27"/>
    <p:sldId id="311" r:id="rId28"/>
    <p:sldId id="308" r:id="rId2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C99FF"/>
    <a:srgbClr val="9999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8B9FF75-8004-49DD-BBEE-7877000E32BA}" v="9" dt="2022-11-24T13:29:10.673"/>
    <p1510:client id="{D0BB8F6A-2D36-48BD-B616-4D86A5F1BCC0}" v="39" dt="2022-11-24T11:30:07.198"/>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cSldViewPr>
  </p:slide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ableStyles" Target="tableStyle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microsoft.com/office/2015/10/relationships/revisionInfo" Target="revisionInfo.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notesMaster" Target="notesMasters/notesMaster1.xml"/><Relationship Id="rId35" Type="http://schemas.microsoft.com/office/2016/11/relationships/changesInfo" Target="changesInfos/changesInfo1.xml"/><Relationship Id="rId8" Type="http://schemas.openxmlformats.org/officeDocument/2006/relationships/slide" Target="slides/slide6.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ANREEN KAUR A/P JAGJIT SINGH" userId="179fa63e-e482-4434-995a-1ac0e8048bdb" providerId="ADAL" clId="{0B5CB4E1-8906-4E8C-AC86-5B360F424698}"/>
    <pc:docChg chg="modSld">
      <pc:chgData name="MANREEN KAUR A/P JAGJIT SINGH" userId="179fa63e-e482-4434-995a-1ac0e8048bdb" providerId="ADAL" clId="{0B5CB4E1-8906-4E8C-AC86-5B360F424698}" dt="2022-11-24T12:03:08.930" v="3" actId="20577"/>
      <pc:docMkLst>
        <pc:docMk/>
      </pc:docMkLst>
      <pc:sldChg chg="modSp mod">
        <pc:chgData name="MANREEN KAUR A/P JAGJIT SINGH" userId="179fa63e-e482-4434-995a-1ac0e8048bdb" providerId="ADAL" clId="{0B5CB4E1-8906-4E8C-AC86-5B360F424698}" dt="2022-11-24T12:03:08.930" v="3" actId="20577"/>
        <pc:sldMkLst>
          <pc:docMk/>
          <pc:sldMk cId="0" sldId="278"/>
        </pc:sldMkLst>
        <pc:spChg chg="mod">
          <ac:chgData name="MANREEN KAUR A/P JAGJIT SINGH" userId="179fa63e-e482-4434-995a-1ac0e8048bdb" providerId="ADAL" clId="{0B5CB4E1-8906-4E8C-AC86-5B360F424698}" dt="2022-11-24T12:03:08.930" v="3" actId="20577"/>
          <ac:spMkLst>
            <pc:docMk/>
            <pc:sldMk cId="0" sldId="278"/>
            <ac:spMk id="2224" creationId="{00000000-0000-0000-0000-000000000000}"/>
          </ac:spMkLst>
        </pc:spChg>
      </pc:sldChg>
    </pc:docChg>
  </pc:docChgLst>
  <pc:docChgLst>
    <pc:chgData name="Manreen Kaur" userId="f41825493ab1689e" providerId="LiveId" clId="{1A7136C0-731D-4510-8387-D702D13A694E}"/>
    <pc:docChg chg="undo custSel addSld modSld sldOrd modMainMaster">
      <pc:chgData name="Manreen Kaur" userId="f41825493ab1689e" providerId="LiveId" clId="{1A7136C0-731D-4510-8387-D702D13A694E}" dt="2022-11-24T10:18:23.732" v="2877"/>
      <pc:docMkLst>
        <pc:docMk/>
      </pc:docMkLst>
      <pc:sldChg chg="modSp mod modTransition modAnim">
        <pc:chgData name="Manreen Kaur" userId="f41825493ab1689e" providerId="LiveId" clId="{1A7136C0-731D-4510-8387-D702D13A694E}" dt="2022-11-24T10:14:58.767" v="2847"/>
        <pc:sldMkLst>
          <pc:docMk/>
          <pc:sldMk cId="0" sldId="257"/>
        </pc:sldMkLst>
        <pc:spChg chg="mod">
          <ac:chgData name="Manreen Kaur" userId="f41825493ab1689e" providerId="LiveId" clId="{1A7136C0-731D-4510-8387-D702D13A694E}" dt="2022-11-24T09:53:20.881" v="2683" actId="20577"/>
          <ac:spMkLst>
            <pc:docMk/>
            <pc:sldMk cId="0" sldId="257"/>
            <ac:spMk id="338" creationId="{00000000-0000-0000-0000-000000000000}"/>
          </ac:spMkLst>
        </pc:spChg>
      </pc:sldChg>
      <pc:sldChg chg="addSp modSp mod modTransition modAnim">
        <pc:chgData name="Manreen Kaur" userId="f41825493ab1689e" providerId="LiveId" clId="{1A7136C0-731D-4510-8387-D702D13A694E}" dt="2022-11-24T10:15:50.789" v="2849"/>
        <pc:sldMkLst>
          <pc:docMk/>
          <pc:sldMk cId="2926346897" sldId="258"/>
        </pc:sldMkLst>
        <pc:spChg chg="mod">
          <ac:chgData name="Manreen Kaur" userId="f41825493ab1689e" providerId="LiveId" clId="{1A7136C0-731D-4510-8387-D702D13A694E}" dt="2022-11-24T02:47:15.567" v="1392" actId="14100"/>
          <ac:spMkLst>
            <pc:docMk/>
            <pc:sldMk cId="2926346897" sldId="258"/>
            <ac:spMk id="10" creationId="{4BFB54AE-19BE-5C82-E818-C1017D6C9AFA}"/>
          </ac:spMkLst>
        </pc:spChg>
        <pc:cxnChg chg="add mod">
          <ac:chgData name="Manreen Kaur" userId="f41825493ab1689e" providerId="LiveId" clId="{1A7136C0-731D-4510-8387-D702D13A694E}" dt="2022-11-24T02:47:34.289" v="1397" actId="1076"/>
          <ac:cxnSpMkLst>
            <pc:docMk/>
            <pc:sldMk cId="2926346897" sldId="258"/>
            <ac:cxnSpMk id="2" creationId="{A30E3035-CB1C-2C93-B2DA-E80F1B802906}"/>
          </ac:cxnSpMkLst>
        </pc:cxnChg>
        <pc:cxnChg chg="mod">
          <ac:chgData name="Manreen Kaur" userId="f41825493ab1689e" providerId="LiveId" clId="{1A7136C0-731D-4510-8387-D702D13A694E}" dt="2022-11-24T02:46:57.409" v="1389" actId="1076"/>
          <ac:cxnSpMkLst>
            <pc:docMk/>
            <pc:sldMk cId="2926346897" sldId="258"/>
            <ac:cxnSpMk id="11" creationId="{9429BC91-97FC-E381-8EFD-4BC078C002A0}"/>
          </ac:cxnSpMkLst>
        </pc:cxnChg>
      </pc:sldChg>
      <pc:sldChg chg="modSp mod modTransition modAnim">
        <pc:chgData name="Manreen Kaur" userId="f41825493ab1689e" providerId="LiveId" clId="{1A7136C0-731D-4510-8387-D702D13A694E}" dt="2022-11-24T10:16:03.873" v="2851"/>
        <pc:sldMkLst>
          <pc:docMk/>
          <pc:sldMk cId="0" sldId="261"/>
        </pc:sldMkLst>
        <pc:cxnChg chg="mod">
          <ac:chgData name="Manreen Kaur" userId="f41825493ab1689e" providerId="LiveId" clId="{1A7136C0-731D-4510-8387-D702D13A694E}" dt="2022-11-24T09:38:28.959" v="2536" actId="1076"/>
          <ac:cxnSpMkLst>
            <pc:docMk/>
            <pc:sldMk cId="0" sldId="261"/>
            <ac:cxnSpMk id="23" creationId="{DEE04036-0C90-C392-99AE-E6A152D5CA73}"/>
          </ac:cxnSpMkLst>
        </pc:cxnChg>
      </pc:sldChg>
      <pc:sldChg chg="modSp mod modTransition modAnim">
        <pc:chgData name="Manreen Kaur" userId="f41825493ab1689e" providerId="LiveId" clId="{1A7136C0-731D-4510-8387-D702D13A694E}" dt="2022-11-24T10:15:58.545" v="2850"/>
        <pc:sldMkLst>
          <pc:docMk/>
          <pc:sldMk cId="0" sldId="270"/>
        </pc:sldMkLst>
        <pc:spChg chg="mod">
          <ac:chgData name="Manreen Kaur" userId="f41825493ab1689e" providerId="LiveId" clId="{1A7136C0-731D-4510-8387-D702D13A694E}" dt="2022-11-24T09:35:54.455" v="2529" actId="20577"/>
          <ac:spMkLst>
            <pc:docMk/>
            <pc:sldMk cId="0" sldId="270"/>
            <ac:spMk id="212" creationId="{00000000-0000-0000-0000-000000000000}"/>
          </ac:spMkLst>
        </pc:spChg>
        <pc:cxnChg chg="mod">
          <ac:chgData name="Manreen Kaur" userId="f41825493ab1689e" providerId="LiveId" clId="{1A7136C0-731D-4510-8387-D702D13A694E}" dt="2022-11-24T09:38:03.820" v="2533" actId="14100"/>
          <ac:cxnSpMkLst>
            <pc:docMk/>
            <pc:sldMk cId="0" sldId="270"/>
            <ac:cxnSpMk id="2" creationId="{EB8FD8EB-DF16-465E-3D30-5F181082EC27}"/>
          </ac:cxnSpMkLst>
        </pc:cxnChg>
      </pc:sldChg>
      <pc:sldChg chg="addSp delSp modSp mod modTransition modAnim">
        <pc:chgData name="Manreen Kaur" userId="f41825493ab1689e" providerId="LiveId" clId="{1A7136C0-731D-4510-8387-D702D13A694E}" dt="2022-11-24T10:15:40.295" v="2848"/>
        <pc:sldMkLst>
          <pc:docMk/>
          <pc:sldMk cId="0" sldId="278"/>
        </pc:sldMkLst>
        <pc:spChg chg="add mod">
          <ac:chgData name="Manreen Kaur" userId="f41825493ab1689e" providerId="LiveId" clId="{1A7136C0-731D-4510-8387-D702D13A694E}" dt="2022-11-23T16:04:07.538" v="16"/>
          <ac:spMkLst>
            <pc:docMk/>
            <pc:sldMk cId="0" sldId="278"/>
            <ac:spMk id="4" creationId="{A6276D0A-2A14-C5D1-2C2D-71190BA81603}"/>
          </ac:spMkLst>
        </pc:spChg>
        <pc:spChg chg="add mod">
          <ac:chgData name="Manreen Kaur" userId="f41825493ab1689e" providerId="LiveId" clId="{1A7136C0-731D-4510-8387-D702D13A694E}" dt="2022-11-23T16:04:07.538" v="16"/>
          <ac:spMkLst>
            <pc:docMk/>
            <pc:sldMk cId="0" sldId="278"/>
            <ac:spMk id="5" creationId="{8C65204C-577C-D5D9-A5FA-ED08E3E637AC}"/>
          </ac:spMkLst>
        </pc:spChg>
        <pc:spChg chg="add mod">
          <ac:chgData name="Manreen Kaur" userId="f41825493ab1689e" providerId="LiveId" clId="{1A7136C0-731D-4510-8387-D702D13A694E}" dt="2022-11-23T16:04:07.538" v="16"/>
          <ac:spMkLst>
            <pc:docMk/>
            <pc:sldMk cId="0" sldId="278"/>
            <ac:spMk id="6" creationId="{DFD09D6B-B80C-23A1-A256-ED58A7EEA621}"/>
          </ac:spMkLst>
        </pc:spChg>
        <pc:spChg chg="add mod">
          <ac:chgData name="Manreen Kaur" userId="f41825493ab1689e" providerId="LiveId" clId="{1A7136C0-731D-4510-8387-D702D13A694E}" dt="2022-11-23T16:04:07.538" v="16"/>
          <ac:spMkLst>
            <pc:docMk/>
            <pc:sldMk cId="0" sldId="278"/>
            <ac:spMk id="7" creationId="{D40FCF43-277A-5844-9EE3-11A2FA45CD67}"/>
          </ac:spMkLst>
        </pc:spChg>
        <pc:spChg chg="add mod">
          <ac:chgData name="Manreen Kaur" userId="f41825493ab1689e" providerId="LiveId" clId="{1A7136C0-731D-4510-8387-D702D13A694E}" dt="2022-11-23T16:04:07.538" v="16"/>
          <ac:spMkLst>
            <pc:docMk/>
            <pc:sldMk cId="0" sldId="278"/>
            <ac:spMk id="8" creationId="{A953A9F4-76F8-48C7-52E7-30A0D8EDE143}"/>
          </ac:spMkLst>
        </pc:spChg>
        <pc:spChg chg="add mod">
          <ac:chgData name="Manreen Kaur" userId="f41825493ab1689e" providerId="LiveId" clId="{1A7136C0-731D-4510-8387-D702D13A694E}" dt="2022-11-23T16:04:07.538" v="16"/>
          <ac:spMkLst>
            <pc:docMk/>
            <pc:sldMk cId="0" sldId="278"/>
            <ac:spMk id="9" creationId="{6A094340-FC3B-27D3-FB98-6650ACE021D6}"/>
          </ac:spMkLst>
        </pc:spChg>
        <pc:spChg chg="add mod">
          <ac:chgData name="Manreen Kaur" userId="f41825493ab1689e" providerId="LiveId" clId="{1A7136C0-731D-4510-8387-D702D13A694E}" dt="2022-11-23T16:04:07.538" v="16"/>
          <ac:spMkLst>
            <pc:docMk/>
            <pc:sldMk cId="0" sldId="278"/>
            <ac:spMk id="10" creationId="{1B452D51-1129-151B-1F67-EFEB1DB922D7}"/>
          </ac:spMkLst>
        </pc:spChg>
        <pc:spChg chg="add mod">
          <ac:chgData name="Manreen Kaur" userId="f41825493ab1689e" providerId="LiveId" clId="{1A7136C0-731D-4510-8387-D702D13A694E}" dt="2022-11-23T16:04:07.538" v="16"/>
          <ac:spMkLst>
            <pc:docMk/>
            <pc:sldMk cId="0" sldId="278"/>
            <ac:spMk id="11" creationId="{2EDE619D-6528-8818-99BE-DCA8A1B9EFDF}"/>
          </ac:spMkLst>
        </pc:spChg>
        <pc:spChg chg="add mod">
          <ac:chgData name="Manreen Kaur" userId="f41825493ab1689e" providerId="LiveId" clId="{1A7136C0-731D-4510-8387-D702D13A694E}" dt="2022-11-23T16:04:07.538" v="16"/>
          <ac:spMkLst>
            <pc:docMk/>
            <pc:sldMk cId="0" sldId="278"/>
            <ac:spMk id="12" creationId="{744484D6-5939-F21D-AE48-040749BE839A}"/>
          </ac:spMkLst>
        </pc:spChg>
        <pc:spChg chg="add mod">
          <ac:chgData name="Manreen Kaur" userId="f41825493ab1689e" providerId="LiveId" clId="{1A7136C0-731D-4510-8387-D702D13A694E}" dt="2022-11-23T16:04:07.538" v="16"/>
          <ac:spMkLst>
            <pc:docMk/>
            <pc:sldMk cId="0" sldId="278"/>
            <ac:spMk id="13" creationId="{D8B4CC5D-0A5B-B3AC-C543-A11F40B40948}"/>
          </ac:spMkLst>
        </pc:spChg>
        <pc:spChg chg="add mod">
          <ac:chgData name="Manreen Kaur" userId="f41825493ab1689e" providerId="LiveId" clId="{1A7136C0-731D-4510-8387-D702D13A694E}" dt="2022-11-23T16:04:07.538" v="16"/>
          <ac:spMkLst>
            <pc:docMk/>
            <pc:sldMk cId="0" sldId="278"/>
            <ac:spMk id="14" creationId="{4DB7C58E-FF8F-E4D8-D89B-086F5ABC05FD}"/>
          </ac:spMkLst>
        </pc:spChg>
        <pc:spChg chg="add mod">
          <ac:chgData name="Manreen Kaur" userId="f41825493ab1689e" providerId="LiveId" clId="{1A7136C0-731D-4510-8387-D702D13A694E}" dt="2022-11-23T16:04:07.538" v="16"/>
          <ac:spMkLst>
            <pc:docMk/>
            <pc:sldMk cId="0" sldId="278"/>
            <ac:spMk id="15" creationId="{773B3BA2-C717-9C3F-BB84-1DFE7C8ED09F}"/>
          </ac:spMkLst>
        </pc:spChg>
        <pc:spChg chg="add mod">
          <ac:chgData name="Manreen Kaur" userId="f41825493ab1689e" providerId="LiveId" clId="{1A7136C0-731D-4510-8387-D702D13A694E}" dt="2022-11-23T16:04:07.538" v="16"/>
          <ac:spMkLst>
            <pc:docMk/>
            <pc:sldMk cId="0" sldId="278"/>
            <ac:spMk id="16" creationId="{894B84ED-2A30-D596-32D7-32AE80586F65}"/>
          </ac:spMkLst>
        </pc:spChg>
        <pc:spChg chg="add mod">
          <ac:chgData name="Manreen Kaur" userId="f41825493ab1689e" providerId="LiveId" clId="{1A7136C0-731D-4510-8387-D702D13A694E}" dt="2022-11-23T16:04:07.538" v="16"/>
          <ac:spMkLst>
            <pc:docMk/>
            <pc:sldMk cId="0" sldId="278"/>
            <ac:spMk id="17" creationId="{F70C31EA-5AFF-E4BF-7635-B7BAD7618E25}"/>
          </ac:spMkLst>
        </pc:spChg>
        <pc:spChg chg="add mod">
          <ac:chgData name="Manreen Kaur" userId="f41825493ab1689e" providerId="LiveId" clId="{1A7136C0-731D-4510-8387-D702D13A694E}" dt="2022-11-23T16:04:07.538" v="16"/>
          <ac:spMkLst>
            <pc:docMk/>
            <pc:sldMk cId="0" sldId="278"/>
            <ac:spMk id="18" creationId="{BFE0AEBE-C0E1-201B-21EB-CD3C54EC2E47}"/>
          </ac:spMkLst>
        </pc:spChg>
        <pc:spChg chg="add mod">
          <ac:chgData name="Manreen Kaur" userId="f41825493ab1689e" providerId="LiveId" clId="{1A7136C0-731D-4510-8387-D702D13A694E}" dt="2022-11-23T16:04:07.538" v="16"/>
          <ac:spMkLst>
            <pc:docMk/>
            <pc:sldMk cId="0" sldId="278"/>
            <ac:spMk id="19" creationId="{EB5FF81D-6F75-1A2D-0403-5B09AC495C56}"/>
          </ac:spMkLst>
        </pc:spChg>
        <pc:spChg chg="add mod">
          <ac:chgData name="Manreen Kaur" userId="f41825493ab1689e" providerId="LiveId" clId="{1A7136C0-731D-4510-8387-D702D13A694E}" dt="2022-11-23T16:04:07.538" v="16"/>
          <ac:spMkLst>
            <pc:docMk/>
            <pc:sldMk cId="0" sldId="278"/>
            <ac:spMk id="20" creationId="{2AA2615A-CB54-5C77-A1A3-DF6CA0621AE4}"/>
          </ac:spMkLst>
        </pc:spChg>
        <pc:spChg chg="add mod">
          <ac:chgData name="Manreen Kaur" userId="f41825493ab1689e" providerId="LiveId" clId="{1A7136C0-731D-4510-8387-D702D13A694E}" dt="2022-11-23T16:04:07.538" v="16"/>
          <ac:spMkLst>
            <pc:docMk/>
            <pc:sldMk cId="0" sldId="278"/>
            <ac:spMk id="21" creationId="{CD277DE4-70E5-DD1D-9174-B081495D9386}"/>
          </ac:spMkLst>
        </pc:spChg>
        <pc:spChg chg="add mod">
          <ac:chgData name="Manreen Kaur" userId="f41825493ab1689e" providerId="LiveId" clId="{1A7136C0-731D-4510-8387-D702D13A694E}" dt="2022-11-23T16:04:07.538" v="16"/>
          <ac:spMkLst>
            <pc:docMk/>
            <pc:sldMk cId="0" sldId="278"/>
            <ac:spMk id="22" creationId="{A62EB65F-E96B-A1A0-F861-5CE1A285BE28}"/>
          </ac:spMkLst>
        </pc:spChg>
        <pc:spChg chg="add mod">
          <ac:chgData name="Manreen Kaur" userId="f41825493ab1689e" providerId="LiveId" clId="{1A7136C0-731D-4510-8387-D702D13A694E}" dt="2022-11-23T16:04:07.538" v="16"/>
          <ac:spMkLst>
            <pc:docMk/>
            <pc:sldMk cId="0" sldId="278"/>
            <ac:spMk id="23" creationId="{A82A306B-437C-05C5-4E9B-6B2F8033F47A}"/>
          </ac:spMkLst>
        </pc:spChg>
        <pc:spChg chg="add mod">
          <ac:chgData name="Manreen Kaur" userId="f41825493ab1689e" providerId="LiveId" clId="{1A7136C0-731D-4510-8387-D702D13A694E}" dt="2022-11-23T16:04:07.538" v="16"/>
          <ac:spMkLst>
            <pc:docMk/>
            <pc:sldMk cId="0" sldId="278"/>
            <ac:spMk id="24" creationId="{647A2206-237B-3F4B-5681-A15620816F7A}"/>
          </ac:spMkLst>
        </pc:spChg>
        <pc:spChg chg="add mod">
          <ac:chgData name="Manreen Kaur" userId="f41825493ab1689e" providerId="LiveId" clId="{1A7136C0-731D-4510-8387-D702D13A694E}" dt="2022-11-23T16:04:07.538" v="16"/>
          <ac:spMkLst>
            <pc:docMk/>
            <pc:sldMk cId="0" sldId="278"/>
            <ac:spMk id="25" creationId="{2B5430FD-7052-5FD8-25B2-591EB606A9B6}"/>
          </ac:spMkLst>
        </pc:spChg>
        <pc:spChg chg="add mod">
          <ac:chgData name="Manreen Kaur" userId="f41825493ab1689e" providerId="LiveId" clId="{1A7136C0-731D-4510-8387-D702D13A694E}" dt="2022-11-23T16:04:07.538" v="16"/>
          <ac:spMkLst>
            <pc:docMk/>
            <pc:sldMk cId="0" sldId="278"/>
            <ac:spMk id="26" creationId="{790FB780-F9EB-DB56-2762-6E14F447620C}"/>
          </ac:spMkLst>
        </pc:spChg>
        <pc:spChg chg="add mod">
          <ac:chgData name="Manreen Kaur" userId="f41825493ab1689e" providerId="LiveId" clId="{1A7136C0-731D-4510-8387-D702D13A694E}" dt="2022-11-23T16:04:07.538" v="16"/>
          <ac:spMkLst>
            <pc:docMk/>
            <pc:sldMk cId="0" sldId="278"/>
            <ac:spMk id="27" creationId="{12DC3836-C678-459D-A6CF-F4BED65F8BBF}"/>
          </ac:spMkLst>
        </pc:spChg>
        <pc:spChg chg="add mod">
          <ac:chgData name="Manreen Kaur" userId="f41825493ab1689e" providerId="LiveId" clId="{1A7136C0-731D-4510-8387-D702D13A694E}" dt="2022-11-23T16:04:07.538" v="16"/>
          <ac:spMkLst>
            <pc:docMk/>
            <pc:sldMk cId="0" sldId="278"/>
            <ac:spMk id="28" creationId="{A200A1FA-8D17-4B2E-C2AC-F63114482E7C}"/>
          </ac:spMkLst>
        </pc:spChg>
        <pc:spChg chg="add mod">
          <ac:chgData name="Manreen Kaur" userId="f41825493ab1689e" providerId="LiveId" clId="{1A7136C0-731D-4510-8387-D702D13A694E}" dt="2022-11-23T16:04:07.538" v="16"/>
          <ac:spMkLst>
            <pc:docMk/>
            <pc:sldMk cId="0" sldId="278"/>
            <ac:spMk id="29" creationId="{A844FDCA-B94F-57AC-39B9-752C2046D657}"/>
          </ac:spMkLst>
        </pc:spChg>
        <pc:spChg chg="add mod">
          <ac:chgData name="Manreen Kaur" userId="f41825493ab1689e" providerId="LiveId" clId="{1A7136C0-731D-4510-8387-D702D13A694E}" dt="2022-11-23T16:04:07.538" v="16"/>
          <ac:spMkLst>
            <pc:docMk/>
            <pc:sldMk cId="0" sldId="278"/>
            <ac:spMk id="30" creationId="{C184CDBC-A724-AF0E-D9C1-69D9AEC3604F}"/>
          </ac:spMkLst>
        </pc:spChg>
        <pc:spChg chg="add mod">
          <ac:chgData name="Manreen Kaur" userId="f41825493ab1689e" providerId="LiveId" clId="{1A7136C0-731D-4510-8387-D702D13A694E}" dt="2022-11-23T16:04:07.538" v="16"/>
          <ac:spMkLst>
            <pc:docMk/>
            <pc:sldMk cId="0" sldId="278"/>
            <ac:spMk id="31" creationId="{A42DA25A-FF84-65F2-AA80-D54C1C66DCFD}"/>
          </ac:spMkLst>
        </pc:spChg>
        <pc:spChg chg="add mod">
          <ac:chgData name="Manreen Kaur" userId="f41825493ab1689e" providerId="LiveId" clId="{1A7136C0-731D-4510-8387-D702D13A694E}" dt="2022-11-23T16:04:07.538" v="16"/>
          <ac:spMkLst>
            <pc:docMk/>
            <pc:sldMk cId="0" sldId="278"/>
            <ac:spMk id="32" creationId="{D45DB52C-9967-A4A1-9E76-1912333DC070}"/>
          </ac:spMkLst>
        </pc:spChg>
        <pc:spChg chg="add mod">
          <ac:chgData name="Manreen Kaur" userId="f41825493ab1689e" providerId="LiveId" clId="{1A7136C0-731D-4510-8387-D702D13A694E}" dt="2022-11-23T16:04:07.538" v="16"/>
          <ac:spMkLst>
            <pc:docMk/>
            <pc:sldMk cId="0" sldId="278"/>
            <ac:spMk id="33" creationId="{D3E24F11-1EC7-3AF0-29A1-5D2382CF6F56}"/>
          </ac:spMkLst>
        </pc:spChg>
        <pc:spChg chg="add mod">
          <ac:chgData name="Manreen Kaur" userId="f41825493ab1689e" providerId="LiveId" clId="{1A7136C0-731D-4510-8387-D702D13A694E}" dt="2022-11-23T16:04:07.538" v="16"/>
          <ac:spMkLst>
            <pc:docMk/>
            <pc:sldMk cId="0" sldId="278"/>
            <ac:spMk id="34" creationId="{CC115645-CF9A-937D-4BB9-F281551469AD}"/>
          </ac:spMkLst>
        </pc:spChg>
        <pc:spChg chg="add mod">
          <ac:chgData name="Manreen Kaur" userId="f41825493ab1689e" providerId="LiveId" clId="{1A7136C0-731D-4510-8387-D702D13A694E}" dt="2022-11-23T16:04:07.538" v="16"/>
          <ac:spMkLst>
            <pc:docMk/>
            <pc:sldMk cId="0" sldId="278"/>
            <ac:spMk id="35" creationId="{03618385-C7B2-7229-F797-D4E82A3DBE6F}"/>
          </ac:spMkLst>
        </pc:spChg>
        <pc:spChg chg="add mod">
          <ac:chgData name="Manreen Kaur" userId="f41825493ab1689e" providerId="LiveId" clId="{1A7136C0-731D-4510-8387-D702D13A694E}" dt="2022-11-23T16:04:07.538" v="16"/>
          <ac:spMkLst>
            <pc:docMk/>
            <pc:sldMk cId="0" sldId="278"/>
            <ac:spMk id="36" creationId="{876C8A28-9BDA-C012-8C54-C4C2E2976E2A}"/>
          </ac:spMkLst>
        </pc:spChg>
        <pc:spChg chg="add mod">
          <ac:chgData name="Manreen Kaur" userId="f41825493ab1689e" providerId="LiveId" clId="{1A7136C0-731D-4510-8387-D702D13A694E}" dt="2022-11-23T16:04:07.538" v="16"/>
          <ac:spMkLst>
            <pc:docMk/>
            <pc:sldMk cId="0" sldId="278"/>
            <ac:spMk id="37" creationId="{9B502FDA-2701-6E93-F52D-46C347B769F4}"/>
          </ac:spMkLst>
        </pc:spChg>
        <pc:spChg chg="add mod">
          <ac:chgData name="Manreen Kaur" userId="f41825493ab1689e" providerId="LiveId" clId="{1A7136C0-731D-4510-8387-D702D13A694E}" dt="2022-11-23T16:04:07.538" v="16"/>
          <ac:spMkLst>
            <pc:docMk/>
            <pc:sldMk cId="0" sldId="278"/>
            <ac:spMk id="38" creationId="{9D11C1AD-EA4D-D191-B34C-2ED74C4E82A6}"/>
          </ac:spMkLst>
        </pc:spChg>
        <pc:spChg chg="add mod">
          <ac:chgData name="Manreen Kaur" userId="f41825493ab1689e" providerId="LiveId" clId="{1A7136C0-731D-4510-8387-D702D13A694E}" dt="2022-11-23T16:04:07.538" v="16"/>
          <ac:spMkLst>
            <pc:docMk/>
            <pc:sldMk cId="0" sldId="278"/>
            <ac:spMk id="39" creationId="{23586628-7C48-5471-B849-7101A3395A0D}"/>
          </ac:spMkLst>
        </pc:spChg>
        <pc:spChg chg="add mod">
          <ac:chgData name="Manreen Kaur" userId="f41825493ab1689e" providerId="LiveId" clId="{1A7136C0-731D-4510-8387-D702D13A694E}" dt="2022-11-23T16:04:07.538" v="16"/>
          <ac:spMkLst>
            <pc:docMk/>
            <pc:sldMk cId="0" sldId="278"/>
            <ac:spMk id="40" creationId="{E5D07BAF-8F37-D614-7BE5-568A1925DD27}"/>
          </ac:spMkLst>
        </pc:spChg>
        <pc:spChg chg="add mod">
          <ac:chgData name="Manreen Kaur" userId="f41825493ab1689e" providerId="LiveId" clId="{1A7136C0-731D-4510-8387-D702D13A694E}" dt="2022-11-23T16:04:07.538" v="16"/>
          <ac:spMkLst>
            <pc:docMk/>
            <pc:sldMk cId="0" sldId="278"/>
            <ac:spMk id="41" creationId="{1EA0D7E6-5CBA-6E5E-77FB-92CA4D645E1C}"/>
          </ac:spMkLst>
        </pc:spChg>
        <pc:spChg chg="add mod">
          <ac:chgData name="Manreen Kaur" userId="f41825493ab1689e" providerId="LiveId" clId="{1A7136C0-731D-4510-8387-D702D13A694E}" dt="2022-11-23T16:04:07.538" v="16"/>
          <ac:spMkLst>
            <pc:docMk/>
            <pc:sldMk cId="0" sldId="278"/>
            <ac:spMk id="42" creationId="{C6902334-7ED5-B6F9-264E-D16F582DF18D}"/>
          </ac:spMkLst>
        </pc:spChg>
        <pc:spChg chg="add mod">
          <ac:chgData name="Manreen Kaur" userId="f41825493ab1689e" providerId="LiveId" clId="{1A7136C0-731D-4510-8387-D702D13A694E}" dt="2022-11-23T16:04:07.538" v="16"/>
          <ac:spMkLst>
            <pc:docMk/>
            <pc:sldMk cId="0" sldId="278"/>
            <ac:spMk id="43" creationId="{1C91456A-D327-9BD7-3001-AA7E4994EC74}"/>
          </ac:spMkLst>
        </pc:spChg>
        <pc:spChg chg="add mod">
          <ac:chgData name="Manreen Kaur" userId="f41825493ab1689e" providerId="LiveId" clId="{1A7136C0-731D-4510-8387-D702D13A694E}" dt="2022-11-23T16:04:07.538" v="16"/>
          <ac:spMkLst>
            <pc:docMk/>
            <pc:sldMk cId="0" sldId="278"/>
            <ac:spMk id="44" creationId="{43D04436-1290-CDFD-AB7C-9353F47F122D}"/>
          </ac:spMkLst>
        </pc:spChg>
        <pc:spChg chg="add mod">
          <ac:chgData name="Manreen Kaur" userId="f41825493ab1689e" providerId="LiveId" clId="{1A7136C0-731D-4510-8387-D702D13A694E}" dt="2022-11-23T16:04:07.538" v="16"/>
          <ac:spMkLst>
            <pc:docMk/>
            <pc:sldMk cId="0" sldId="278"/>
            <ac:spMk id="45" creationId="{13FC617D-166B-E528-5D03-CD44E22DFB3E}"/>
          </ac:spMkLst>
        </pc:spChg>
        <pc:spChg chg="add mod">
          <ac:chgData name="Manreen Kaur" userId="f41825493ab1689e" providerId="LiveId" clId="{1A7136C0-731D-4510-8387-D702D13A694E}" dt="2022-11-23T16:04:07.538" v="16"/>
          <ac:spMkLst>
            <pc:docMk/>
            <pc:sldMk cId="0" sldId="278"/>
            <ac:spMk id="46" creationId="{FC9FDAE8-EC1B-7DD2-7F63-67E1CE14BC7D}"/>
          </ac:spMkLst>
        </pc:spChg>
        <pc:spChg chg="add mod">
          <ac:chgData name="Manreen Kaur" userId="f41825493ab1689e" providerId="LiveId" clId="{1A7136C0-731D-4510-8387-D702D13A694E}" dt="2022-11-23T16:04:07.538" v="16"/>
          <ac:spMkLst>
            <pc:docMk/>
            <pc:sldMk cId="0" sldId="278"/>
            <ac:spMk id="47" creationId="{6B6D0C28-84D3-78BF-07C6-FC5BF3969BF2}"/>
          </ac:spMkLst>
        </pc:spChg>
        <pc:spChg chg="add mod">
          <ac:chgData name="Manreen Kaur" userId="f41825493ab1689e" providerId="LiveId" clId="{1A7136C0-731D-4510-8387-D702D13A694E}" dt="2022-11-23T16:04:07.538" v="16"/>
          <ac:spMkLst>
            <pc:docMk/>
            <pc:sldMk cId="0" sldId="278"/>
            <ac:spMk id="48" creationId="{B15689FD-8B3C-545D-1895-FEB55CF17EEE}"/>
          </ac:spMkLst>
        </pc:spChg>
        <pc:spChg chg="add mod">
          <ac:chgData name="Manreen Kaur" userId="f41825493ab1689e" providerId="LiveId" clId="{1A7136C0-731D-4510-8387-D702D13A694E}" dt="2022-11-23T16:04:07.538" v="16"/>
          <ac:spMkLst>
            <pc:docMk/>
            <pc:sldMk cId="0" sldId="278"/>
            <ac:spMk id="49" creationId="{90E3E868-881C-1B36-D03D-7518EB08A2E3}"/>
          </ac:spMkLst>
        </pc:spChg>
        <pc:spChg chg="add mod">
          <ac:chgData name="Manreen Kaur" userId="f41825493ab1689e" providerId="LiveId" clId="{1A7136C0-731D-4510-8387-D702D13A694E}" dt="2022-11-23T16:04:07.538" v="16"/>
          <ac:spMkLst>
            <pc:docMk/>
            <pc:sldMk cId="0" sldId="278"/>
            <ac:spMk id="50" creationId="{6F2095A4-5A75-EB3B-6632-60F580270C3E}"/>
          </ac:spMkLst>
        </pc:spChg>
        <pc:spChg chg="add mod">
          <ac:chgData name="Manreen Kaur" userId="f41825493ab1689e" providerId="LiveId" clId="{1A7136C0-731D-4510-8387-D702D13A694E}" dt="2022-11-23T16:04:07.538" v="16"/>
          <ac:spMkLst>
            <pc:docMk/>
            <pc:sldMk cId="0" sldId="278"/>
            <ac:spMk id="51" creationId="{63494A53-BDF6-36F6-C326-1CE4D84E3A4C}"/>
          </ac:spMkLst>
        </pc:spChg>
        <pc:spChg chg="add mod">
          <ac:chgData name="Manreen Kaur" userId="f41825493ab1689e" providerId="LiveId" clId="{1A7136C0-731D-4510-8387-D702D13A694E}" dt="2022-11-23T16:04:07.538" v="16"/>
          <ac:spMkLst>
            <pc:docMk/>
            <pc:sldMk cId="0" sldId="278"/>
            <ac:spMk id="52" creationId="{116B9FE5-4BA1-D43E-4608-22C3CC8D1F7D}"/>
          </ac:spMkLst>
        </pc:spChg>
        <pc:spChg chg="add mod">
          <ac:chgData name="Manreen Kaur" userId="f41825493ab1689e" providerId="LiveId" clId="{1A7136C0-731D-4510-8387-D702D13A694E}" dt="2022-11-23T16:04:07.538" v="16"/>
          <ac:spMkLst>
            <pc:docMk/>
            <pc:sldMk cId="0" sldId="278"/>
            <ac:spMk id="53" creationId="{9331D6F6-263D-9565-AE83-2C301D1F5D94}"/>
          </ac:spMkLst>
        </pc:spChg>
        <pc:spChg chg="add mod">
          <ac:chgData name="Manreen Kaur" userId="f41825493ab1689e" providerId="LiveId" clId="{1A7136C0-731D-4510-8387-D702D13A694E}" dt="2022-11-23T16:04:07.538" v="16"/>
          <ac:spMkLst>
            <pc:docMk/>
            <pc:sldMk cId="0" sldId="278"/>
            <ac:spMk id="54" creationId="{A8AD5909-7377-AAD1-D2E8-4D78B1502734}"/>
          </ac:spMkLst>
        </pc:spChg>
        <pc:spChg chg="add mod">
          <ac:chgData name="Manreen Kaur" userId="f41825493ab1689e" providerId="LiveId" clId="{1A7136C0-731D-4510-8387-D702D13A694E}" dt="2022-11-23T16:04:07.538" v="16"/>
          <ac:spMkLst>
            <pc:docMk/>
            <pc:sldMk cId="0" sldId="278"/>
            <ac:spMk id="55" creationId="{7319DAE3-263C-00FC-926A-D3A9AD542150}"/>
          </ac:spMkLst>
        </pc:spChg>
        <pc:spChg chg="add mod">
          <ac:chgData name="Manreen Kaur" userId="f41825493ab1689e" providerId="LiveId" clId="{1A7136C0-731D-4510-8387-D702D13A694E}" dt="2022-11-23T16:04:07.538" v="16"/>
          <ac:spMkLst>
            <pc:docMk/>
            <pc:sldMk cId="0" sldId="278"/>
            <ac:spMk id="56" creationId="{8C74641B-B7B5-CFF6-FDA1-26430FA4B17C}"/>
          </ac:spMkLst>
        </pc:spChg>
        <pc:spChg chg="add mod">
          <ac:chgData name="Manreen Kaur" userId="f41825493ab1689e" providerId="LiveId" clId="{1A7136C0-731D-4510-8387-D702D13A694E}" dt="2022-11-23T16:04:07.538" v="16"/>
          <ac:spMkLst>
            <pc:docMk/>
            <pc:sldMk cId="0" sldId="278"/>
            <ac:spMk id="57" creationId="{A821F2E6-1B4A-1814-4032-4D3FC1985427}"/>
          </ac:spMkLst>
        </pc:spChg>
        <pc:spChg chg="add mod">
          <ac:chgData name="Manreen Kaur" userId="f41825493ab1689e" providerId="LiveId" clId="{1A7136C0-731D-4510-8387-D702D13A694E}" dt="2022-11-23T16:04:07.538" v="16"/>
          <ac:spMkLst>
            <pc:docMk/>
            <pc:sldMk cId="0" sldId="278"/>
            <ac:spMk id="58" creationId="{1E87E57D-0863-9B37-D1D0-FF08C50DE5E1}"/>
          </ac:spMkLst>
        </pc:spChg>
        <pc:spChg chg="add mod">
          <ac:chgData name="Manreen Kaur" userId="f41825493ab1689e" providerId="LiveId" clId="{1A7136C0-731D-4510-8387-D702D13A694E}" dt="2022-11-23T16:04:07.538" v="16"/>
          <ac:spMkLst>
            <pc:docMk/>
            <pc:sldMk cId="0" sldId="278"/>
            <ac:spMk id="59" creationId="{46C36F06-481D-60B2-EB19-B7E790E5D877}"/>
          </ac:spMkLst>
        </pc:spChg>
        <pc:spChg chg="add mod">
          <ac:chgData name="Manreen Kaur" userId="f41825493ab1689e" providerId="LiveId" clId="{1A7136C0-731D-4510-8387-D702D13A694E}" dt="2022-11-23T16:04:07.538" v="16"/>
          <ac:spMkLst>
            <pc:docMk/>
            <pc:sldMk cId="0" sldId="278"/>
            <ac:spMk id="60" creationId="{FAC5C6D6-18E9-243B-2B14-3C76BD5A4322}"/>
          </ac:spMkLst>
        </pc:spChg>
        <pc:spChg chg="add mod">
          <ac:chgData name="Manreen Kaur" userId="f41825493ab1689e" providerId="LiveId" clId="{1A7136C0-731D-4510-8387-D702D13A694E}" dt="2022-11-23T16:04:07.538" v="16"/>
          <ac:spMkLst>
            <pc:docMk/>
            <pc:sldMk cId="0" sldId="278"/>
            <ac:spMk id="61" creationId="{0A9C8D95-1622-F6F1-30F8-1CCBEAA6D865}"/>
          </ac:spMkLst>
        </pc:spChg>
        <pc:spChg chg="add mod">
          <ac:chgData name="Manreen Kaur" userId="f41825493ab1689e" providerId="LiveId" clId="{1A7136C0-731D-4510-8387-D702D13A694E}" dt="2022-11-23T16:04:07.538" v="16"/>
          <ac:spMkLst>
            <pc:docMk/>
            <pc:sldMk cId="0" sldId="278"/>
            <ac:spMk id="62" creationId="{17DE4EC7-E6DB-2EBC-CBF7-9A1F08B0FB64}"/>
          </ac:spMkLst>
        </pc:spChg>
        <pc:spChg chg="add mod">
          <ac:chgData name="Manreen Kaur" userId="f41825493ab1689e" providerId="LiveId" clId="{1A7136C0-731D-4510-8387-D702D13A694E}" dt="2022-11-23T16:04:07.538" v="16"/>
          <ac:spMkLst>
            <pc:docMk/>
            <pc:sldMk cId="0" sldId="278"/>
            <ac:spMk id="63" creationId="{81F310C4-AB6A-2EAC-DF47-B884122A8D4C}"/>
          </ac:spMkLst>
        </pc:spChg>
        <pc:spChg chg="add mod">
          <ac:chgData name="Manreen Kaur" userId="f41825493ab1689e" providerId="LiveId" clId="{1A7136C0-731D-4510-8387-D702D13A694E}" dt="2022-11-23T16:04:07.538" v="16"/>
          <ac:spMkLst>
            <pc:docMk/>
            <pc:sldMk cId="0" sldId="278"/>
            <ac:spMk id="2048" creationId="{6F9EB32D-585F-47D5-C2F8-6C9ACFC26E3D}"/>
          </ac:spMkLst>
        </pc:spChg>
        <pc:spChg chg="add mod">
          <ac:chgData name="Manreen Kaur" userId="f41825493ab1689e" providerId="LiveId" clId="{1A7136C0-731D-4510-8387-D702D13A694E}" dt="2022-11-23T16:04:07.538" v="16"/>
          <ac:spMkLst>
            <pc:docMk/>
            <pc:sldMk cId="0" sldId="278"/>
            <ac:spMk id="2049" creationId="{89B39E3B-2659-A004-9483-2F9F15586C31}"/>
          </ac:spMkLst>
        </pc:spChg>
        <pc:spChg chg="add mod">
          <ac:chgData name="Manreen Kaur" userId="f41825493ab1689e" providerId="LiveId" clId="{1A7136C0-731D-4510-8387-D702D13A694E}" dt="2022-11-23T16:04:07.538" v="16"/>
          <ac:spMkLst>
            <pc:docMk/>
            <pc:sldMk cId="0" sldId="278"/>
            <ac:spMk id="2050" creationId="{B32DE39C-AE2C-3132-9CEA-F52CBA60400C}"/>
          </ac:spMkLst>
        </pc:spChg>
        <pc:spChg chg="add mod">
          <ac:chgData name="Manreen Kaur" userId="f41825493ab1689e" providerId="LiveId" clId="{1A7136C0-731D-4510-8387-D702D13A694E}" dt="2022-11-23T16:04:07.538" v="16"/>
          <ac:spMkLst>
            <pc:docMk/>
            <pc:sldMk cId="0" sldId="278"/>
            <ac:spMk id="2051" creationId="{4759E0B4-499B-44F5-468B-6742AAF09F37}"/>
          </ac:spMkLst>
        </pc:spChg>
        <pc:spChg chg="add mod">
          <ac:chgData name="Manreen Kaur" userId="f41825493ab1689e" providerId="LiveId" clId="{1A7136C0-731D-4510-8387-D702D13A694E}" dt="2022-11-23T16:04:07.538" v="16"/>
          <ac:spMkLst>
            <pc:docMk/>
            <pc:sldMk cId="0" sldId="278"/>
            <ac:spMk id="2052" creationId="{837AE017-A3AD-D313-8C08-F06191CE4550}"/>
          </ac:spMkLst>
        </pc:spChg>
        <pc:spChg chg="add mod">
          <ac:chgData name="Manreen Kaur" userId="f41825493ab1689e" providerId="LiveId" clId="{1A7136C0-731D-4510-8387-D702D13A694E}" dt="2022-11-23T16:04:07.538" v="16"/>
          <ac:spMkLst>
            <pc:docMk/>
            <pc:sldMk cId="0" sldId="278"/>
            <ac:spMk id="2053" creationId="{03160569-BE39-02F9-E317-932413A5EF77}"/>
          </ac:spMkLst>
        </pc:spChg>
        <pc:spChg chg="add mod">
          <ac:chgData name="Manreen Kaur" userId="f41825493ab1689e" providerId="LiveId" clId="{1A7136C0-731D-4510-8387-D702D13A694E}" dt="2022-11-23T16:04:07.538" v="16"/>
          <ac:spMkLst>
            <pc:docMk/>
            <pc:sldMk cId="0" sldId="278"/>
            <ac:spMk id="2054" creationId="{D1875D36-61A1-EE34-FDE1-9A2387B57ACA}"/>
          </ac:spMkLst>
        </pc:spChg>
        <pc:spChg chg="add mod">
          <ac:chgData name="Manreen Kaur" userId="f41825493ab1689e" providerId="LiveId" clId="{1A7136C0-731D-4510-8387-D702D13A694E}" dt="2022-11-23T16:04:07.538" v="16"/>
          <ac:spMkLst>
            <pc:docMk/>
            <pc:sldMk cId="0" sldId="278"/>
            <ac:spMk id="2055" creationId="{36676AEB-7768-C286-9D6B-5BC836F049C2}"/>
          </ac:spMkLst>
        </pc:spChg>
        <pc:spChg chg="add mod">
          <ac:chgData name="Manreen Kaur" userId="f41825493ab1689e" providerId="LiveId" clId="{1A7136C0-731D-4510-8387-D702D13A694E}" dt="2022-11-23T16:04:07.538" v="16"/>
          <ac:spMkLst>
            <pc:docMk/>
            <pc:sldMk cId="0" sldId="278"/>
            <ac:spMk id="2056" creationId="{E83B3451-6631-7E65-E609-F2F68ADA862B}"/>
          </ac:spMkLst>
        </pc:spChg>
        <pc:spChg chg="add mod">
          <ac:chgData name="Manreen Kaur" userId="f41825493ab1689e" providerId="LiveId" clId="{1A7136C0-731D-4510-8387-D702D13A694E}" dt="2022-11-23T16:04:07.538" v="16"/>
          <ac:spMkLst>
            <pc:docMk/>
            <pc:sldMk cId="0" sldId="278"/>
            <ac:spMk id="2057" creationId="{B65C517D-CFB5-A15B-B48B-F2AF35791CC2}"/>
          </ac:spMkLst>
        </pc:spChg>
        <pc:spChg chg="add mod">
          <ac:chgData name="Manreen Kaur" userId="f41825493ab1689e" providerId="LiveId" clId="{1A7136C0-731D-4510-8387-D702D13A694E}" dt="2022-11-23T16:04:07.538" v="16"/>
          <ac:spMkLst>
            <pc:docMk/>
            <pc:sldMk cId="0" sldId="278"/>
            <ac:spMk id="2058" creationId="{FDC5881A-68CB-25DC-8266-F72CFC36FAEC}"/>
          </ac:spMkLst>
        </pc:spChg>
        <pc:spChg chg="add mod">
          <ac:chgData name="Manreen Kaur" userId="f41825493ab1689e" providerId="LiveId" clId="{1A7136C0-731D-4510-8387-D702D13A694E}" dt="2022-11-23T16:04:07.538" v="16"/>
          <ac:spMkLst>
            <pc:docMk/>
            <pc:sldMk cId="0" sldId="278"/>
            <ac:spMk id="2059" creationId="{EE6C8224-C1C1-651E-24B7-64961A6534E1}"/>
          </ac:spMkLst>
        </pc:spChg>
        <pc:spChg chg="add mod">
          <ac:chgData name="Manreen Kaur" userId="f41825493ab1689e" providerId="LiveId" clId="{1A7136C0-731D-4510-8387-D702D13A694E}" dt="2022-11-23T16:04:07.538" v="16"/>
          <ac:spMkLst>
            <pc:docMk/>
            <pc:sldMk cId="0" sldId="278"/>
            <ac:spMk id="2060" creationId="{5EA2A4B5-AF48-9256-9D47-A2C1E30341E7}"/>
          </ac:spMkLst>
        </pc:spChg>
        <pc:spChg chg="add mod">
          <ac:chgData name="Manreen Kaur" userId="f41825493ab1689e" providerId="LiveId" clId="{1A7136C0-731D-4510-8387-D702D13A694E}" dt="2022-11-23T16:04:07.538" v="16"/>
          <ac:spMkLst>
            <pc:docMk/>
            <pc:sldMk cId="0" sldId="278"/>
            <ac:spMk id="2061" creationId="{47B24474-7F10-8757-3F64-5954698F3C01}"/>
          </ac:spMkLst>
        </pc:spChg>
        <pc:spChg chg="add mod">
          <ac:chgData name="Manreen Kaur" userId="f41825493ab1689e" providerId="LiveId" clId="{1A7136C0-731D-4510-8387-D702D13A694E}" dt="2022-11-23T16:04:07.538" v="16"/>
          <ac:spMkLst>
            <pc:docMk/>
            <pc:sldMk cId="0" sldId="278"/>
            <ac:spMk id="2064" creationId="{4A0C5BA9-E4F0-85A2-FAC5-3061197BEB75}"/>
          </ac:spMkLst>
        </pc:spChg>
        <pc:spChg chg="add mod">
          <ac:chgData name="Manreen Kaur" userId="f41825493ab1689e" providerId="LiveId" clId="{1A7136C0-731D-4510-8387-D702D13A694E}" dt="2022-11-23T16:04:07.538" v="16"/>
          <ac:spMkLst>
            <pc:docMk/>
            <pc:sldMk cId="0" sldId="278"/>
            <ac:spMk id="2065" creationId="{E2C78792-2244-87CC-7AE2-4FE9C44A6420}"/>
          </ac:spMkLst>
        </pc:spChg>
        <pc:spChg chg="add mod">
          <ac:chgData name="Manreen Kaur" userId="f41825493ab1689e" providerId="LiveId" clId="{1A7136C0-731D-4510-8387-D702D13A694E}" dt="2022-11-23T16:04:07.538" v="16"/>
          <ac:spMkLst>
            <pc:docMk/>
            <pc:sldMk cId="0" sldId="278"/>
            <ac:spMk id="2066" creationId="{1D28CCDE-73D3-15FA-F6A1-D62A44EA90AD}"/>
          </ac:spMkLst>
        </pc:spChg>
        <pc:spChg chg="add mod">
          <ac:chgData name="Manreen Kaur" userId="f41825493ab1689e" providerId="LiveId" clId="{1A7136C0-731D-4510-8387-D702D13A694E}" dt="2022-11-23T16:04:07.538" v="16"/>
          <ac:spMkLst>
            <pc:docMk/>
            <pc:sldMk cId="0" sldId="278"/>
            <ac:spMk id="2067" creationId="{15183F33-7691-CEC5-13F6-8EBB3509FE49}"/>
          </ac:spMkLst>
        </pc:spChg>
        <pc:spChg chg="add mod">
          <ac:chgData name="Manreen Kaur" userId="f41825493ab1689e" providerId="LiveId" clId="{1A7136C0-731D-4510-8387-D702D13A694E}" dt="2022-11-23T16:04:07.538" v="16"/>
          <ac:spMkLst>
            <pc:docMk/>
            <pc:sldMk cId="0" sldId="278"/>
            <ac:spMk id="2068" creationId="{882742A6-11DE-6988-C8AA-B440C2096B2F}"/>
          </ac:spMkLst>
        </pc:spChg>
        <pc:spChg chg="add mod">
          <ac:chgData name="Manreen Kaur" userId="f41825493ab1689e" providerId="LiveId" clId="{1A7136C0-731D-4510-8387-D702D13A694E}" dt="2022-11-23T16:04:07.538" v="16"/>
          <ac:spMkLst>
            <pc:docMk/>
            <pc:sldMk cId="0" sldId="278"/>
            <ac:spMk id="2069" creationId="{B796F948-2837-6163-C12A-B3E4290EA81E}"/>
          </ac:spMkLst>
        </pc:spChg>
        <pc:spChg chg="add mod">
          <ac:chgData name="Manreen Kaur" userId="f41825493ab1689e" providerId="LiveId" clId="{1A7136C0-731D-4510-8387-D702D13A694E}" dt="2022-11-23T16:04:07.538" v="16"/>
          <ac:spMkLst>
            <pc:docMk/>
            <pc:sldMk cId="0" sldId="278"/>
            <ac:spMk id="2070" creationId="{79B79FCF-41D2-E727-A830-4CC2C637C424}"/>
          </ac:spMkLst>
        </pc:spChg>
        <pc:spChg chg="add mod">
          <ac:chgData name="Manreen Kaur" userId="f41825493ab1689e" providerId="LiveId" clId="{1A7136C0-731D-4510-8387-D702D13A694E}" dt="2022-11-23T16:04:07.538" v="16"/>
          <ac:spMkLst>
            <pc:docMk/>
            <pc:sldMk cId="0" sldId="278"/>
            <ac:spMk id="2071" creationId="{4468DCA2-7731-2B44-317C-E783881F0EA6}"/>
          </ac:spMkLst>
        </pc:spChg>
        <pc:spChg chg="add mod">
          <ac:chgData name="Manreen Kaur" userId="f41825493ab1689e" providerId="LiveId" clId="{1A7136C0-731D-4510-8387-D702D13A694E}" dt="2022-11-23T16:04:07.538" v="16"/>
          <ac:spMkLst>
            <pc:docMk/>
            <pc:sldMk cId="0" sldId="278"/>
            <ac:spMk id="2072" creationId="{9EC46CC5-54EC-44D2-CAD7-D94CEC6C5D8C}"/>
          </ac:spMkLst>
        </pc:spChg>
        <pc:spChg chg="add mod">
          <ac:chgData name="Manreen Kaur" userId="f41825493ab1689e" providerId="LiveId" clId="{1A7136C0-731D-4510-8387-D702D13A694E}" dt="2022-11-23T16:04:07.538" v="16"/>
          <ac:spMkLst>
            <pc:docMk/>
            <pc:sldMk cId="0" sldId="278"/>
            <ac:spMk id="2073" creationId="{861BA6DB-721A-5571-76EA-0B5FD4C649DD}"/>
          </ac:spMkLst>
        </pc:spChg>
        <pc:spChg chg="add mod">
          <ac:chgData name="Manreen Kaur" userId="f41825493ab1689e" providerId="LiveId" clId="{1A7136C0-731D-4510-8387-D702D13A694E}" dt="2022-11-23T16:04:07.538" v="16"/>
          <ac:spMkLst>
            <pc:docMk/>
            <pc:sldMk cId="0" sldId="278"/>
            <ac:spMk id="2074" creationId="{AF14994A-F5D4-BDD7-423D-E824ACA2247B}"/>
          </ac:spMkLst>
        </pc:spChg>
        <pc:spChg chg="add mod">
          <ac:chgData name="Manreen Kaur" userId="f41825493ab1689e" providerId="LiveId" clId="{1A7136C0-731D-4510-8387-D702D13A694E}" dt="2022-11-23T16:04:07.538" v="16"/>
          <ac:spMkLst>
            <pc:docMk/>
            <pc:sldMk cId="0" sldId="278"/>
            <ac:spMk id="2075" creationId="{6F00F3E8-DF24-E49D-F364-0C9FDF70130A}"/>
          </ac:spMkLst>
        </pc:spChg>
        <pc:spChg chg="mod">
          <ac:chgData name="Manreen Kaur" userId="f41825493ab1689e" providerId="LiveId" clId="{1A7136C0-731D-4510-8387-D702D13A694E}" dt="2022-11-24T02:45:33.945" v="1314" actId="20577"/>
          <ac:spMkLst>
            <pc:docMk/>
            <pc:sldMk cId="0" sldId="278"/>
            <ac:spMk id="2223" creationId="{00000000-0000-0000-0000-000000000000}"/>
          </ac:spMkLst>
        </pc:spChg>
        <pc:spChg chg="add mod">
          <ac:chgData name="Manreen Kaur" userId="f41825493ab1689e" providerId="LiveId" clId="{1A7136C0-731D-4510-8387-D702D13A694E}" dt="2022-11-23T16:04:07.538" v="16"/>
          <ac:spMkLst>
            <pc:docMk/>
            <pc:sldMk cId="0" sldId="278"/>
            <ac:spMk id="2225" creationId="{1C0D4590-A229-6E27-B98F-722D6B28F7C8}"/>
          </ac:spMkLst>
        </pc:spChg>
        <pc:spChg chg="add mod">
          <ac:chgData name="Manreen Kaur" userId="f41825493ab1689e" providerId="LiveId" clId="{1A7136C0-731D-4510-8387-D702D13A694E}" dt="2022-11-23T16:04:07.538" v="16"/>
          <ac:spMkLst>
            <pc:docMk/>
            <pc:sldMk cId="0" sldId="278"/>
            <ac:spMk id="2226" creationId="{B22AB103-E6C0-7D5E-1280-1ABB93B6CDF6}"/>
          </ac:spMkLst>
        </pc:spChg>
        <pc:spChg chg="add mod">
          <ac:chgData name="Manreen Kaur" userId="f41825493ab1689e" providerId="LiveId" clId="{1A7136C0-731D-4510-8387-D702D13A694E}" dt="2022-11-23T16:04:07.538" v="16"/>
          <ac:spMkLst>
            <pc:docMk/>
            <pc:sldMk cId="0" sldId="278"/>
            <ac:spMk id="2227" creationId="{B422C3A8-570A-2A1A-6D6D-0E7302DE9064}"/>
          </ac:spMkLst>
        </pc:spChg>
        <pc:spChg chg="add mod">
          <ac:chgData name="Manreen Kaur" userId="f41825493ab1689e" providerId="LiveId" clId="{1A7136C0-731D-4510-8387-D702D13A694E}" dt="2022-11-23T16:04:07.538" v="16"/>
          <ac:spMkLst>
            <pc:docMk/>
            <pc:sldMk cId="0" sldId="278"/>
            <ac:spMk id="2228" creationId="{AC37530E-225F-D76F-26EE-3CE656FEFDE4}"/>
          </ac:spMkLst>
        </pc:spChg>
        <pc:spChg chg="add mod">
          <ac:chgData name="Manreen Kaur" userId="f41825493ab1689e" providerId="LiveId" clId="{1A7136C0-731D-4510-8387-D702D13A694E}" dt="2022-11-23T16:04:07.538" v="16"/>
          <ac:spMkLst>
            <pc:docMk/>
            <pc:sldMk cId="0" sldId="278"/>
            <ac:spMk id="2229" creationId="{5DDDBA3F-D585-D45C-DE9D-401B7E56A912}"/>
          </ac:spMkLst>
        </pc:spChg>
        <pc:spChg chg="add mod">
          <ac:chgData name="Manreen Kaur" userId="f41825493ab1689e" providerId="LiveId" clId="{1A7136C0-731D-4510-8387-D702D13A694E}" dt="2022-11-23T16:04:07.538" v="16"/>
          <ac:spMkLst>
            <pc:docMk/>
            <pc:sldMk cId="0" sldId="278"/>
            <ac:spMk id="2230" creationId="{C589FFEF-0981-1B5A-5E8A-1B8A1A3D5C8E}"/>
          </ac:spMkLst>
        </pc:spChg>
        <pc:spChg chg="add mod">
          <ac:chgData name="Manreen Kaur" userId="f41825493ab1689e" providerId="LiveId" clId="{1A7136C0-731D-4510-8387-D702D13A694E}" dt="2022-11-23T16:04:07.538" v="16"/>
          <ac:spMkLst>
            <pc:docMk/>
            <pc:sldMk cId="0" sldId="278"/>
            <ac:spMk id="2231" creationId="{EC2BDEE2-2566-9849-3B59-C699011B403B}"/>
          </ac:spMkLst>
        </pc:spChg>
        <pc:spChg chg="add mod">
          <ac:chgData name="Manreen Kaur" userId="f41825493ab1689e" providerId="LiveId" clId="{1A7136C0-731D-4510-8387-D702D13A694E}" dt="2022-11-23T16:04:07.538" v="16"/>
          <ac:spMkLst>
            <pc:docMk/>
            <pc:sldMk cId="0" sldId="278"/>
            <ac:spMk id="2232" creationId="{05F6D48F-A9F6-05E6-7294-22314013727D}"/>
          </ac:spMkLst>
        </pc:spChg>
        <pc:spChg chg="add mod">
          <ac:chgData name="Manreen Kaur" userId="f41825493ab1689e" providerId="LiveId" clId="{1A7136C0-731D-4510-8387-D702D13A694E}" dt="2022-11-23T16:04:07.538" v="16"/>
          <ac:spMkLst>
            <pc:docMk/>
            <pc:sldMk cId="0" sldId="278"/>
            <ac:spMk id="2233" creationId="{053BF286-06F7-903F-023F-97FFEDA73FD1}"/>
          </ac:spMkLst>
        </pc:spChg>
        <pc:spChg chg="add mod">
          <ac:chgData name="Manreen Kaur" userId="f41825493ab1689e" providerId="LiveId" clId="{1A7136C0-731D-4510-8387-D702D13A694E}" dt="2022-11-23T16:04:07.538" v="16"/>
          <ac:spMkLst>
            <pc:docMk/>
            <pc:sldMk cId="0" sldId="278"/>
            <ac:spMk id="2234" creationId="{D0CEFC01-DC68-5542-FD12-8703BCB11765}"/>
          </ac:spMkLst>
        </pc:spChg>
        <pc:spChg chg="add mod">
          <ac:chgData name="Manreen Kaur" userId="f41825493ab1689e" providerId="LiveId" clId="{1A7136C0-731D-4510-8387-D702D13A694E}" dt="2022-11-23T16:04:07.538" v="16"/>
          <ac:spMkLst>
            <pc:docMk/>
            <pc:sldMk cId="0" sldId="278"/>
            <ac:spMk id="2235" creationId="{9CA0421E-0D0C-0B9A-5A20-611B3845DB0C}"/>
          </ac:spMkLst>
        </pc:spChg>
        <pc:spChg chg="add mod">
          <ac:chgData name="Manreen Kaur" userId="f41825493ab1689e" providerId="LiveId" clId="{1A7136C0-731D-4510-8387-D702D13A694E}" dt="2022-11-23T16:04:07.538" v="16"/>
          <ac:spMkLst>
            <pc:docMk/>
            <pc:sldMk cId="0" sldId="278"/>
            <ac:spMk id="2236" creationId="{E6B1774F-9B6A-E942-B420-E76045B058F9}"/>
          </ac:spMkLst>
        </pc:spChg>
        <pc:spChg chg="add mod">
          <ac:chgData name="Manreen Kaur" userId="f41825493ab1689e" providerId="LiveId" clId="{1A7136C0-731D-4510-8387-D702D13A694E}" dt="2022-11-23T16:04:07.538" v="16"/>
          <ac:spMkLst>
            <pc:docMk/>
            <pc:sldMk cId="0" sldId="278"/>
            <ac:spMk id="2237" creationId="{50FB47FB-99F5-C8B2-707D-B1E55977D417}"/>
          </ac:spMkLst>
        </pc:spChg>
        <pc:spChg chg="add mod">
          <ac:chgData name="Manreen Kaur" userId="f41825493ab1689e" providerId="LiveId" clId="{1A7136C0-731D-4510-8387-D702D13A694E}" dt="2022-11-23T16:04:07.538" v="16"/>
          <ac:spMkLst>
            <pc:docMk/>
            <pc:sldMk cId="0" sldId="278"/>
            <ac:spMk id="2238" creationId="{9AF6A5F8-5324-2D14-9E8A-F403E3A812C8}"/>
          </ac:spMkLst>
        </pc:spChg>
        <pc:spChg chg="add mod">
          <ac:chgData name="Manreen Kaur" userId="f41825493ab1689e" providerId="LiveId" clId="{1A7136C0-731D-4510-8387-D702D13A694E}" dt="2022-11-23T16:04:07.538" v="16"/>
          <ac:spMkLst>
            <pc:docMk/>
            <pc:sldMk cId="0" sldId="278"/>
            <ac:spMk id="2239" creationId="{772ED514-B69B-4DD7-C2F9-6F89FE81124C}"/>
          </ac:spMkLst>
        </pc:spChg>
        <pc:spChg chg="add mod">
          <ac:chgData name="Manreen Kaur" userId="f41825493ab1689e" providerId="LiveId" clId="{1A7136C0-731D-4510-8387-D702D13A694E}" dt="2022-11-23T16:04:07.538" v="16"/>
          <ac:spMkLst>
            <pc:docMk/>
            <pc:sldMk cId="0" sldId="278"/>
            <ac:spMk id="2240" creationId="{388B8D67-BAD3-3BB8-8052-AB8786C3F154}"/>
          </ac:spMkLst>
        </pc:spChg>
        <pc:spChg chg="add mod">
          <ac:chgData name="Manreen Kaur" userId="f41825493ab1689e" providerId="LiveId" clId="{1A7136C0-731D-4510-8387-D702D13A694E}" dt="2022-11-23T16:04:07.538" v="16"/>
          <ac:spMkLst>
            <pc:docMk/>
            <pc:sldMk cId="0" sldId="278"/>
            <ac:spMk id="2241" creationId="{0E454DC1-645A-770E-87BC-42CFCF3EAD54}"/>
          </ac:spMkLst>
        </pc:spChg>
        <pc:spChg chg="add mod">
          <ac:chgData name="Manreen Kaur" userId="f41825493ab1689e" providerId="LiveId" clId="{1A7136C0-731D-4510-8387-D702D13A694E}" dt="2022-11-23T16:04:07.538" v="16"/>
          <ac:spMkLst>
            <pc:docMk/>
            <pc:sldMk cId="0" sldId="278"/>
            <ac:spMk id="2242" creationId="{1822FD1E-4F2E-23B7-C3A8-F91D7A622704}"/>
          </ac:spMkLst>
        </pc:spChg>
        <pc:spChg chg="add mod">
          <ac:chgData name="Manreen Kaur" userId="f41825493ab1689e" providerId="LiveId" clId="{1A7136C0-731D-4510-8387-D702D13A694E}" dt="2022-11-23T16:04:07.538" v="16"/>
          <ac:spMkLst>
            <pc:docMk/>
            <pc:sldMk cId="0" sldId="278"/>
            <ac:spMk id="2243" creationId="{C883C1FD-C59D-6580-5D22-395A586BF723}"/>
          </ac:spMkLst>
        </pc:spChg>
        <pc:spChg chg="add mod">
          <ac:chgData name="Manreen Kaur" userId="f41825493ab1689e" providerId="LiveId" clId="{1A7136C0-731D-4510-8387-D702D13A694E}" dt="2022-11-23T16:04:07.538" v="16"/>
          <ac:spMkLst>
            <pc:docMk/>
            <pc:sldMk cId="0" sldId="278"/>
            <ac:spMk id="2244" creationId="{5B471D7D-7CF3-02D6-33C3-BB90923601B1}"/>
          </ac:spMkLst>
        </pc:spChg>
        <pc:grpChg chg="add mod">
          <ac:chgData name="Manreen Kaur" userId="f41825493ab1689e" providerId="LiveId" clId="{1A7136C0-731D-4510-8387-D702D13A694E}" dt="2022-11-23T16:04:10.515" v="17" actId="1076"/>
          <ac:grpSpMkLst>
            <pc:docMk/>
            <pc:sldMk cId="0" sldId="278"/>
            <ac:grpSpMk id="2" creationId="{9AC089BF-A298-C7E5-5082-EDAB19285981}"/>
          </ac:grpSpMkLst>
        </pc:grpChg>
        <pc:grpChg chg="add mod">
          <ac:chgData name="Manreen Kaur" userId="f41825493ab1689e" providerId="LiveId" clId="{1A7136C0-731D-4510-8387-D702D13A694E}" dt="2022-11-23T16:04:07.538" v="16"/>
          <ac:grpSpMkLst>
            <pc:docMk/>
            <pc:sldMk cId="0" sldId="278"/>
            <ac:grpSpMk id="2062" creationId="{9FAB9416-E0AC-3681-96EB-DBE7BC9D92F2}"/>
          </ac:grpSpMkLst>
        </pc:grpChg>
        <pc:grpChg chg="add mod">
          <ac:chgData name="Manreen Kaur" userId="f41825493ab1689e" providerId="LiveId" clId="{1A7136C0-731D-4510-8387-D702D13A694E}" dt="2022-11-23T16:04:07.538" v="16"/>
          <ac:grpSpMkLst>
            <pc:docMk/>
            <pc:sldMk cId="0" sldId="278"/>
            <ac:grpSpMk id="2063" creationId="{7CCCCA4A-1326-18FC-FF8C-27172C7365B3}"/>
          </ac:grpSpMkLst>
        </pc:grpChg>
        <pc:grpChg chg="del">
          <ac:chgData name="Manreen Kaur" userId="f41825493ab1689e" providerId="LiveId" clId="{1A7136C0-731D-4510-8387-D702D13A694E}" dt="2022-11-23T16:04:06.628" v="15" actId="478"/>
          <ac:grpSpMkLst>
            <pc:docMk/>
            <pc:sldMk cId="0" sldId="278"/>
            <ac:grpSpMk id="2077" creationId="{00000000-0000-0000-0000-000000000000}"/>
          </ac:grpSpMkLst>
        </pc:grpChg>
        <pc:cxnChg chg="mod">
          <ac:chgData name="Manreen Kaur" userId="f41825493ab1689e" providerId="LiveId" clId="{1A7136C0-731D-4510-8387-D702D13A694E}" dt="2022-11-24T09:52:15.412" v="2675" actId="14100"/>
          <ac:cxnSpMkLst>
            <pc:docMk/>
            <pc:sldMk cId="0" sldId="278"/>
            <ac:cxnSpMk id="3" creationId="{C96B3C67-8788-21AE-8D1F-EC24DA4081F3}"/>
          </ac:cxnSpMkLst>
        </pc:cxnChg>
      </pc:sldChg>
      <pc:sldChg chg="modSp mod modTransition modAnim">
        <pc:chgData name="Manreen Kaur" userId="f41825493ab1689e" providerId="LiveId" clId="{1A7136C0-731D-4510-8387-D702D13A694E}" dt="2022-11-24T10:16:19.045" v="2853"/>
        <pc:sldMkLst>
          <pc:docMk/>
          <pc:sldMk cId="925451952" sldId="283"/>
        </pc:sldMkLst>
        <pc:spChg chg="mod">
          <ac:chgData name="Manreen Kaur" userId="f41825493ab1689e" providerId="LiveId" clId="{1A7136C0-731D-4510-8387-D702D13A694E}" dt="2022-11-24T09:40:58.793" v="2552" actId="1076"/>
          <ac:spMkLst>
            <pc:docMk/>
            <pc:sldMk cId="925451952" sldId="283"/>
            <ac:spMk id="2" creationId="{71D4EC4C-71FB-43D5-E0CA-D6AE489EF042}"/>
          </ac:spMkLst>
        </pc:spChg>
        <pc:cxnChg chg="mod">
          <ac:chgData name="Manreen Kaur" userId="f41825493ab1689e" providerId="LiveId" clId="{1A7136C0-731D-4510-8387-D702D13A694E}" dt="2022-11-24T09:40:31.891" v="2547" actId="1076"/>
          <ac:cxnSpMkLst>
            <pc:docMk/>
            <pc:sldMk cId="925451952" sldId="283"/>
            <ac:cxnSpMk id="23" creationId="{DEE04036-0C90-C392-99AE-E6A152D5CA73}"/>
          </ac:cxnSpMkLst>
        </pc:cxnChg>
      </pc:sldChg>
      <pc:sldChg chg="modSp mod modTransition modAnim">
        <pc:chgData name="Manreen Kaur" userId="f41825493ab1689e" providerId="LiveId" clId="{1A7136C0-731D-4510-8387-D702D13A694E}" dt="2022-11-24T10:16:25.419" v="2854"/>
        <pc:sldMkLst>
          <pc:docMk/>
          <pc:sldMk cId="2046082529" sldId="284"/>
        </pc:sldMkLst>
        <pc:spChg chg="mod">
          <ac:chgData name="Manreen Kaur" userId="f41825493ab1689e" providerId="LiveId" clId="{1A7136C0-731D-4510-8387-D702D13A694E}" dt="2022-11-24T09:40:20.827" v="2546" actId="1076"/>
          <ac:spMkLst>
            <pc:docMk/>
            <pc:sldMk cId="2046082529" sldId="284"/>
            <ac:spMk id="2" creationId="{71D4EC4C-71FB-43D5-E0CA-D6AE489EF042}"/>
          </ac:spMkLst>
        </pc:spChg>
        <pc:picChg chg="mod">
          <ac:chgData name="Manreen Kaur" userId="f41825493ab1689e" providerId="LiveId" clId="{1A7136C0-731D-4510-8387-D702D13A694E}" dt="2022-11-24T10:09:35.670" v="2805" actId="1076"/>
          <ac:picMkLst>
            <pc:docMk/>
            <pc:sldMk cId="2046082529" sldId="284"/>
            <ac:picMk id="7" creationId="{ABB2292C-B2B6-035F-076D-069D0C9BC45F}"/>
          </ac:picMkLst>
        </pc:picChg>
        <pc:cxnChg chg="mod">
          <ac:chgData name="Manreen Kaur" userId="f41825493ab1689e" providerId="LiveId" clId="{1A7136C0-731D-4510-8387-D702D13A694E}" dt="2022-11-24T09:39:58.728" v="2543" actId="1076"/>
          <ac:cxnSpMkLst>
            <pc:docMk/>
            <pc:sldMk cId="2046082529" sldId="284"/>
            <ac:cxnSpMk id="23" creationId="{DEE04036-0C90-C392-99AE-E6A152D5CA73}"/>
          </ac:cxnSpMkLst>
        </pc:cxnChg>
      </pc:sldChg>
      <pc:sldChg chg="addSp delSp modSp mod modTransition modAnim">
        <pc:chgData name="Manreen Kaur" userId="f41825493ab1689e" providerId="LiveId" clId="{1A7136C0-731D-4510-8387-D702D13A694E}" dt="2022-11-24T10:16:11.975" v="2852"/>
        <pc:sldMkLst>
          <pc:docMk/>
          <pc:sldMk cId="1391104995" sldId="285"/>
        </pc:sldMkLst>
        <pc:spChg chg="add mod">
          <ac:chgData name="Manreen Kaur" userId="f41825493ab1689e" providerId="LiveId" clId="{1A7136C0-731D-4510-8387-D702D13A694E}" dt="2022-11-23T16:02:07.175" v="1"/>
          <ac:spMkLst>
            <pc:docMk/>
            <pc:sldMk cId="1391104995" sldId="285"/>
            <ac:spMk id="10" creationId="{736F3397-A23B-7CCA-AD90-0FB0A0716BC4}"/>
          </ac:spMkLst>
        </pc:spChg>
        <pc:spChg chg="add mod">
          <ac:chgData name="Manreen Kaur" userId="f41825493ab1689e" providerId="LiveId" clId="{1A7136C0-731D-4510-8387-D702D13A694E}" dt="2022-11-23T16:02:07.175" v="1"/>
          <ac:spMkLst>
            <pc:docMk/>
            <pc:sldMk cId="1391104995" sldId="285"/>
            <ac:spMk id="11" creationId="{22278545-37DA-9AAA-ABC3-28459C199469}"/>
          </ac:spMkLst>
        </pc:spChg>
        <pc:spChg chg="add mod">
          <ac:chgData name="Manreen Kaur" userId="f41825493ab1689e" providerId="LiveId" clId="{1A7136C0-731D-4510-8387-D702D13A694E}" dt="2022-11-23T16:02:07.175" v="1"/>
          <ac:spMkLst>
            <pc:docMk/>
            <pc:sldMk cId="1391104995" sldId="285"/>
            <ac:spMk id="13" creationId="{3086B42C-9185-EBB6-7A31-134DD518B279}"/>
          </ac:spMkLst>
        </pc:spChg>
        <pc:spChg chg="add mod">
          <ac:chgData name="Manreen Kaur" userId="f41825493ab1689e" providerId="LiveId" clId="{1A7136C0-731D-4510-8387-D702D13A694E}" dt="2022-11-23T16:02:07.175" v="1"/>
          <ac:spMkLst>
            <pc:docMk/>
            <pc:sldMk cId="1391104995" sldId="285"/>
            <ac:spMk id="16" creationId="{2D355FED-7B39-7102-FE54-4E66A8F43E04}"/>
          </ac:spMkLst>
        </pc:spChg>
        <pc:spChg chg="add mod">
          <ac:chgData name="Manreen Kaur" userId="f41825493ab1689e" providerId="LiveId" clId="{1A7136C0-731D-4510-8387-D702D13A694E}" dt="2022-11-23T16:02:07.175" v="1"/>
          <ac:spMkLst>
            <pc:docMk/>
            <pc:sldMk cId="1391104995" sldId="285"/>
            <ac:spMk id="18" creationId="{09E62D7A-C0F9-C08D-CF70-20F2372AA736}"/>
          </ac:spMkLst>
        </pc:spChg>
        <pc:spChg chg="add mod">
          <ac:chgData name="Manreen Kaur" userId="f41825493ab1689e" providerId="LiveId" clId="{1A7136C0-731D-4510-8387-D702D13A694E}" dt="2022-11-23T16:02:07.175" v="1"/>
          <ac:spMkLst>
            <pc:docMk/>
            <pc:sldMk cId="1391104995" sldId="285"/>
            <ac:spMk id="19" creationId="{213DD770-93C7-AEE7-8AF7-4C2B02055149}"/>
          </ac:spMkLst>
        </pc:spChg>
        <pc:spChg chg="add mod">
          <ac:chgData name="Manreen Kaur" userId="f41825493ab1689e" providerId="LiveId" clId="{1A7136C0-731D-4510-8387-D702D13A694E}" dt="2022-11-23T16:02:07.175" v="1"/>
          <ac:spMkLst>
            <pc:docMk/>
            <pc:sldMk cId="1391104995" sldId="285"/>
            <ac:spMk id="20" creationId="{87AF7823-6C86-0474-0433-2082D4BBD7A1}"/>
          </ac:spMkLst>
        </pc:spChg>
        <pc:spChg chg="add mod">
          <ac:chgData name="Manreen Kaur" userId="f41825493ab1689e" providerId="LiveId" clId="{1A7136C0-731D-4510-8387-D702D13A694E}" dt="2022-11-23T16:02:07.175" v="1"/>
          <ac:spMkLst>
            <pc:docMk/>
            <pc:sldMk cId="1391104995" sldId="285"/>
            <ac:spMk id="21" creationId="{609A8ED5-7B00-1A63-8E25-0375E817EECC}"/>
          </ac:spMkLst>
        </pc:spChg>
        <pc:spChg chg="add mod">
          <ac:chgData name="Manreen Kaur" userId="f41825493ab1689e" providerId="LiveId" clId="{1A7136C0-731D-4510-8387-D702D13A694E}" dt="2022-11-23T16:02:07.175" v="1"/>
          <ac:spMkLst>
            <pc:docMk/>
            <pc:sldMk cId="1391104995" sldId="285"/>
            <ac:spMk id="22" creationId="{A4F375C4-EDAB-338D-CA7C-E96FC4CA7E4C}"/>
          </ac:spMkLst>
        </pc:spChg>
        <pc:spChg chg="add mod">
          <ac:chgData name="Manreen Kaur" userId="f41825493ab1689e" providerId="LiveId" clId="{1A7136C0-731D-4510-8387-D702D13A694E}" dt="2022-11-23T16:02:07.175" v="1"/>
          <ac:spMkLst>
            <pc:docMk/>
            <pc:sldMk cId="1391104995" sldId="285"/>
            <ac:spMk id="1026" creationId="{7B0AEC65-BEC7-F54A-B44F-858A26DB4E40}"/>
          </ac:spMkLst>
        </pc:spChg>
        <pc:spChg chg="add mod">
          <ac:chgData name="Manreen Kaur" userId="f41825493ab1689e" providerId="LiveId" clId="{1A7136C0-731D-4510-8387-D702D13A694E}" dt="2022-11-23T16:02:07.175" v="1"/>
          <ac:spMkLst>
            <pc:docMk/>
            <pc:sldMk cId="1391104995" sldId="285"/>
            <ac:spMk id="1059" creationId="{C889918C-38DE-CF5A-0E1A-9D86E2423BB5}"/>
          </ac:spMkLst>
        </pc:spChg>
        <pc:spChg chg="add mod">
          <ac:chgData name="Manreen Kaur" userId="f41825493ab1689e" providerId="LiveId" clId="{1A7136C0-731D-4510-8387-D702D13A694E}" dt="2022-11-23T16:02:07.175" v="1"/>
          <ac:spMkLst>
            <pc:docMk/>
            <pc:sldMk cId="1391104995" sldId="285"/>
            <ac:spMk id="1060" creationId="{BA968265-BAC8-93E9-AEB3-7D65190269EB}"/>
          </ac:spMkLst>
        </pc:spChg>
        <pc:spChg chg="add mod">
          <ac:chgData name="Manreen Kaur" userId="f41825493ab1689e" providerId="LiveId" clId="{1A7136C0-731D-4510-8387-D702D13A694E}" dt="2022-11-23T16:02:07.175" v="1"/>
          <ac:spMkLst>
            <pc:docMk/>
            <pc:sldMk cId="1391104995" sldId="285"/>
            <ac:spMk id="1061" creationId="{449D0FAA-E74C-5814-75F7-C5CC73BC8596}"/>
          </ac:spMkLst>
        </pc:spChg>
        <pc:spChg chg="add mod">
          <ac:chgData name="Manreen Kaur" userId="f41825493ab1689e" providerId="LiveId" clId="{1A7136C0-731D-4510-8387-D702D13A694E}" dt="2022-11-23T16:02:07.175" v="1"/>
          <ac:spMkLst>
            <pc:docMk/>
            <pc:sldMk cId="1391104995" sldId="285"/>
            <ac:spMk id="1062" creationId="{08DE6135-0F81-81AB-B1A2-E2421BF3F3C7}"/>
          </ac:spMkLst>
        </pc:spChg>
        <pc:spChg chg="add mod">
          <ac:chgData name="Manreen Kaur" userId="f41825493ab1689e" providerId="LiveId" clId="{1A7136C0-731D-4510-8387-D702D13A694E}" dt="2022-11-23T16:02:07.175" v="1"/>
          <ac:spMkLst>
            <pc:docMk/>
            <pc:sldMk cId="1391104995" sldId="285"/>
            <ac:spMk id="1063" creationId="{2CE4CC9D-B740-02A9-A45E-E254609F247D}"/>
          </ac:spMkLst>
        </pc:spChg>
        <pc:spChg chg="add mod">
          <ac:chgData name="Manreen Kaur" userId="f41825493ab1689e" providerId="LiveId" clId="{1A7136C0-731D-4510-8387-D702D13A694E}" dt="2022-11-23T16:02:07.175" v="1"/>
          <ac:spMkLst>
            <pc:docMk/>
            <pc:sldMk cId="1391104995" sldId="285"/>
            <ac:spMk id="1064" creationId="{D6EC5BB8-FC5A-FD6B-C079-DCEEADE89922}"/>
          </ac:spMkLst>
        </pc:spChg>
        <pc:spChg chg="add mod">
          <ac:chgData name="Manreen Kaur" userId="f41825493ab1689e" providerId="LiveId" clId="{1A7136C0-731D-4510-8387-D702D13A694E}" dt="2022-11-23T16:02:07.175" v="1"/>
          <ac:spMkLst>
            <pc:docMk/>
            <pc:sldMk cId="1391104995" sldId="285"/>
            <ac:spMk id="1065" creationId="{32AA48D6-262C-1ED6-2B1E-FA9F40F2E129}"/>
          </ac:spMkLst>
        </pc:spChg>
        <pc:spChg chg="add mod">
          <ac:chgData name="Manreen Kaur" userId="f41825493ab1689e" providerId="LiveId" clId="{1A7136C0-731D-4510-8387-D702D13A694E}" dt="2022-11-23T16:02:07.175" v="1"/>
          <ac:spMkLst>
            <pc:docMk/>
            <pc:sldMk cId="1391104995" sldId="285"/>
            <ac:spMk id="1066" creationId="{924956F2-72C5-B9A6-BBDA-4E3795FC8B12}"/>
          </ac:spMkLst>
        </pc:spChg>
        <pc:spChg chg="add mod">
          <ac:chgData name="Manreen Kaur" userId="f41825493ab1689e" providerId="LiveId" clId="{1A7136C0-731D-4510-8387-D702D13A694E}" dt="2022-11-23T16:02:07.175" v="1"/>
          <ac:spMkLst>
            <pc:docMk/>
            <pc:sldMk cId="1391104995" sldId="285"/>
            <ac:spMk id="1067" creationId="{0DC30D87-A314-9057-BB00-7F4685050753}"/>
          </ac:spMkLst>
        </pc:spChg>
        <pc:spChg chg="add mod">
          <ac:chgData name="Manreen Kaur" userId="f41825493ab1689e" providerId="LiveId" clId="{1A7136C0-731D-4510-8387-D702D13A694E}" dt="2022-11-23T16:02:07.175" v="1"/>
          <ac:spMkLst>
            <pc:docMk/>
            <pc:sldMk cId="1391104995" sldId="285"/>
            <ac:spMk id="1068" creationId="{65475945-D76B-6722-4AC6-EB416CD93EBB}"/>
          </ac:spMkLst>
        </pc:spChg>
        <pc:spChg chg="add mod">
          <ac:chgData name="Manreen Kaur" userId="f41825493ab1689e" providerId="LiveId" clId="{1A7136C0-731D-4510-8387-D702D13A694E}" dt="2022-11-23T16:02:07.175" v="1"/>
          <ac:spMkLst>
            <pc:docMk/>
            <pc:sldMk cId="1391104995" sldId="285"/>
            <ac:spMk id="1069" creationId="{6D71DF6D-42AC-1D94-2CF6-601CE24E5081}"/>
          </ac:spMkLst>
        </pc:spChg>
        <pc:spChg chg="add mod">
          <ac:chgData name="Manreen Kaur" userId="f41825493ab1689e" providerId="LiveId" clId="{1A7136C0-731D-4510-8387-D702D13A694E}" dt="2022-11-23T16:02:07.175" v="1"/>
          <ac:spMkLst>
            <pc:docMk/>
            <pc:sldMk cId="1391104995" sldId="285"/>
            <ac:spMk id="1070" creationId="{46A3BB17-DC62-4A59-35D8-B34D2A196F11}"/>
          </ac:spMkLst>
        </pc:spChg>
        <pc:spChg chg="add mod">
          <ac:chgData name="Manreen Kaur" userId="f41825493ab1689e" providerId="LiveId" clId="{1A7136C0-731D-4510-8387-D702D13A694E}" dt="2022-11-23T16:02:07.175" v="1"/>
          <ac:spMkLst>
            <pc:docMk/>
            <pc:sldMk cId="1391104995" sldId="285"/>
            <ac:spMk id="1071" creationId="{BA70FB52-FB77-F806-1E91-D1E76B4D8A20}"/>
          </ac:spMkLst>
        </pc:spChg>
        <pc:spChg chg="add mod">
          <ac:chgData name="Manreen Kaur" userId="f41825493ab1689e" providerId="LiveId" clId="{1A7136C0-731D-4510-8387-D702D13A694E}" dt="2022-11-23T16:02:07.175" v="1"/>
          <ac:spMkLst>
            <pc:docMk/>
            <pc:sldMk cId="1391104995" sldId="285"/>
            <ac:spMk id="1072" creationId="{9FFF494C-96D7-1E60-97A4-64C158990FA0}"/>
          </ac:spMkLst>
        </pc:spChg>
        <pc:spChg chg="add mod">
          <ac:chgData name="Manreen Kaur" userId="f41825493ab1689e" providerId="LiveId" clId="{1A7136C0-731D-4510-8387-D702D13A694E}" dt="2022-11-23T16:02:07.175" v="1"/>
          <ac:spMkLst>
            <pc:docMk/>
            <pc:sldMk cId="1391104995" sldId="285"/>
            <ac:spMk id="1073" creationId="{95FB4876-69A0-BED6-9C08-3F0F980A0E23}"/>
          </ac:spMkLst>
        </pc:spChg>
        <pc:spChg chg="add mod">
          <ac:chgData name="Manreen Kaur" userId="f41825493ab1689e" providerId="LiveId" clId="{1A7136C0-731D-4510-8387-D702D13A694E}" dt="2022-11-23T16:02:07.175" v="1"/>
          <ac:spMkLst>
            <pc:docMk/>
            <pc:sldMk cId="1391104995" sldId="285"/>
            <ac:spMk id="1074" creationId="{F326790C-A6C6-355D-904D-01CB81C9FC05}"/>
          </ac:spMkLst>
        </pc:spChg>
        <pc:spChg chg="add mod">
          <ac:chgData name="Manreen Kaur" userId="f41825493ab1689e" providerId="LiveId" clId="{1A7136C0-731D-4510-8387-D702D13A694E}" dt="2022-11-23T16:02:07.175" v="1"/>
          <ac:spMkLst>
            <pc:docMk/>
            <pc:sldMk cId="1391104995" sldId="285"/>
            <ac:spMk id="1075" creationId="{08E1CB40-B6A3-6570-4D91-7D864E522188}"/>
          </ac:spMkLst>
        </pc:spChg>
        <pc:spChg chg="add mod">
          <ac:chgData name="Manreen Kaur" userId="f41825493ab1689e" providerId="LiveId" clId="{1A7136C0-731D-4510-8387-D702D13A694E}" dt="2022-11-23T16:02:07.175" v="1"/>
          <ac:spMkLst>
            <pc:docMk/>
            <pc:sldMk cId="1391104995" sldId="285"/>
            <ac:spMk id="1076" creationId="{2A6E9E4D-3297-99AB-6C54-40CBA0E17156}"/>
          </ac:spMkLst>
        </pc:spChg>
        <pc:spChg chg="add mod">
          <ac:chgData name="Manreen Kaur" userId="f41825493ab1689e" providerId="LiveId" clId="{1A7136C0-731D-4510-8387-D702D13A694E}" dt="2022-11-23T16:02:07.175" v="1"/>
          <ac:spMkLst>
            <pc:docMk/>
            <pc:sldMk cId="1391104995" sldId="285"/>
            <ac:spMk id="1077" creationId="{CA911DC5-CCD4-F596-6F0D-289EC4B9383A}"/>
          </ac:spMkLst>
        </pc:spChg>
        <pc:spChg chg="add mod">
          <ac:chgData name="Manreen Kaur" userId="f41825493ab1689e" providerId="LiveId" clId="{1A7136C0-731D-4510-8387-D702D13A694E}" dt="2022-11-23T16:02:07.175" v="1"/>
          <ac:spMkLst>
            <pc:docMk/>
            <pc:sldMk cId="1391104995" sldId="285"/>
            <ac:spMk id="1078" creationId="{13825D92-A792-8CA5-A59B-589DC3B3911A}"/>
          </ac:spMkLst>
        </pc:spChg>
        <pc:spChg chg="add mod">
          <ac:chgData name="Manreen Kaur" userId="f41825493ab1689e" providerId="LiveId" clId="{1A7136C0-731D-4510-8387-D702D13A694E}" dt="2022-11-23T16:02:07.175" v="1"/>
          <ac:spMkLst>
            <pc:docMk/>
            <pc:sldMk cId="1391104995" sldId="285"/>
            <ac:spMk id="1079" creationId="{4A633399-1819-A6A2-22FB-676E361D8930}"/>
          </ac:spMkLst>
        </pc:spChg>
        <pc:spChg chg="add mod">
          <ac:chgData name="Manreen Kaur" userId="f41825493ab1689e" providerId="LiveId" clId="{1A7136C0-731D-4510-8387-D702D13A694E}" dt="2022-11-23T16:02:07.175" v="1"/>
          <ac:spMkLst>
            <pc:docMk/>
            <pc:sldMk cId="1391104995" sldId="285"/>
            <ac:spMk id="1080" creationId="{B7A2B5C7-7630-52E3-0135-D82D083521B8}"/>
          </ac:spMkLst>
        </pc:spChg>
        <pc:spChg chg="add mod">
          <ac:chgData name="Manreen Kaur" userId="f41825493ab1689e" providerId="LiveId" clId="{1A7136C0-731D-4510-8387-D702D13A694E}" dt="2022-11-23T16:02:07.175" v="1"/>
          <ac:spMkLst>
            <pc:docMk/>
            <pc:sldMk cId="1391104995" sldId="285"/>
            <ac:spMk id="1081" creationId="{5CBFC61A-F632-75E1-35BB-A630C5A67F83}"/>
          </ac:spMkLst>
        </pc:spChg>
        <pc:spChg chg="add mod">
          <ac:chgData name="Manreen Kaur" userId="f41825493ab1689e" providerId="LiveId" clId="{1A7136C0-731D-4510-8387-D702D13A694E}" dt="2022-11-23T16:02:07.175" v="1"/>
          <ac:spMkLst>
            <pc:docMk/>
            <pc:sldMk cId="1391104995" sldId="285"/>
            <ac:spMk id="1082" creationId="{050D6EFE-E8CF-8C92-1C19-8DF5342FAEE1}"/>
          </ac:spMkLst>
        </pc:spChg>
        <pc:spChg chg="add mod">
          <ac:chgData name="Manreen Kaur" userId="f41825493ab1689e" providerId="LiveId" clId="{1A7136C0-731D-4510-8387-D702D13A694E}" dt="2022-11-23T16:02:07.175" v="1"/>
          <ac:spMkLst>
            <pc:docMk/>
            <pc:sldMk cId="1391104995" sldId="285"/>
            <ac:spMk id="1083" creationId="{AEC5C5FC-0D97-8C06-B684-EF33D2C36542}"/>
          </ac:spMkLst>
        </pc:spChg>
        <pc:spChg chg="add mod">
          <ac:chgData name="Manreen Kaur" userId="f41825493ab1689e" providerId="LiveId" clId="{1A7136C0-731D-4510-8387-D702D13A694E}" dt="2022-11-23T16:02:07.175" v="1"/>
          <ac:spMkLst>
            <pc:docMk/>
            <pc:sldMk cId="1391104995" sldId="285"/>
            <ac:spMk id="1084" creationId="{2667B2F0-70DD-741B-09F5-35977ED3CF65}"/>
          </ac:spMkLst>
        </pc:spChg>
        <pc:spChg chg="add mod">
          <ac:chgData name="Manreen Kaur" userId="f41825493ab1689e" providerId="LiveId" clId="{1A7136C0-731D-4510-8387-D702D13A694E}" dt="2022-11-23T16:02:07.175" v="1"/>
          <ac:spMkLst>
            <pc:docMk/>
            <pc:sldMk cId="1391104995" sldId="285"/>
            <ac:spMk id="1085" creationId="{1D43D7A6-1EB9-F1F1-E7A7-7F8901E90837}"/>
          </ac:spMkLst>
        </pc:spChg>
        <pc:spChg chg="add mod">
          <ac:chgData name="Manreen Kaur" userId="f41825493ab1689e" providerId="LiveId" clId="{1A7136C0-731D-4510-8387-D702D13A694E}" dt="2022-11-23T16:02:07.175" v="1"/>
          <ac:spMkLst>
            <pc:docMk/>
            <pc:sldMk cId="1391104995" sldId="285"/>
            <ac:spMk id="1086" creationId="{C7FD7B4D-2171-DDFF-146F-E4CAE3A3F34F}"/>
          </ac:spMkLst>
        </pc:spChg>
        <pc:spChg chg="add mod">
          <ac:chgData name="Manreen Kaur" userId="f41825493ab1689e" providerId="LiveId" clId="{1A7136C0-731D-4510-8387-D702D13A694E}" dt="2022-11-23T16:02:07.175" v="1"/>
          <ac:spMkLst>
            <pc:docMk/>
            <pc:sldMk cId="1391104995" sldId="285"/>
            <ac:spMk id="1087" creationId="{762F5E58-ABC1-906E-1523-035F3534705A}"/>
          </ac:spMkLst>
        </pc:spChg>
        <pc:spChg chg="add mod">
          <ac:chgData name="Manreen Kaur" userId="f41825493ab1689e" providerId="LiveId" clId="{1A7136C0-731D-4510-8387-D702D13A694E}" dt="2022-11-23T16:02:07.175" v="1"/>
          <ac:spMkLst>
            <pc:docMk/>
            <pc:sldMk cId="1391104995" sldId="285"/>
            <ac:spMk id="1088" creationId="{36AD68BF-7DCB-6438-4990-06030EC28F49}"/>
          </ac:spMkLst>
        </pc:spChg>
        <pc:spChg chg="add mod">
          <ac:chgData name="Manreen Kaur" userId="f41825493ab1689e" providerId="LiveId" clId="{1A7136C0-731D-4510-8387-D702D13A694E}" dt="2022-11-23T16:02:07.175" v="1"/>
          <ac:spMkLst>
            <pc:docMk/>
            <pc:sldMk cId="1391104995" sldId="285"/>
            <ac:spMk id="1089" creationId="{4E4224D1-9E22-0615-BE2E-951F5C0BB3F3}"/>
          </ac:spMkLst>
        </pc:spChg>
        <pc:spChg chg="add mod">
          <ac:chgData name="Manreen Kaur" userId="f41825493ab1689e" providerId="LiveId" clId="{1A7136C0-731D-4510-8387-D702D13A694E}" dt="2022-11-23T16:02:07.175" v="1"/>
          <ac:spMkLst>
            <pc:docMk/>
            <pc:sldMk cId="1391104995" sldId="285"/>
            <ac:spMk id="1090" creationId="{2E3903E8-0399-AB93-C8DD-0BE63E895CFF}"/>
          </ac:spMkLst>
        </pc:spChg>
        <pc:spChg chg="add mod">
          <ac:chgData name="Manreen Kaur" userId="f41825493ab1689e" providerId="LiveId" clId="{1A7136C0-731D-4510-8387-D702D13A694E}" dt="2022-11-23T16:02:07.175" v="1"/>
          <ac:spMkLst>
            <pc:docMk/>
            <pc:sldMk cId="1391104995" sldId="285"/>
            <ac:spMk id="1091" creationId="{D9BAEDF4-DCDA-FE15-CDA2-C5FED68BB212}"/>
          </ac:spMkLst>
        </pc:spChg>
        <pc:spChg chg="add mod">
          <ac:chgData name="Manreen Kaur" userId="f41825493ab1689e" providerId="LiveId" clId="{1A7136C0-731D-4510-8387-D702D13A694E}" dt="2022-11-23T16:02:07.175" v="1"/>
          <ac:spMkLst>
            <pc:docMk/>
            <pc:sldMk cId="1391104995" sldId="285"/>
            <ac:spMk id="1092" creationId="{734BCDC8-BB23-6514-F6D0-043747D093A3}"/>
          </ac:spMkLst>
        </pc:spChg>
        <pc:spChg chg="add mod">
          <ac:chgData name="Manreen Kaur" userId="f41825493ab1689e" providerId="LiveId" clId="{1A7136C0-731D-4510-8387-D702D13A694E}" dt="2022-11-23T16:02:07.175" v="1"/>
          <ac:spMkLst>
            <pc:docMk/>
            <pc:sldMk cId="1391104995" sldId="285"/>
            <ac:spMk id="1093" creationId="{805BDE9C-5233-C5EF-5136-CF78F01632E1}"/>
          </ac:spMkLst>
        </pc:spChg>
        <pc:spChg chg="add mod">
          <ac:chgData name="Manreen Kaur" userId="f41825493ab1689e" providerId="LiveId" clId="{1A7136C0-731D-4510-8387-D702D13A694E}" dt="2022-11-23T16:02:07.175" v="1"/>
          <ac:spMkLst>
            <pc:docMk/>
            <pc:sldMk cId="1391104995" sldId="285"/>
            <ac:spMk id="1094" creationId="{C6F865F1-867E-2EDD-64E8-94F0D01EA6A3}"/>
          </ac:spMkLst>
        </pc:spChg>
        <pc:spChg chg="add mod">
          <ac:chgData name="Manreen Kaur" userId="f41825493ab1689e" providerId="LiveId" clId="{1A7136C0-731D-4510-8387-D702D13A694E}" dt="2022-11-23T16:02:07.175" v="1"/>
          <ac:spMkLst>
            <pc:docMk/>
            <pc:sldMk cId="1391104995" sldId="285"/>
            <ac:spMk id="1095" creationId="{B32D06D3-594D-0825-A3E6-91C3692C63BF}"/>
          </ac:spMkLst>
        </pc:spChg>
        <pc:spChg chg="add mod">
          <ac:chgData name="Manreen Kaur" userId="f41825493ab1689e" providerId="LiveId" clId="{1A7136C0-731D-4510-8387-D702D13A694E}" dt="2022-11-23T16:02:07.175" v="1"/>
          <ac:spMkLst>
            <pc:docMk/>
            <pc:sldMk cId="1391104995" sldId="285"/>
            <ac:spMk id="1096" creationId="{16C2222E-16D5-B7B7-B21C-F7C8348D775F}"/>
          </ac:spMkLst>
        </pc:spChg>
        <pc:spChg chg="add mod">
          <ac:chgData name="Manreen Kaur" userId="f41825493ab1689e" providerId="LiveId" clId="{1A7136C0-731D-4510-8387-D702D13A694E}" dt="2022-11-23T16:02:07.175" v="1"/>
          <ac:spMkLst>
            <pc:docMk/>
            <pc:sldMk cId="1391104995" sldId="285"/>
            <ac:spMk id="1097" creationId="{1492352B-C239-8559-1B7A-81456B26A6F6}"/>
          </ac:spMkLst>
        </pc:spChg>
        <pc:spChg chg="add mod">
          <ac:chgData name="Manreen Kaur" userId="f41825493ab1689e" providerId="LiveId" clId="{1A7136C0-731D-4510-8387-D702D13A694E}" dt="2022-11-23T16:02:07.175" v="1"/>
          <ac:spMkLst>
            <pc:docMk/>
            <pc:sldMk cId="1391104995" sldId="285"/>
            <ac:spMk id="1098" creationId="{C18A34EC-8B6A-E184-C285-CE2F9904584B}"/>
          </ac:spMkLst>
        </pc:spChg>
        <pc:spChg chg="add mod">
          <ac:chgData name="Manreen Kaur" userId="f41825493ab1689e" providerId="LiveId" clId="{1A7136C0-731D-4510-8387-D702D13A694E}" dt="2022-11-23T16:02:07.175" v="1"/>
          <ac:spMkLst>
            <pc:docMk/>
            <pc:sldMk cId="1391104995" sldId="285"/>
            <ac:spMk id="1099" creationId="{A4C2ADC5-6B02-F51D-57AB-93A995F6E899}"/>
          </ac:spMkLst>
        </pc:spChg>
        <pc:spChg chg="add mod">
          <ac:chgData name="Manreen Kaur" userId="f41825493ab1689e" providerId="LiveId" clId="{1A7136C0-731D-4510-8387-D702D13A694E}" dt="2022-11-23T16:02:07.175" v="1"/>
          <ac:spMkLst>
            <pc:docMk/>
            <pc:sldMk cId="1391104995" sldId="285"/>
            <ac:spMk id="1100" creationId="{9B8350F0-0BDF-DB12-A34D-CF8F28BC76C6}"/>
          </ac:spMkLst>
        </pc:spChg>
        <pc:spChg chg="add mod">
          <ac:chgData name="Manreen Kaur" userId="f41825493ab1689e" providerId="LiveId" clId="{1A7136C0-731D-4510-8387-D702D13A694E}" dt="2022-11-23T16:02:07.175" v="1"/>
          <ac:spMkLst>
            <pc:docMk/>
            <pc:sldMk cId="1391104995" sldId="285"/>
            <ac:spMk id="1101" creationId="{76BF5296-06D7-873F-EE29-102F5BC44630}"/>
          </ac:spMkLst>
        </pc:spChg>
        <pc:spChg chg="add mod">
          <ac:chgData name="Manreen Kaur" userId="f41825493ab1689e" providerId="LiveId" clId="{1A7136C0-731D-4510-8387-D702D13A694E}" dt="2022-11-23T16:02:07.175" v="1"/>
          <ac:spMkLst>
            <pc:docMk/>
            <pc:sldMk cId="1391104995" sldId="285"/>
            <ac:spMk id="1102" creationId="{68928606-B1CC-B406-633C-0EC7DB88927C}"/>
          </ac:spMkLst>
        </pc:spChg>
        <pc:spChg chg="add mod">
          <ac:chgData name="Manreen Kaur" userId="f41825493ab1689e" providerId="LiveId" clId="{1A7136C0-731D-4510-8387-D702D13A694E}" dt="2022-11-23T16:02:07.175" v="1"/>
          <ac:spMkLst>
            <pc:docMk/>
            <pc:sldMk cId="1391104995" sldId="285"/>
            <ac:spMk id="1103" creationId="{160886F6-C945-BB7B-6074-C27AD49B5455}"/>
          </ac:spMkLst>
        </pc:spChg>
        <pc:spChg chg="add mod">
          <ac:chgData name="Manreen Kaur" userId="f41825493ab1689e" providerId="LiveId" clId="{1A7136C0-731D-4510-8387-D702D13A694E}" dt="2022-11-23T16:02:07.175" v="1"/>
          <ac:spMkLst>
            <pc:docMk/>
            <pc:sldMk cId="1391104995" sldId="285"/>
            <ac:spMk id="1104" creationId="{76004490-6037-CBC1-1DB2-9445A14C2A79}"/>
          </ac:spMkLst>
        </pc:spChg>
        <pc:spChg chg="add mod">
          <ac:chgData name="Manreen Kaur" userId="f41825493ab1689e" providerId="LiveId" clId="{1A7136C0-731D-4510-8387-D702D13A694E}" dt="2022-11-23T16:02:07.175" v="1"/>
          <ac:spMkLst>
            <pc:docMk/>
            <pc:sldMk cId="1391104995" sldId="285"/>
            <ac:spMk id="1105" creationId="{53C639D5-F53A-C78E-EE9A-6CE33BBB9B16}"/>
          </ac:spMkLst>
        </pc:spChg>
        <pc:spChg chg="add mod">
          <ac:chgData name="Manreen Kaur" userId="f41825493ab1689e" providerId="LiveId" clId="{1A7136C0-731D-4510-8387-D702D13A694E}" dt="2022-11-23T16:02:07.175" v="1"/>
          <ac:spMkLst>
            <pc:docMk/>
            <pc:sldMk cId="1391104995" sldId="285"/>
            <ac:spMk id="1106" creationId="{EFA8BF92-D859-F6EA-87D8-BDA01AF0E5EA}"/>
          </ac:spMkLst>
        </pc:spChg>
        <pc:spChg chg="add mod">
          <ac:chgData name="Manreen Kaur" userId="f41825493ab1689e" providerId="LiveId" clId="{1A7136C0-731D-4510-8387-D702D13A694E}" dt="2022-11-23T16:02:07.175" v="1"/>
          <ac:spMkLst>
            <pc:docMk/>
            <pc:sldMk cId="1391104995" sldId="285"/>
            <ac:spMk id="1107" creationId="{1E29A5CA-A517-9C00-C70D-125FB8A8D3D0}"/>
          </ac:spMkLst>
        </pc:spChg>
        <pc:spChg chg="add mod">
          <ac:chgData name="Manreen Kaur" userId="f41825493ab1689e" providerId="LiveId" clId="{1A7136C0-731D-4510-8387-D702D13A694E}" dt="2022-11-23T16:02:07.175" v="1"/>
          <ac:spMkLst>
            <pc:docMk/>
            <pc:sldMk cId="1391104995" sldId="285"/>
            <ac:spMk id="1108" creationId="{91B10A21-E5AD-F73D-F272-4795791D64EA}"/>
          </ac:spMkLst>
        </pc:spChg>
        <pc:spChg chg="add mod">
          <ac:chgData name="Manreen Kaur" userId="f41825493ab1689e" providerId="LiveId" clId="{1A7136C0-731D-4510-8387-D702D13A694E}" dt="2022-11-23T16:02:07.175" v="1"/>
          <ac:spMkLst>
            <pc:docMk/>
            <pc:sldMk cId="1391104995" sldId="285"/>
            <ac:spMk id="1109" creationId="{82AD3A13-7EF4-5B41-6A3F-A4EF8A152408}"/>
          </ac:spMkLst>
        </pc:spChg>
        <pc:spChg chg="add mod">
          <ac:chgData name="Manreen Kaur" userId="f41825493ab1689e" providerId="LiveId" clId="{1A7136C0-731D-4510-8387-D702D13A694E}" dt="2022-11-23T16:02:07.175" v="1"/>
          <ac:spMkLst>
            <pc:docMk/>
            <pc:sldMk cId="1391104995" sldId="285"/>
            <ac:spMk id="1110" creationId="{82E6ADE7-263A-020A-4A12-AFA4A84257C6}"/>
          </ac:spMkLst>
        </pc:spChg>
        <pc:spChg chg="add mod">
          <ac:chgData name="Manreen Kaur" userId="f41825493ab1689e" providerId="LiveId" clId="{1A7136C0-731D-4510-8387-D702D13A694E}" dt="2022-11-23T16:02:07.175" v="1"/>
          <ac:spMkLst>
            <pc:docMk/>
            <pc:sldMk cId="1391104995" sldId="285"/>
            <ac:spMk id="1111" creationId="{448C0A98-7F6E-75AB-DEDE-4CB61157F346}"/>
          </ac:spMkLst>
        </pc:spChg>
        <pc:spChg chg="add mod">
          <ac:chgData name="Manreen Kaur" userId="f41825493ab1689e" providerId="LiveId" clId="{1A7136C0-731D-4510-8387-D702D13A694E}" dt="2022-11-23T16:02:07.175" v="1"/>
          <ac:spMkLst>
            <pc:docMk/>
            <pc:sldMk cId="1391104995" sldId="285"/>
            <ac:spMk id="1112" creationId="{A7A03437-E456-F61C-E543-39587266E1B1}"/>
          </ac:spMkLst>
        </pc:spChg>
        <pc:spChg chg="add mod">
          <ac:chgData name="Manreen Kaur" userId="f41825493ab1689e" providerId="LiveId" clId="{1A7136C0-731D-4510-8387-D702D13A694E}" dt="2022-11-23T16:02:07.175" v="1"/>
          <ac:spMkLst>
            <pc:docMk/>
            <pc:sldMk cId="1391104995" sldId="285"/>
            <ac:spMk id="1113" creationId="{06CB331C-5123-B537-4FDA-50E9E3EE2482}"/>
          </ac:spMkLst>
        </pc:spChg>
        <pc:spChg chg="add mod">
          <ac:chgData name="Manreen Kaur" userId="f41825493ab1689e" providerId="LiveId" clId="{1A7136C0-731D-4510-8387-D702D13A694E}" dt="2022-11-23T16:02:07.175" v="1"/>
          <ac:spMkLst>
            <pc:docMk/>
            <pc:sldMk cId="1391104995" sldId="285"/>
            <ac:spMk id="1114" creationId="{F1CC487A-E672-0791-69DD-6EC74AC05C50}"/>
          </ac:spMkLst>
        </pc:spChg>
        <pc:spChg chg="add mod">
          <ac:chgData name="Manreen Kaur" userId="f41825493ab1689e" providerId="LiveId" clId="{1A7136C0-731D-4510-8387-D702D13A694E}" dt="2022-11-23T16:02:07.175" v="1"/>
          <ac:spMkLst>
            <pc:docMk/>
            <pc:sldMk cId="1391104995" sldId="285"/>
            <ac:spMk id="1115" creationId="{8C1BD6C6-63D7-AAA8-F8A0-D79CB739284E}"/>
          </ac:spMkLst>
        </pc:spChg>
        <pc:spChg chg="add mod">
          <ac:chgData name="Manreen Kaur" userId="f41825493ab1689e" providerId="LiveId" clId="{1A7136C0-731D-4510-8387-D702D13A694E}" dt="2022-11-23T16:02:07.175" v="1"/>
          <ac:spMkLst>
            <pc:docMk/>
            <pc:sldMk cId="1391104995" sldId="285"/>
            <ac:spMk id="1116" creationId="{BD89C4BB-21F5-AF04-52DC-E0307F968F44}"/>
          </ac:spMkLst>
        </pc:spChg>
        <pc:spChg chg="add mod">
          <ac:chgData name="Manreen Kaur" userId="f41825493ab1689e" providerId="LiveId" clId="{1A7136C0-731D-4510-8387-D702D13A694E}" dt="2022-11-23T16:02:07.175" v="1"/>
          <ac:spMkLst>
            <pc:docMk/>
            <pc:sldMk cId="1391104995" sldId="285"/>
            <ac:spMk id="1117" creationId="{DDC8A2A6-C8E8-3435-FA55-B869D22116A0}"/>
          </ac:spMkLst>
        </pc:spChg>
        <pc:spChg chg="add mod">
          <ac:chgData name="Manreen Kaur" userId="f41825493ab1689e" providerId="LiveId" clId="{1A7136C0-731D-4510-8387-D702D13A694E}" dt="2022-11-23T16:02:07.175" v="1"/>
          <ac:spMkLst>
            <pc:docMk/>
            <pc:sldMk cId="1391104995" sldId="285"/>
            <ac:spMk id="1118" creationId="{190CA929-2A50-7031-0DE2-1F8AF2C580BD}"/>
          </ac:spMkLst>
        </pc:spChg>
        <pc:spChg chg="add mod">
          <ac:chgData name="Manreen Kaur" userId="f41825493ab1689e" providerId="LiveId" clId="{1A7136C0-731D-4510-8387-D702D13A694E}" dt="2022-11-23T16:02:07.175" v="1"/>
          <ac:spMkLst>
            <pc:docMk/>
            <pc:sldMk cId="1391104995" sldId="285"/>
            <ac:spMk id="1119" creationId="{FCD57107-1538-5FAE-B89C-C5F98DD09753}"/>
          </ac:spMkLst>
        </pc:spChg>
        <pc:spChg chg="add mod">
          <ac:chgData name="Manreen Kaur" userId="f41825493ab1689e" providerId="LiveId" clId="{1A7136C0-731D-4510-8387-D702D13A694E}" dt="2022-11-23T16:02:07.175" v="1"/>
          <ac:spMkLst>
            <pc:docMk/>
            <pc:sldMk cId="1391104995" sldId="285"/>
            <ac:spMk id="1120" creationId="{7A0C538A-D2A9-5B44-DAE3-582BB4845BD4}"/>
          </ac:spMkLst>
        </pc:spChg>
        <pc:spChg chg="add mod">
          <ac:chgData name="Manreen Kaur" userId="f41825493ab1689e" providerId="LiveId" clId="{1A7136C0-731D-4510-8387-D702D13A694E}" dt="2022-11-23T16:02:07.175" v="1"/>
          <ac:spMkLst>
            <pc:docMk/>
            <pc:sldMk cId="1391104995" sldId="285"/>
            <ac:spMk id="1121" creationId="{1A518FD6-FCAE-0B8C-E953-7035BBD0B352}"/>
          </ac:spMkLst>
        </pc:spChg>
        <pc:spChg chg="add mod">
          <ac:chgData name="Manreen Kaur" userId="f41825493ab1689e" providerId="LiveId" clId="{1A7136C0-731D-4510-8387-D702D13A694E}" dt="2022-11-23T16:02:07.175" v="1"/>
          <ac:spMkLst>
            <pc:docMk/>
            <pc:sldMk cId="1391104995" sldId="285"/>
            <ac:spMk id="1122" creationId="{D8A8742E-AB63-8980-CA71-D2904DBE1E30}"/>
          </ac:spMkLst>
        </pc:spChg>
        <pc:spChg chg="add mod">
          <ac:chgData name="Manreen Kaur" userId="f41825493ab1689e" providerId="LiveId" clId="{1A7136C0-731D-4510-8387-D702D13A694E}" dt="2022-11-23T16:02:07.175" v="1"/>
          <ac:spMkLst>
            <pc:docMk/>
            <pc:sldMk cId="1391104995" sldId="285"/>
            <ac:spMk id="1123" creationId="{B4A4F85F-C110-650D-2CD9-AE9BFF16F913}"/>
          </ac:spMkLst>
        </pc:spChg>
        <pc:spChg chg="add mod">
          <ac:chgData name="Manreen Kaur" userId="f41825493ab1689e" providerId="LiveId" clId="{1A7136C0-731D-4510-8387-D702D13A694E}" dt="2022-11-23T16:02:07.175" v="1"/>
          <ac:spMkLst>
            <pc:docMk/>
            <pc:sldMk cId="1391104995" sldId="285"/>
            <ac:spMk id="1124" creationId="{19184C3D-E877-0AE7-3AAD-2380A7D2C8B3}"/>
          </ac:spMkLst>
        </pc:spChg>
        <pc:spChg chg="add mod">
          <ac:chgData name="Manreen Kaur" userId="f41825493ab1689e" providerId="LiveId" clId="{1A7136C0-731D-4510-8387-D702D13A694E}" dt="2022-11-23T16:02:07.175" v="1"/>
          <ac:spMkLst>
            <pc:docMk/>
            <pc:sldMk cId="1391104995" sldId="285"/>
            <ac:spMk id="1125" creationId="{89D9F347-BFA2-A63A-1BD2-2B0612A8B339}"/>
          </ac:spMkLst>
        </pc:spChg>
        <pc:spChg chg="add mod">
          <ac:chgData name="Manreen Kaur" userId="f41825493ab1689e" providerId="LiveId" clId="{1A7136C0-731D-4510-8387-D702D13A694E}" dt="2022-11-23T16:02:07.175" v="1"/>
          <ac:spMkLst>
            <pc:docMk/>
            <pc:sldMk cId="1391104995" sldId="285"/>
            <ac:spMk id="1126" creationId="{445D83F6-0F74-A79E-F0A3-6E5B8F6A2BF9}"/>
          </ac:spMkLst>
        </pc:spChg>
        <pc:spChg chg="add mod">
          <ac:chgData name="Manreen Kaur" userId="f41825493ab1689e" providerId="LiveId" clId="{1A7136C0-731D-4510-8387-D702D13A694E}" dt="2022-11-23T16:02:07.175" v="1"/>
          <ac:spMkLst>
            <pc:docMk/>
            <pc:sldMk cId="1391104995" sldId="285"/>
            <ac:spMk id="1127" creationId="{926BA3EE-D1F7-495B-34C7-145DBBE2CF8E}"/>
          </ac:spMkLst>
        </pc:spChg>
        <pc:spChg chg="add mod">
          <ac:chgData name="Manreen Kaur" userId="f41825493ab1689e" providerId="LiveId" clId="{1A7136C0-731D-4510-8387-D702D13A694E}" dt="2022-11-23T16:02:07.175" v="1"/>
          <ac:spMkLst>
            <pc:docMk/>
            <pc:sldMk cId="1391104995" sldId="285"/>
            <ac:spMk id="1128" creationId="{D0073862-6A62-76E8-6FCC-AE7D9962D394}"/>
          </ac:spMkLst>
        </pc:spChg>
        <pc:spChg chg="add mod">
          <ac:chgData name="Manreen Kaur" userId="f41825493ab1689e" providerId="LiveId" clId="{1A7136C0-731D-4510-8387-D702D13A694E}" dt="2022-11-23T16:02:07.175" v="1"/>
          <ac:spMkLst>
            <pc:docMk/>
            <pc:sldMk cId="1391104995" sldId="285"/>
            <ac:spMk id="1129" creationId="{30C1D282-2F1B-905A-BDDD-3C87220A35A9}"/>
          </ac:spMkLst>
        </pc:spChg>
        <pc:spChg chg="add mod">
          <ac:chgData name="Manreen Kaur" userId="f41825493ab1689e" providerId="LiveId" clId="{1A7136C0-731D-4510-8387-D702D13A694E}" dt="2022-11-23T16:02:07.175" v="1"/>
          <ac:spMkLst>
            <pc:docMk/>
            <pc:sldMk cId="1391104995" sldId="285"/>
            <ac:spMk id="1130" creationId="{6936A4D4-A23D-5B4A-E907-29745F2EF6D0}"/>
          </ac:spMkLst>
        </pc:spChg>
        <pc:spChg chg="add mod">
          <ac:chgData name="Manreen Kaur" userId="f41825493ab1689e" providerId="LiveId" clId="{1A7136C0-731D-4510-8387-D702D13A694E}" dt="2022-11-23T16:02:07.175" v="1"/>
          <ac:spMkLst>
            <pc:docMk/>
            <pc:sldMk cId="1391104995" sldId="285"/>
            <ac:spMk id="1131" creationId="{545CD003-51D1-2513-7373-97386513E099}"/>
          </ac:spMkLst>
        </pc:spChg>
        <pc:spChg chg="add mod">
          <ac:chgData name="Manreen Kaur" userId="f41825493ab1689e" providerId="LiveId" clId="{1A7136C0-731D-4510-8387-D702D13A694E}" dt="2022-11-23T16:02:07.175" v="1"/>
          <ac:spMkLst>
            <pc:docMk/>
            <pc:sldMk cId="1391104995" sldId="285"/>
            <ac:spMk id="1132" creationId="{02B093DC-E61E-6308-143F-74ABE1A92DDE}"/>
          </ac:spMkLst>
        </pc:spChg>
        <pc:spChg chg="add mod">
          <ac:chgData name="Manreen Kaur" userId="f41825493ab1689e" providerId="LiveId" clId="{1A7136C0-731D-4510-8387-D702D13A694E}" dt="2022-11-23T16:02:07.175" v="1"/>
          <ac:spMkLst>
            <pc:docMk/>
            <pc:sldMk cId="1391104995" sldId="285"/>
            <ac:spMk id="1133" creationId="{26C926AC-7008-522F-DF68-74AB3171C2B1}"/>
          </ac:spMkLst>
        </pc:spChg>
        <pc:spChg chg="add mod">
          <ac:chgData name="Manreen Kaur" userId="f41825493ab1689e" providerId="LiveId" clId="{1A7136C0-731D-4510-8387-D702D13A694E}" dt="2022-11-23T16:02:07.175" v="1"/>
          <ac:spMkLst>
            <pc:docMk/>
            <pc:sldMk cId="1391104995" sldId="285"/>
            <ac:spMk id="1134" creationId="{CD12DA33-7FA9-0845-18C3-523425B71E1B}"/>
          </ac:spMkLst>
        </pc:spChg>
        <pc:spChg chg="add mod">
          <ac:chgData name="Manreen Kaur" userId="f41825493ab1689e" providerId="LiveId" clId="{1A7136C0-731D-4510-8387-D702D13A694E}" dt="2022-11-23T16:02:07.175" v="1"/>
          <ac:spMkLst>
            <pc:docMk/>
            <pc:sldMk cId="1391104995" sldId="285"/>
            <ac:spMk id="1135" creationId="{B84875E6-F1FD-F4B8-7752-D11E2D6EBAC3}"/>
          </ac:spMkLst>
        </pc:spChg>
        <pc:spChg chg="add mod">
          <ac:chgData name="Manreen Kaur" userId="f41825493ab1689e" providerId="LiveId" clId="{1A7136C0-731D-4510-8387-D702D13A694E}" dt="2022-11-23T16:02:07.175" v="1"/>
          <ac:spMkLst>
            <pc:docMk/>
            <pc:sldMk cId="1391104995" sldId="285"/>
            <ac:spMk id="1136" creationId="{B2121BCF-EC6F-FE39-D001-10F9049D3B82}"/>
          </ac:spMkLst>
        </pc:spChg>
        <pc:spChg chg="add mod">
          <ac:chgData name="Manreen Kaur" userId="f41825493ab1689e" providerId="LiveId" clId="{1A7136C0-731D-4510-8387-D702D13A694E}" dt="2022-11-23T16:02:07.175" v="1"/>
          <ac:spMkLst>
            <pc:docMk/>
            <pc:sldMk cId="1391104995" sldId="285"/>
            <ac:spMk id="1137" creationId="{EA48DF1D-A400-488B-234F-542AE0633574}"/>
          </ac:spMkLst>
        </pc:spChg>
        <pc:spChg chg="add mod">
          <ac:chgData name="Manreen Kaur" userId="f41825493ab1689e" providerId="LiveId" clId="{1A7136C0-731D-4510-8387-D702D13A694E}" dt="2022-11-23T16:02:07.175" v="1"/>
          <ac:spMkLst>
            <pc:docMk/>
            <pc:sldMk cId="1391104995" sldId="285"/>
            <ac:spMk id="1138" creationId="{6E276DFC-3EF5-C9D3-34A3-31BEFAF44291}"/>
          </ac:spMkLst>
        </pc:spChg>
        <pc:spChg chg="add mod">
          <ac:chgData name="Manreen Kaur" userId="f41825493ab1689e" providerId="LiveId" clId="{1A7136C0-731D-4510-8387-D702D13A694E}" dt="2022-11-23T16:02:07.175" v="1"/>
          <ac:spMkLst>
            <pc:docMk/>
            <pc:sldMk cId="1391104995" sldId="285"/>
            <ac:spMk id="1139" creationId="{FDF8D3AD-A655-8420-47C0-E34DCAA23A1E}"/>
          </ac:spMkLst>
        </pc:spChg>
        <pc:spChg chg="add mod">
          <ac:chgData name="Manreen Kaur" userId="f41825493ab1689e" providerId="LiveId" clId="{1A7136C0-731D-4510-8387-D702D13A694E}" dt="2022-11-23T16:02:07.175" v="1"/>
          <ac:spMkLst>
            <pc:docMk/>
            <pc:sldMk cId="1391104995" sldId="285"/>
            <ac:spMk id="1140" creationId="{07F72A54-F9E8-872C-C0DD-35EF3312CEFE}"/>
          </ac:spMkLst>
        </pc:spChg>
        <pc:spChg chg="add mod">
          <ac:chgData name="Manreen Kaur" userId="f41825493ab1689e" providerId="LiveId" clId="{1A7136C0-731D-4510-8387-D702D13A694E}" dt="2022-11-23T16:02:07.175" v="1"/>
          <ac:spMkLst>
            <pc:docMk/>
            <pc:sldMk cId="1391104995" sldId="285"/>
            <ac:spMk id="1141" creationId="{15D1EF92-5CB6-35F9-FD13-9E04CA733A7C}"/>
          </ac:spMkLst>
        </pc:spChg>
        <pc:grpChg chg="del">
          <ac:chgData name="Manreen Kaur" userId="f41825493ab1689e" providerId="LiveId" clId="{1A7136C0-731D-4510-8387-D702D13A694E}" dt="2022-11-23T16:02:05.496" v="0" actId="478"/>
          <ac:grpSpMkLst>
            <pc:docMk/>
            <pc:sldMk cId="1391104995" sldId="285"/>
            <ac:grpSpMk id="3" creationId="{21081F89-DBF1-9D44-2AC5-A11BDEA1691A}"/>
          </ac:grpSpMkLst>
        </pc:grpChg>
        <pc:grpChg chg="add mod">
          <ac:chgData name="Manreen Kaur" userId="f41825493ab1689e" providerId="LiveId" clId="{1A7136C0-731D-4510-8387-D702D13A694E}" dt="2022-11-23T16:02:14.985" v="3" actId="1076"/>
          <ac:grpSpMkLst>
            <pc:docMk/>
            <pc:sldMk cId="1391104995" sldId="285"/>
            <ac:grpSpMk id="8" creationId="{044BFD27-0655-16AC-F74A-53C2D678949A}"/>
          </ac:grpSpMkLst>
        </pc:grpChg>
        <pc:cxnChg chg="mod">
          <ac:chgData name="Manreen Kaur" userId="f41825493ab1689e" providerId="LiveId" clId="{1A7136C0-731D-4510-8387-D702D13A694E}" dt="2022-11-24T09:38:44.365" v="2538" actId="14100"/>
          <ac:cxnSpMkLst>
            <pc:docMk/>
            <pc:sldMk cId="1391104995" sldId="285"/>
            <ac:cxnSpMk id="23" creationId="{DEE04036-0C90-C392-99AE-E6A152D5CA73}"/>
          </ac:cxnSpMkLst>
        </pc:cxnChg>
      </pc:sldChg>
      <pc:sldChg chg="addSp delSp modSp mod modTransition modAnim">
        <pc:chgData name="Manreen Kaur" userId="f41825493ab1689e" providerId="LiveId" clId="{1A7136C0-731D-4510-8387-D702D13A694E}" dt="2022-11-24T10:16:31.188" v="2855"/>
        <pc:sldMkLst>
          <pc:docMk/>
          <pc:sldMk cId="3308512315" sldId="286"/>
        </pc:sldMkLst>
        <pc:spChg chg="add del mod">
          <ac:chgData name="Manreen Kaur" userId="f41825493ab1689e" providerId="LiveId" clId="{1A7136C0-731D-4510-8387-D702D13A694E}" dt="2022-11-24T09:41:58.360" v="2560" actId="1076"/>
          <ac:spMkLst>
            <pc:docMk/>
            <pc:sldMk cId="3308512315" sldId="286"/>
            <ac:spMk id="2" creationId="{71D4EC4C-71FB-43D5-E0CA-D6AE489EF042}"/>
          </ac:spMkLst>
        </pc:spChg>
        <pc:spChg chg="del mod">
          <ac:chgData name="Manreen Kaur" userId="f41825493ab1689e" providerId="LiveId" clId="{1A7136C0-731D-4510-8387-D702D13A694E}" dt="2022-11-24T09:41:47.386" v="2558" actId="478"/>
          <ac:spMkLst>
            <pc:docMk/>
            <pc:sldMk cId="3308512315" sldId="286"/>
            <ac:spMk id="13" creationId="{E8BB6884-FCA9-584E-4815-BA5B30B367BA}"/>
          </ac:spMkLst>
        </pc:spChg>
        <pc:cxnChg chg="mod">
          <ac:chgData name="Manreen Kaur" userId="f41825493ab1689e" providerId="LiveId" clId="{1A7136C0-731D-4510-8387-D702D13A694E}" dt="2022-11-24T09:42:03.642" v="2561" actId="14100"/>
          <ac:cxnSpMkLst>
            <pc:docMk/>
            <pc:sldMk cId="3308512315" sldId="286"/>
            <ac:cxnSpMk id="23" creationId="{DEE04036-0C90-C392-99AE-E6A152D5CA73}"/>
          </ac:cxnSpMkLst>
        </pc:cxnChg>
      </pc:sldChg>
      <pc:sldChg chg="modSp mod modTransition modAnim">
        <pc:chgData name="Manreen Kaur" userId="f41825493ab1689e" providerId="LiveId" clId="{1A7136C0-731D-4510-8387-D702D13A694E}" dt="2022-11-24T10:16:36.807" v="2856"/>
        <pc:sldMkLst>
          <pc:docMk/>
          <pc:sldMk cId="3123466445" sldId="293"/>
        </pc:sldMkLst>
        <pc:spChg chg="mod">
          <ac:chgData name="Manreen Kaur" userId="f41825493ab1689e" providerId="LiveId" clId="{1A7136C0-731D-4510-8387-D702D13A694E}" dt="2022-11-24T09:42:40.608" v="2569" actId="1076"/>
          <ac:spMkLst>
            <pc:docMk/>
            <pc:sldMk cId="3123466445" sldId="293"/>
            <ac:spMk id="2" creationId="{71D4EC4C-71FB-43D5-E0CA-D6AE489EF042}"/>
          </ac:spMkLst>
        </pc:spChg>
        <pc:cxnChg chg="mod">
          <ac:chgData name="Manreen Kaur" userId="f41825493ab1689e" providerId="LiveId" clId="{1A7136C0-731D-4510-8387-D702D13A694E}" dt="2022-11-24T09:42:47.690" v="2570" actId="14100"/>
          <ac:cxnSpMkLst>
            <pc:docMk/>
            <pc:sldMk cId="3123466445" sldId="293"/>
            <ac:cxnSpMk id="23" creationId="{DEE04036-0C90-C392-99AE-E6A152D5CA73}"/>
          </ac:cxnSpMkLst>
        </pc:cxnChg>
      </pc:sldChg>
      <pc:sldChg chg="modSp mod modTransition modAnim">
        <pc:chgData name="Manreen Kaur" userId="f41825493ab1689e" providerId="LiveId" clId="{1A7136C0-731D-4510-8387-D702D13A694E}" dt="2022-11-24T10:16:42.832" v="2857"/>
        <pc:sldMkLst>
          <pc:docMk/>
          <pc:sldMk cId="2322501421" sldId="294"/>
        </pc:sldMkLst>
        <pc:spChg chg="mod">
          <ac:chgData name="Manreen Kaur" userId="f41825493ab1689e" providerId="LiveId" clId="{1A7136C0-731D-4510-8387-D702D13A694E}" dt="2022-11-24T09:43:17.879" v="2575" actId="14100"/>
          <ac:spMkLst>
            <pc:docMk/>
            <pc:sldMk cId="2322501421" sldId="294"/>
            <ac:spMk id="2" creationId="{71D4EC4C-71FB-43D5-E0CA-D6AE489EF042}"/>
          </ac:spMkLst>
        </pc:spChg>
        <pc:cxnChg chg="mod">
          <ac:chgData name="Manreen Kaur" userId="f41825493ab1689e" providerId="LiveId" clId="{1A7136C0-731D-4510-8387-D702D13A694E}" dt="2022-11-24T09:43:03.769" v="2572" actId="1076"/>
          <ac:cxnSpMkLst>
            <pc:docMk/>
            <pc:sldMk cId="2322501421" sldId="294"/>
            <ac:cxnSpMk id="23" creationId="{DEE04036-0C90-C392-99AE-E6A152D5CA73}"/>
          </ac:cxnSpMkLst>
        </pc:cxnChg>
      </pc:sldChg>
      <pc:sldChg chg="modSp mod modTransition modAnim">
        <pc:chgData name="Manreen Kaur" userId="f41825493ab1689e" providerId="LiveId" clId="{1A7136C0-731D-4510-8387-D702D13A694E}" dt="2022-11-24T10:16:49.240" v="2858"/>
        <pc:sldMkLst>
          <pc:docMk/>
          <pc:sldMk cId="350718523" sldId="295"/>
        </pc:sldMkLst>
        <pc:spChg chg="mod">
          <ac:chgData name="Manreen Kaur" userId="f41825493ab1689e" providerId="LiveId" clId="{1A7136C0-731D-4510-8387-D702D13A694E}" dt="2022-11-24T09:43:44.355" v="2580" actId="1076"/>
          <ac:spMkLst>
            <pc:docMk/>
            <pc:sldMk cId="350718523" sldId="295"/>
            <ac:spMk id="2" creationId="{71D4EC4C-71FB-43D5-E0CA-D6AE489EF042}"/>
          </ac:spMkLst>
        </pc:spChg>
        <pc:cxnChg chg="mod">
          <ac:chgData name="Manreen Kaur" userId="f41825493ab1689e" providerId="LiveId" clId="{1A7136C0-731D-4510-8387-D702D13A694E}" dt="2022-11-24T09:43:30.877" v="2577" actId="1076"/>
          <ac:cxnSpMkLst>
            <pc:docMk/>
            <pc:sldMk cId="350718523" sldId="295"/>
            <ac:cxnSpMk id="23" creationId="{DEE04036-0C90-C392-99AE-E6A152D5CA73}"/>
          </ac:cxnSpMkLst>
        </pc:cxnChg>
      </pc:sldChg>
      <pc:sldChg chg="modSp mod modTransition modAnim">
        <pc:chgData name="Manreen Kaur" userId="f41825493ab1689e" providerId="LiveId" clId="{1A7136C0-731D-4510-8387-D702D13A694E}" dt="2022-11-24T10:16:54.676" v="2859"/>
        <pc:sldMkLst>
          <pc:docMk/>
          <pc:sldMk cId="269952672" sldId="296"/>
        </pc:sldMkLst>
        <pc:spChg chg="mod">
          <ac:chgData name="Manreen Kaur" userId="f41825493ab1689e" providerId="LiveId" clId="{1A7136C0-731D-4510-8387-D702D13A694E}" dt="2022-11-24T09:44:04.006" v="2584" actId="1076"/>
          <ac:spMkLst>
            <pc:docMk/>
            <pc:sldMk cId="269952672" sldId="296"/>
            <ac:spMk id="2" creationId="{71D4EC4C-71FB-43D5-E0CA-D6AE489EF042}"/>
          </ac:spMkLst>
        </pc:spChg>
        <pc:cxnChg chg="mod">
          <ac:chgData name="Manreen Kaur" userId="f41825493ab1689e" providerId="LiveId" clId="{1A7136C0-731D-4510-8387-D702D13A694E}" dt="2022-11-24T09:43:54.360" v="2582" actId="1076"/>
          <ac:cxnSpMkLst>
            <pc:docMk/>
            <pc:sldMk cId="269952672" sldId="296"/>
            <ac:cxnSpMk id="23" creationId="{DEE04036-0C90-C392-99AE-E6A152D5CA73}"/>
          </ac:cxnSpMkLst>
        </pc:cxnChg>
      </pc:sldChg>
      <pc:sldChg chg="modSp mod modTransition modAnim">
        <pc:chgData name="Manreen Kaur" userId="f41825493ab1689e" providerId="LiveId" clId="{1A7136C0-731D-4510-8387-D702D13A694E}" dt="2022-11-24T10:17:01.036" v="2860"/>
        <pc:sldMkLst>
          <pc:docMk/>
          <pc:sldMk cId="1841504966" sldId="297"/>
        </pc:sldMkLst>
        <pc:spChg chg="mod">
          <ac:chgData name="Manreen Kaur" userId="f41825493ab1689e" providerId="LiveId" clId="{1A7136C0-731D-4510-8387-D702D13A694E}" dt="2022-11-24T09:44:33.550" v="2589" actId="1076"/>
          <ac:spMkLst>
            <pc:docMk/>
            <pc:sldMk cId="1841504966" sldId="297"/>
            <ac:spMk id="2" creationId="{71D4EC4C-71FB-43D5-E0CA-D6AE489EF042}"/>
          </ac:spMkLst>
        </pc:spChg>
        <pc:cxnChg chg="mod">
          <ac:chgData name="Manreen Kaur" userId="f41825493ab1689e" providerId="LiveId" clId="{1A7136C0-731D-4510-8387-D702D13A694E}" dt="2022-11-24T09:44:20.286" v="2586" actId="1076"/>
          <ac:cxnSpMkLst>
            <pc:docMk/>
            <pc:sldMk cId="1841504966" sldId="297"/>
            <ac:cxnSpMk id="23" creationId="{DEE04036-0C90-C392-99AE-E6A152D5CA73}"/>
          </ac:cxnSpMkLst>
        </pc:cxnChg>
      </pc:sldChg>
      <pc:sldChg chg="modSp mod modTransition modAnim">
        <pc:chgData name="Manreen Kaur" userId="f41825493ab1689e" providerId="LiveId" clId="{1A7136C0-731D-4510-8387-D702D13A694E}" dt="2022-11-24T10:17:07.255" v="2861"/>
        <pc:sldMkLst>
          <pc:docMk/>
          <pc:sldMk cId="516125099" sldId="298"/>
        </pc:sldMkLst>
        <pc:spChg chg="mod">
          <ac:chgData name="Manreen Kaur" userId="f41825493ab1689e" providerId="LiveId" clId="{1A7136C0-731D-4510-8387-D702D13A694E}" dt="2022-11-24T09:45:04.292" v="2594" actId="1076"/>
          <ac:spMkLst>
            <pc:docMk/>
            <pc:sldMk cId="516125099" sldId="298"/>
            <ac:spMk id="2" creationId="{71D4EC4C-71FB-43D5-E0CA-D6AE489EF042}"/>
          </ac:spMkLst>
        </pc:spChg>
        <pc:cxnChg chg="mod">
          <ac:chgData name="Manreen Kaur" userId="f41825493ab1689e" providerId="LiveId" clId="{1A7136C0-731D-4510-8387-D702D13A694E}" dt="2022-11-24T09:44:50.800" v="2591" actId="14100"/>
          <ac:cxnSpMkLst>
            <pc:docMk/>
            <pc:sldMk cId="516125099" sldId="298"/>
            <ac:cxnSpMk id="23" creationId="{DEE04036-0C90-C392-99AE-E6A152D5CA73}"/>
          </ac:cxnSpMkLst>
        </pc:cxnChg>
      </pc:sldChg>
      <pc:sldChg chg="modSp mod modTransition modAnim">
        <pc:chgData name="Manreen Kaur" userId="f41825493ab1689e" providerId="LiveId" clId="{1A7136C0-731D-4510-8387-D702D13A694E}" dt="2022-11-24T10:17:11.954" v="2862"/>
        <pc:sldMkLst>
          <pc:docMk/>
          <pc:sldMk cId="1940412246" sldId="299"/>
        </pc:sldMkLst>
        <pc:spChg chg="mod">
          <ac:chgData name="Manreen Kaur" userId="f41825493ab1689e" providerId="LiveId" clId="{1A7136C0-731D-4510-8387-D702D13A694E}" dt="2022-11-24T09:45:23.498" v="2599" actId="1076"/>
          <ac:spMkLst>
            <pc:docMk/>
            <pc:sldMk cId="1940412246" sldId="299"/>
            <ac:spMk id="2" creationId="{71D4EC4C-71FB-43D5-E0CA-D6AE489EF042}"/>
          </ac:spMkLst>
        </pc:spChg>
        <pc:cxnChg chg="mod">
          <ac:chgData name="Manreen Kaur" userId="f41825493ab1689e" providerId="LiveId" clId="{1A7136C0-731D-4510-8387-D702D13A694E}" dt="2022-11-24T09:45:14.469" v="2596" actId="1076"/>
          <ac:cxnSpMkLst>
            <pc:docMk/>
            <pc:sldMk cId="1940412246" sldId="299"/>
            <ac:cxnSpMk id="23" creationId="{DEE04036-0C90-C392-99AE-E6A152D5CA73}"/>
          </ac:cxnSpMkLst>
        </pc:cxnChg>
      </pc:sldChg>
      <pc:sldChg chg="addSp delSp modSp mod modTransition modAnim">
        <pc:chgData name="Manreen Kaur" userId="f41825493ab1689e" providerId="LiveId" clId="{1A7136C0-731D-4510-8387-D702D13A694E}" dt="2022-11-24T10:17:17.219" v="2863"/>
        <pc:sldMkLst>
          <pc:docMk/>
          <pc:sldMk cId="1548144396" sldId="300"/>
        </pc:sldMkLst>
        <pc:spChg chg="mod">
          <ac:chgData name="Manreen Kaur" userId="f41825493ab1689e" providerId="LiveId" clId="{1A7136C0-731D-4510-8387-D702D13A694E}" dt="2022-11-24T09:45:48.381" v="2604" actId="1076"/>
          <ac:spMkLst>
            <pc:docMk/>
            <pc:sldMk cId="1548144396" sldId="300"/>
            <ac:spMk id="2" creationId="{71D4EC4C-71FB-43D5-E0CA-D6AE489EF042}"/>
          </ac:spMkLst>
        </pc:spChg>
        <pc:spChg chg="add del mod">
          <ac:chgData name="Manreen Kaur" userId="f41825493ab1689e" providerId="LiveId" clId="{1A7136C0-731D-4510-8387-D702D13A694E}" dt="2022-11-23T16:02:34.394" v="8" actId="478"/>
          <ac:spMkLst>
            <pc:docMk/>
            <pc:sldMk cId="1548144396" sldId="300"/>
            <ac:spMk id="8" creationId="{ABFB6D72-95D1-96B4-090E-CD4A926A2C5A}"/>
          </ac:spMkLst>
        </pc:spChg>
        <pc:spChg chg="add mod">
          <ac:chgData name="Manreen Kaur" userId="f41825493ab1689e" providerId="LiveId" clId="{1A7136C0-731D-4510-8387-D702D13A694E}" dt="2022-11-23T16:02:43.610" v="9"/>
          <ac:spMkLst>
            <pc:docMk/>
            <pc:sldMk cId="1548144396" sldId="300"/>
            <ac:spMk id="11" creationId="{1FF119A7-7C30-7A40-E69A-689603E3A456}"/>
          </ac:spMkLst>
        </pc:spChg>
        <pc:spChg chg="add mod">
          <ac:chgData name="Manreen Kaur" userId="f41825493ab1689e" providerId="LiveId" clId="{1A7136C0-731D-4510-8387-D702D13A694E}" dt="2022-11-23T16:02:43.610" v="9"/>
          <ac:spMkLst>
            <pc:docMk/>
            <pc:sldMk cId="1548144396" sldId="300"/>
            <ac:spMk id="13" creationId="{AE7198DA-2820-A4A1-0B9B-BA3433A7EDF0}"/>
          </ac:spMkLst>
        </pc:spChg>
        <pc:spChg chg="add mod">
          <ac:chgData name="Manreen Kaur" userId="f41825493ab1689e" providerId="LiveId" clId="{1A7136C0-731D-4510-8387-D702D13A694E}" dt="2022-11-23T16:02:43.610" v="9"/>
          <ac:spMkLst>
            <pc:docMk/>
            <pc:sldMk cId="1548144396" sldId="300"/>
            <ac:spMk id="16" creationId="{978CE646-412C-BF6E-3951-C8B1954557FE}"/>
          </ac:spMkLst>
        </pc:spChg>
        <pc:spChg chg="add mod">
          <ac:chgData name="Manreen Kaur" userId="f41825493ab1689e" providerId="LiveId" clId="{1A7136C0-731D-4510-8387-D702D13A694E}" dt="2022-11-23T16:02:43.610" v="9"/>
          <ac:spMkLst>
            <pc:docMk/>
            <pc:sldMk cId="1548144396" sldId="300"/>
            <ac:spMk id="18" creationId="{67358365-FE9F-E260-963D-353A228ED2EB}"/>
          </ac:spMkLst>
        </pc:spChg>
        <pc:spChg chg="add mod">
          <ac:chgData name="Manreen Kaur" userId="f41825493ab1689e" providerId="LiveId" clId="{1A7136C0-731D-4510-8387-D702D13A694E}" dt="2022-11-23T16:02:43.610" v="9"/>
          <ac:spMkLst>
            <pc:docMk/>
            <pc:sldMk cId="1548144396" sldId="300"/>
            <ac:spMk id="19" creationId="{635449D1-5736-73BF-4DC8-BA9A162FFD85}"/>
          </ac:spMkLst>
        </pc:spChg>
        <pc:spChg chg="add mod">
          <ac:chgData name="Manreen Kaur" userId="f41825493ab1689e" providerId="LiveId" clId="{1A7136C0-731D-4510-8387-D702D13A694E}" dt="2022-11-23T16:02:43.610" v="9"/>
          <ac:spMkLst>
            <pc:docMk/>
            <pc:sldMk cId="1548144396" sldId="300"/>
            <ac:spMk id="20" creationId="{B8CC844F-1449-73A5-EAF5-6C31159B64BD}"/>
          </ac:spMkLst>
        </pc:spChg>
        <pc:spChg chg="add mod">
          <ac:chgData name="Manreen Kaur" userId="f41825493ab1689e" providerId="LiveId" clId="{1A7136C0-731D-4510-8387-D702D13A694E}" dt="2022-11-23T16:02:43.610" v="9"/>
          <ac:spMkLst>
            <pc:docMk/>
            <pc:sldMk cId="1548144396" sldId="300"/>
            <ac:spMk id="21" creationId="{ADFC4BF6-77E7-EA4F-C0A3-533ACF169F8E}"/>
          </ac:spMkLst>
        </pc:spChg>
        <pc:spChg chg="add mod">
          <ac:chgData name="Manreen Kaur" userId="f41825493ab1689e" providerId="LiveId" clId="{1A7136C0-731D-4510-8387-D702D13A694E}" dt="2022-11-23T16:02:43.610" v="9"/>
          <ac:spMkLst>
            <pc:docMk/>
            <pc:sldMk cId="1548144396" sldId="300"/>
            <ac:spMk id="22" creationId="{EDFE35BC-35E2-FD8B-56B9-C66432F43AC9}"/>
          </ac:spMkLst>
        </pc:spChg>
        <pc:spChg chg="add mod">
          <ac:chgData name="Manreen Kaur" userId="f41825493ab1689e" providerId="LiveId" clId="{1A7136C0-731D-4510-8387-D702D13A694E}" dt="2022-11-23T16:02:43.610" v="9"/>
          <ac:spMkLst>
            <pc:docMk/>
            <pc:sldMk cId="1548144396" sldId="300"/>
            <ac:spMk id="1026" creationId="{656A2ED1-2BF2-BD2D-1808-137EBA302B95}"/>
          </ac:spMkLst>
        </pc:spChg>
        <pc:spChg chg="add mod">
          <ac:chgData name="Manreen Kaur" userId="f41825493ab1689e" providerId="LiveId" clId="{1A7136C0-731D-4510-8387-D702D13A694E}" dt="2022-11-23T16:02:43.610" v="9"/>
          <ac:spMkLst>
            <pc:docMk/>
            <pc:sldMk cId="1548144396" sldId="300"/>
            <ac:spMk id="1059" creationId="{033CEF2F-834F-8FEF-E00E-2F694ECC421B}"/>
          </ac:spMkLst>
        </pc:spChg>
        <pc:spChg chg="add mod">
          <ac:chgData name="Manreen Kaur" userId="f41825493ab1689e" providerId="LiveId" clId="{1A7136C0-731D-4510-8387-D702D13A694E}" dt="2022-11-23T16:02:43.610" v="9"/>
          <ac:spMkLst>
            <pc:docMk/>
            <pc:sldMk cId="1548144396" sldId="300"/>
            <ac:spMk id="1060" creationId="{0515E88B-8990-3FD9-0903-B6AC73D8E66E}"/>
          </ac:spMkLst>
        </pc:spChg>
        <pc:spChg chg="add mod">
          <ac:chgData name="Manreen Kaur" userId="f41825493ab1689e" providerId="LiveId" clId="{1A7136C0-731D-4510-8387-D702D13A694E}" dt="2022-11-23T16:02:43.610" v="9"/>
          <ac:spMkLst>
            <pc:docMk/>
            <pc:sldMk cId="1548144396" sldId="300"/>
            <ac:spMk id="1061" creationId="{23CEE1D6-E629-A264-B961-8FD4129A5A58}"/>
          </ac:spMkLst>
        </pc:spChg>
        <pc:spChg chg="add mod">
          <ac:chgData name="Manreen Kaur" userId="f41825493ab1689e" providerId="LiveId" clId="{1A7136C0-731D-4510-8387-D702D13A694E}" dt="2022-11-23T16:02:43.610" v="9"/>
          <ac:spMkLst>
            <pc:docMk/>
            <pc:sldMk cId="1548144396" sldId="300"/>
            <ac:spMk id="1062" creationId="{97372717-390C-1687-AD6A-77851462803F}"/>
          </ac:spMkLst>
        </pc:spChg>
        <pc:spChg chg="add mod">
          <ac:chgData name="Manreen Kaur" userId="f41825493ab1689e" providerId="LiveId" clId="{1A7136C0-731D-4510-8387-D702D13A694E}" dt="2022-11-23T16:02:43.610" v="9"/>
          <ac:spMkLst>
            <pc:docMk/>
            <pc:sldMk cId="1548144396" sldId="300"/>
            <ac:spMk id="1063" creationId="{2A3C823D-C18E-AA44-A1AC-629E907AD2EF}"/>
          </ac:spMkLst>
        </pc:spChg>
        <pc:spChg chg="add mod">
          <ac:chgData name="Manreen Kaur" userId="f41825493ab1689e" providerId="LiveId" clId="{1A7136C0-731D-4510-8387-D702D13A694E}" dt="2022-11-23T16:02:43.610" v="9"/>
          <ac:spMkLst>
            <pc:docMk/>
            <pc:sldMk cId="1548144396" sldId="300"/>
            <ac:spMk id="1064" creationId="{3BFE487F-406F-4066-969E-A00B72FC2A22}"/>
          </ac:spMkLst>
        </pc:spChg>
        <pc:spChg chg="add mod">
          <ac:chgData name="Manreen Kaur" userId="f41825493ab1689e" providerId="LiveId" clId="{1A7136C0-731D-4510-8387-D702D13A694E}" dt="2022-11-23T16:02:43.610" v="9"/>
          <ac:spMkLst>
            <pc:docMk/>
            <pc:sldMk cId="1548144396" sldId="300"/>
            <ac:spMk id="1065" creationId="{447DCAC7-3042-65EE-C2C6-0D031951954D}"/>
          </ac:spMkLst>
        </pc:spChg>
        <pc:spChg chg="add mod">
          <ac:chgData name="Manreen Kaur" userId="f41825493ab1689e" providerId="LiveId" clId="{1A7136C0-731D-4510-8387-D702D13A694E}" dt="2022-11-23T16:02:43.610" v="9"/>
          <ac:spMkLst>
            <pc:docMk/>
            <pc:sldMk cId="1548144396" sldId="300"/>
            <ac:spMk id="1066" creationId="{C55941C1-2405-9286-6273-5AD40BFC72CE}"/>
          </ac:spMkLst>
        </pc:spChg>
        <pc:spChg chg="add mod">
          <ac:chgData name="Manreen Kaur" userId="f41825493ab1689e" providerId="LiveId" clId="{1A7136C0-731D-4510-8387-D702D13A694E}" dt="2022-11-23T16:02:43.610" v="9"/>
          <ac:spMkLst>
            <pc:docMk/>
            <pc:sldMk cId="1548144396" sldId="300"/>
            <ac:spMk id="1067" creationId="{1167D320-CD14-CDA9-33E5-08C01CB082EB}"/>
          </ac:spMkLst>
        </pc:spChg>
        <pc:spChg chg="add mod">
          <ac:chgData name="Manreen Kaur" userId="f41825493ab1689e" providerId="LiveId" clId="{1A7136C0-731D-4510-8387-D702D13A694E}" dt="2022-11-23T16:02:43.610" v="9"/>
          <ac:spMkLst>
            <pc:docMk/>
            <pc:sldMk cId="1548144396" sldId="300"/>
            <ac:spMk id="1068" creationId="{8010B96F-692F-018C-D86B-AFFA5979E943}"/>
          </ac:spMkLst>
        </pc:spChg>
        <pc:spChg chg="add mod">
          <ac:chgData name="Manreen Kaur" userId="f41825493ab1689e" providerId="LiveId" clId="{1A7136C0-731D-4510-8387-D702D13A694E}" dt="2022-11-23T16:02:43.610" v="9"/>
          <ac:spMkLst>
            <pc:docMk/>
            <pc:sldMk cId="1548144396" sldId="300"/>
            <ac:spMk id="1069" creationId="{7DDB770E-E2ED-EA39-B895-913529F0A6A8}"/>
          </ac:spMkLst>
        </pc:spChg>
        <pc:spChg chg="add mod">
          <ac:chgData name="Manreen Kaur" userId="f41825493ab1689e" providerId="LiveId" clId="{1A7136C0-731D-4510-8387-D702D13A694E}" dt="2022-11-23T16:02:43.610" v="9"/>
          <ac:spMkLst>
            <pc:docMk/>
            <pc:sldMk cId="1548144396" sldId="300"/>
            <ac:spMk id="1070" creationId="{C58379AA-A276-9482-EAF7-9222007611B2}"/>
          </ac:spMkLst>
        </pc:spChg>
        <pc:spChg chg="add mod">
          <ac:chgData name="Manreen Kaur" userId="f41825493ab1689e" providerId="LiveId" clId="{1A7136C0-731D-4510-8387-D702D13A694E}" dt="2022-11-23T16:02:43.610" v="9"/>
          <ac:spMkLst>
            <pc:docMk/>
            <pc:sldMk cId="1548144396" sldId="300"/>
            <ac:spMk id="1071" creationId="{D6C0CE03-179A-7C5F-8E7D-38795E37E12D}"/>
          </ac:spMkLst>
        </pc:spChg>
        <pc:spChg chg="add mod">
          <ac:chgData name="Manreen Kaur" userId="f41825493ab1689e" providerId="LiveId" clId="{1A7136C0-731D-4510-8387-D702D13A694E}" dt="2022-11-23T16:02:43.610" v="9"/>
          <ac:spMkLst>
            <pc:docMk/>
            <pc:sldMk cId="1548144396" sldId="300"/>
            <ac:spMk id="1072" creationId="{96A2308C-DE0E-82C5-A4AF-C4AC89BA55B6}"/>
          </ac:spMkLst>
        </pc:spChg>
        <pc:spChg chg="add mod">
          <ac:chgData name="Manreen Kaur" userId="f41825493ab1689e" providerId="LiveId" clId="{1A7136C0-731D-4510-8387-D702D13A694E}" dt="2022-11-23T16:02:43.610" v="9"/>
          <ac:spMkLst>
            <pc:docMk/>
            <pc:sldMk cId="1548144396" sldId="300"/>
            <ac:spMk id="1073" creationId="{DA92884F-5A6F-0E7D-630F-C45075D1A4FB}"/>
          </ac:spMkLst>
        </pc:spChg>
        <pc:spChg chg="add mod">
          <ac:chgData name="Manreen Kaur" userId="f41825493ab1689e" providerId="LiveId" clId="{1A7136C0-731D-4510-8387-D702D13A694E}" dt="2022-11-23T16:02:43.610" v="9"/>
          <ac:spMkLst>
            <pc:docMk/>
            <pc:sldMk cId="1548144396" sldId="300"/>
            <ac:spMk id="1074" creationId="{FADA27A4-8EFF-2F03-3132-0EB0DF1389F0}"/>
          </ac:spMkLst>
        </pc:spChg>
        <pc:spChg chg="add mod">
          <ac:chgData name="Manreen Kaur" userId="f41825493ab1689e" providerId="LiveId" clId="{1A7136C0-731D-4510-8387-D702D13A694E}" dt="2022-11-23T16:02:43.610" v="9"/>
          <ac:spMkLst>
            <pc:docMk/>
            <pc:sldMk cId="1548144396" sldId="300"/>
            <ac:spMk id="1075" creationId="{796DB177-1409-4CDF-821C-9478A9BD2A3B}"/>
          </ac:spMkLst>
        </pc:spChg>
        <pc:spChg chg="add mod">
          <ac:chgData name="Manreen Kaur" userId="f41825493ab1689e" providerId="LiveId" clId="{1A7136C0-731D-4510-8387-D702D13A694E}" dt="2022-11-23T16:02:43.610" v="9"/>
          <ac:spMkLst>
            <pc:docMk/>
            <pc:sldMk cId="1548144396" sldId="300"/>
            <ac:spMk id="1076" creationId="{4C033D97-6592-5235-452B-439CBCBC497D}"/>
          </ac:spMkLst>
        </pc:spChg>
        <pc:spChg chg="add mod">
          <ac:chgData name="Manreen Kaur" userId="f41825493ab1689e" providerId="LiveId" clId="{1A7136C0-731D-4510-8387-D702D13A694E}" dt="2022-11-23T16:02:43.610" v="9"/>
          <ac:spMkLst>
            <pc:docMk/>
            <pc:sldMk cId="1548144396" sldId="300"/>
            <ac:spMk id="1077" creationId="{56F59E82-78B4-42AD-2E18-48343AC900AC}"/>
          </ac:spMkLst>
        </pc:spChg>
        <pc:spChg chg="add mod">
          <ac:chgData name="Manreen Kaur" userId="f41825493ab1689e" providerId="LiveId" clId="{1A7136C0-731D-4510-8387-D702D13A694E}" dt="2022-11-23T16:02:43.610" v="9"/>
          <ac:spMkLst>
            <pc:docMk/>
            <pc:sldMk cId="1548144396" sldId="300"/>
            <ac:spMk id="1078" creationId="{894B9D4D-B3A7-0640-D410-BB96D859C52F}"/>
          </ac:spMkLst>
        </pc:spChg>
        <pc:spChg chg="add mod">
          <ac:chgData name="Manreen Kaur" userId="f41825493ab1689e" providerId="LiveId" clId="{1A7136C0-731D-4510-8387-D702D13A694E}" dt="2022-11-23T16:02:43.610" v="9"/>
          <ac:spMkLst>
            <pc:docMk/>
            <pc:sldMk cId="1548144396" sldId="300"/>
            <ac:spMk id="1079" creationId="{13611F65-5286-F66D-472A-82FD866EF62A}"/>
          </ac:spMkLst>
        </pc:spChg>
        <pc:spChg chg="add mod">
          <ac:chgData name="Manreen Kaur" userId="f41825493ab1689e" providerId="LiveId" clId="{1A7136C0-731D-4510-8387-D702D13A694E}" dt="2022-11-23T16:02:43.610" v="9"/>
          <ac:spMkLst>
            <pc:docMk/>
            <pc:sldMk cId="1548144396" sldId="300"/>
            <ac:spMk id="1080" creationId="{C15EE92B-6F90-C861-9172-66065AA1DB2D}"/>
          </ac:spMkLst>
        </pc:spChg>
        <pc:spChg chg="add mod">
          <ac:chgData name="Manreen Kaur" userId="f41825493ab1689e" providerId="LiveId" clId="{1A7136C0-731D-4510-8387-D702D13A694E}" dt="2022-11-23T16:02:43.610" v="9"/>
          <ac:spMkLst>
            <pc:docMk/>
            <pc:sldMk cId="1548144396" sldId="300"/>
            <ac:spMk id="1081" creationId="{5A588497-0835-D5C1-7B1B-D4584ED0878D}"/>
          </ac:spMkLst>
        </pc:spChg>
        <pc:spChg chg="add mod">
          <ac:chgData name="Manreen Kaur" userId="f41825493ab1689e" providerId="LiveId" clId="{1A7136C0-731D-4510-8387-D702D13A694E}" dt="2022-11-23T16:02:43.610" v="9"/>
          <ac:spMkLst>
            <pc:docMk/>
            <pc:sldMk cId="1548144396" sldId="300"/>
            <ac:spMk id="1082" creationId="{89717636-97AF-109B-DC07-776E72D0D5FE}"/>
          </ac:spMkLst>
        </pc:spChg>
        <pc:spChg chg="add mod">
          <ac:chgData name="Manreen Kaur" userId="f41825493ab1689e" providerId="LiveId" clId="{1A7136C0-731D-4510-8387-D702D13A694E}" dt="2022-11-23T16:02:43.610" v="9"/>
          <ac:spMkLst>
            <pc:docMk/>
            <pc:sldMk cId="1548144396" sldId="300"/>
            <ac:spMk id="1083" creationId="{0B65F621-312C-7E1D-1888-C6FF5EA632F4}"/>
          </ac:spMkLst>
        </pc:spChg>
        <pc:spChg chg="add mod">
          <ac:chgData name="Manreen Kaur" userId="f41825493ab1689e" providerId="LiveId" clId="{1A7136C0-731D-4510-8387-D702D13A694E}" dt="2022-11-23T16:02:43.610" v="9"/>
          <ac:spMkLst>
            <pc:docMk/>
            <pc:sldMk cId="1548144396" sldId="300"/>
            <ac:spMk id="1084" creationId="{EC30E6A2-FD04-36DE-9BB8-A2433D2E05DE}"/>
          </ac:spMkLst>
        </pc:spChg>
        <pc:spChg chg="add mod">
          <ac:chgData name="Manreen Kaur" userId="f41825493ab1689e" providerId="LiveId" clId="{1A7136C0-731D-4510-8387-D702D13A694E}" dt="2022-11-23T16:02:43.610" v="9"/>
          <ac:spMkLst>
            <pc:docMk/>
            <pc:sldMk cId="1548144396" sldId="300"/>
            <ac:spMk id="1085" creationId="{0BFF7476-83D5-09CF-0283-9B70A6F34A90}"/>
          </ac:spMkLst>
        </pc:spChg>
        <pc:spChg chg="add mod">
          <ac:chgData name="Manreen Kaur" userId="f41825493ab1689e" providerId="LiveId" clId="{1A7136C0-731D-4510-8387-D702D13A694E}" dt="2022-11-23T16:02:43.610" v="9"/>
          <ac:spMkLst>
            <pc:docMk/>
            <pc:sldMk cId="1548144396" sldId="300"/>
            <ac:spMk id="1086" creationId="{55CE2659-B572-2CD9-B4F9-FC42057ACCF8}"/>
          </ac:spMkLst>
        </pc:spChg>
        <pc:spChg chg="add mod">
          <ac:chgData name="Manreen Kaur" userId="f41825493ab1689e" providerId="LiveId" clId="{1A7136C0-731D-4510-8387-D702D13A694E}" dt="2022-11-23T16:02:43.610" v="9"/>
          <ac:spMkLst>
            <pc:docMk/>
            <pc:sldMk cId="1548144396" sldId="300"/>
            <ac:spMk id="1087" creationId="{8F320526-8919-57DC-4943-3E9BA9814274}"/>
          </ac:spMkLst>
        </pc:spChg>
        <pc:spChg chg="add mod">
          <ac:chgData name="Manreen Kaur" userId="f41825493ab1689e" providerId="LiveId" clId="{1A7136C0-731D-4510-8387-D702D13A694E}" dt="2022-11-23T16:02:43.610" v="9"/>
          <ac:spMkLst>
            <pc:docMk/>
            <pc:sldMk cId="1548144396" sldId="300"/>
            <ac:spMk id="1088" creationId="{2AAE3E81-E562-5424-A106-202E916E4DC1}"/>
          </ac:spMkLst>
        </pc:spChg>
        <pc:spChg chg="add mod">
          <ac:chgData name="Manreen Kaur" userId="f41825493ab1689e" providerId="LiveId" clId="{1A7136C0-731D-4510-8387-D702D13A694E}" dt="2022-11-23T16:02:43.610" v="9"/>
          <ac:spMkLst>
            <pc:docMk/>
            <pc:sldMk cId="1548144396" sldId="300"/>
            <ac:spMk id="1089" creationId="{1A18D046-7E3D-3F4C-5BBD-BC6E5524F09A}"/>
          </ac:spMkLst>
        </pc:spChg>
        <pc:spChg chg="add mod">
          <ac:chgData name="Manreen Kaur" userId="f41825493ab1689e" providerId="LiveId" clId="{1A7136C0-731D-4510-8387-D702D13A694E}" dt="2022-11-23T16:02:43.610" v="9"/>
          <ac:spMkLst>
            <pc:docMk/>
            <pc:sldMk cId="1548144396" sldId="300"/>
            <ac:spMk id="1090" creationId="{BFDA4960-ABF4-8E5E-C721-1A690274A6D7}"/>
          </ac:spMkLst>
        </pc:spChg>
        <pc:spChg chg="add mod">
          <ac:chgData name="Manreen Kaur" userId="f41825493ab1689e" providerId="LiveId" clId="{1A7136C0-731D-4510-8387-D702D13A694E}" dt="2022-11-23T16:02:43.610" v="9"/>
          <ac:spMkLst>
            <pc:docMk/>
            <pc:sldMk cId="1548144396" sldId="300"/>
            <ac:spMk id="1091" creationId="{040533B5-0543-F447-D166-1FBD9FC91DC8}"/>
          </ac:spMkLst>
        </pc:spChg>
        <pc:spChg chg="add mod">
          <ac:chgData name="Manreen Kaur" userId="f41825493ab1689e" providerId="LiveId" clId="{1A7136C0-731D-4510-8387-D702D13A694E}" dt="2022-11-23T16:02:43.610" v="9"/>
          <ac:spMkLst>
            <pc:docMk/>
            <pc:sldMk cId="1548144396" sldId="300"/>
            <ac:spMk id="1092" creationId="{73A3CEAA-3858-474B-21C6-F55D7C62D79E}"/>
          </ac:spMkLst>
        </pc:spChg>
        <pc:spChg chg="add mod">
          <ac:chgData name="Manreen Kaur" userId="f41825493ab1689e" providerId="LiveId" clId="{1A7136C0-731D-4510-8387-D702D13A694E}" dt="2022-11-23T16:02:43.610" v="9"/>
          <ac:spMkLst>
            <pc:docMk/>
            <pc:sldMk cId="1548144396" sldId="300"/>
            <ac:spMk id="1093" creationId="{3339D2AF-579D-4A0D-07CB-5EDC5B04934E}"/>
          </ac:spMkLst>
        </pc:spChg>
        <pc:spChg chg="add mod">
          <ac:chgData name="Manreen Kaur" userId="f41825493ab1689e" providerId="LiveId" clId="{1A7136C0-731D-4510-8387-D702D13A694E}" dt="2022-11-23T16:02:43.610" v="9"/>
          <ac:spMkLst>
            <pc:docMk/>
            <pc:sldMk cId="1548144396" sldId="300"/>
            <ac:spMk id="1094" creationId="{D7D5A202-F99B-9742-971D-5E5EB93860A0}"/>
          </ac:spMkLst>
        </pc:spChg>
        <pc:spChg chg="add mod">
          <ac:chgData name="Manreen Kaur" userId="f41825493ab1689e" providerId="LiveId" clId="{1A7136C0-731D-4510-8387-D702D13A694E}" dt="2022-11-23T16:02:43.610" v="9"/>
          <ac:spMkLst>
            <pc:docMk/>
            <pc:sldMk cId="1548144396" sldId="300"/>
            <ac:spMk id="1095" creationId="{383162F3-A6A5-4694-4911-2D0E1F0DD390}"/>
          </ac:spMkLst>
        </pc:spChg>
        <pc:spChg chg="add mod">
          <ac:chgData name="Manreen Kaur" userId="f41825493ab1689e" providerId="LiveId" clId="{1A7136C0-731D-4510-8387-D702D13A694E}" dt="2022-11-23T16:02:43.610" v="9"/>
          <ac:spMkLst>
            <pc:docMk/>
            <pc:sldMk cId="1548144396" sldId="300"/>
            <ac:spMk id="1096" creationId="{321A30E8-377D-247A-2BBC-6362EA42AA83}"/>
          </ac:spMkLst>
        </pc:spChg>
        <pc:spChg chg="add mod">
          <ac:chgData name="Manreen Kaur" userId="f41825493ab1689e" providerId="LiveId" clId="{1A7136C0-731D-4510-8387-D702D13A694E}" dt="2022-11-23T16:02:43.610" v="9"/>
          <ac:spMkLst>
            <pc:docMk/>
            <pc:sldMk cId="1548144396" sldId="300"/>
            <ac:spMk id="1097" creationId="{DD8EDB46-7F98-3F39-B317-675133FE7E23}"/>
          </ac:spMkLst>
        </pc:spChg>
        <pc:spChg chg="add mod">
          <ac:chgData name="Manreen Kaur" userId="f41825493ab1689e" providerId="LiveId" clId="{1A7136C0-731D-4510-8387-D702D13A694E}" dt="2022-11-23T16:02:43.610" v="9"/>
          <ac:spMkLst>
            <pc:docMk/>
            <pc:sldMk cId="1548144396" sldId="300"/>
            <ac:spMk id="1098" creationId="{1C16EDE2-637D-751E-0391-0F51EDEEB8BF}"/>
          </ac:spMkLst>
        </pc:spChg>
        <pc:spChg chg="add mod">
          <ac:chgData name="Manreen Kaur" userId="f41825493ab1689e" providerId="LiveId" clId="{1A7136C0-731D-4510-8387-D702D13A694E}" dt="2022-11-23T16:02:43.610" v="9"/>
          <ac:spMkLst>
            <pc:docMk/>
            <pc:sldMk cId="1548144396" sldId="300"/>
            <ac:spMk id="1099" creationId="{C99B88E4-306F-66F3-8920-597CB82F34F7}"/>
          </ac:spMkLst>
        </pc:spChg>
        <pc:spChg chg="add mod">
          <ac:chgData name="Manreen Kaur" userId="f41825493ab1689e" providerId="LiveId" clId="{1A7136C0-731D-4510-8387-D702D13A694E}" dt="2022-11-23T16:02:43.610" v="9"/>
          <ac:spMkLst>
            <pc:docMk/>
            <pc:sldMk cId="1548144396" sldId="300"/>
            <ac:spMk id="1100" creationId="{1F4AAA2D-B050-231A-8B49-4740FABAAF73}"/>
          </ac:spMkLst>
        </pc:spChg>
        <pc:spChg chg="add mod">
          <ac:chgData name="Manreen Kaur" userId="f41825493ab1689e" providerId="LiveId" clId="{1A7136C0-731D-4510-8387-D702D13A694E}" dt="2022-11-23T16:02:43.610" v="9"/>
          <ac:spMkLst>
            <pc:docMk/>
            <pc:sldMk cId="1548144396" sldId="300"/>
            <ac:spMk id="1101" creationId="{C9E2661B-3FA4-F7D5-F5A4-375FA12BFECB}"/>
          </ac:spMkLst>
        </pc:spChg>
        <pc:spChg chg="add mod">
          <ac:chgData name="Manreen Kaur" userId="f41825493ab1689e" providerId="LiveId" clId="{1A7136C0-731D-4510-8387-D702D13A694E}" dt="2022-11-23T16:02:43.610" v="9"/>
          <ac:spMkLst>
            <pc:docMk/>
            <pc:sldMk cId="1548144396" sldId="300"/>
            <ac:spMk id="1102" creationId="{2925E22B-5CE1-4CAE-9CD3-C142BD10976B}"/>
          </ac:spMkLst>
        </pc:spChg>
        <pc:spChg chg="add mod">
          <ac:chgData name="Manreen Kaur" userId="f41825493ab1689e" providerId="LiveId" clId="{1A7136C0-731D-4510-8387-D702D13A694E}" dt="2022-11-23T16:02:43.610" v="9"/>
          <ac:spMkLst>
            <pc:docMk/>
            <pc:sldMk cId="1548144396" sldId="300"/>
            <ac:spMk id="1103" creationId="{3759152B-08DE-2CE2-3DF1-78FE6A6CCAF4}"/>
          </ac:spMkLst>
        </pc:spChg>
        <pc:spChg chg="add mod">
          <ac:chgData name="Manreen Kaur" userId="f41825493ab1689e" providerId="LiveId" clId="{1A7136C0-731D-4510-8387-D702D13A694E}" dt="2022-11-23T16:02:43.610" v="9"/>
          <ac:spMkLst>
            <pc:docMk/>
            <pc:sldMk cId="1548144396" sldId="300"/>
            <ac:spMk id="1104" creationId="{FE93E351-D57C-3775-D88D-C6C9C43A6A85}"/>
          </ac:spMkLst>
        </pc:spChg>
        <pc:spChg chg="add mod">
          <ac:chgData name="Manreen Kaur" userId="f41825493ab1689e" providerId="LiveId" clId="{1A7136C0-731D-4510-8387-D702D13A694E}" dt="2022-11-23T16:02:43.610" v="9"/>
          <ac:spMkLst>
            <pc:docMk/>
            <pc:sldMk cId="1548144396" sldId="300"/>
            <ac:spMk id="1105" creationId="{C004EE84-DB90-0D06-98E5-B73B895C72BF}"/>
          </ac:spMkLst>
        </pc:spChg>
        <pc:spChg chg="add mod">
          <ac:chgData name="Manreen Kaur" userId="f41825493ab1689e" providerId="LiveId" clId="{1A7136C0-731D-4510-8387-D702D13A694E}" dt="2022-11-23T16:02:43.610" v="9"/>
          <ac:spMkLst>
            <pc:docMk/>
            <pc:sldMk cId="1548144396" sldId="300"/>
            <ac:spMk id="1106" creationId="{3B1A3696-B66F-1EDD-0475-8B547E0E0DE8}"/>
          </ac:spMkLst>
        </pc:spChg>
        <pc:spChg chg="add mod">
          <ac:chgData name="Manreen Kaur" userId="f41825493ab1689e" providerId="LiveId" clId="{1A7136C0-731D-4510-8387-D702D13A694E}" dt="2022-11-23T16:02:43.610" v="9"/>
          <ac:spMkLst>
            <pc:docMk/>
            <pc:sldMk cId="1548144396" sldId="300"/>
            <ac:spMk id="1107" creationId="{0F79D3F3-45C2-7202-1418-088924B3FFFC}"/>
          </ac:spMkLst>
        </pc:spChg>
        <pc:spChg chg="add mod">
          <ac:chgData name="Manreen Kaur" userId="f41825493ab1689e" providerId="LiveId" clId="{1A7136C0-731D-4510-8387-D702D13A694E}" dt="2022-11-23T16:02:43.610" v="9"/>
          <ac:spMkLst>
            <pc:docMk/>
            <pc:sldMk cId="1548144396" sldId="300"/>
            <ac:spMk id="1108" creationId="{730D7D06-103F-FC7F-0409-6D8280872691}"/>
          </ac:spMkLst>
        </pc:spChg>
        <pc:spChg chg="add mod">
          <ac:chgData name="Manreen Kaur" userId="f41825493ab1689e" providerId="LiveId" clId="{1A7136C0-731D-4510-8387-D702D13A694E}" dt="2022-11-23T16:02:43.610" v="9"/>
          <ac:spMkLst>
            <pc:docMk/>
            <pc:sldMk cId="1548144396" sldId="300"/>
            <ac:spMk id="1109" creationId="{05EB30F0-2318-2AD0-1C5C-5DA6EC2A4BB4}"/>
          </ac:spMkLst>
        </pc:spChg>
        <pc:spChg chg="add mod">
          <ac:chgData name="Manreen Kaur" userId="f41825493ab1689e" providerId="LiveId" clId="{1A7136C0-731D-4510-8387-D702D13A694E}" dt="2022-11-23T16:02:43.610" v="9"/>
          <ac:spMkLst>
            <pc:docMk/>
            <pc:sldMk cId="1548144396" sldId="300"/>
            <ac:spMk id="1110" creationId="{5361C48A-E3C0-E5C6-7D03-842260D17011}"/>
          </ac:spMkLst>
        </pc:spChg>
        <pc:spChg chg="add mod">
          <ac:chgData name="Manreen Kaur" userId="f41825493ab1689e" providerId="LiveId" clId="{1A7136C0-731D-4510-8387-D702D13A694E}" dt="2022-11-23T16:02:43.610" v="9"/>
          <ac:spMkLst>
            <pc:docMk/>
            <pc:sldMk cId="1548144396" sldId="300"/>
            <ac:spMk id="1111" creationId="{60BCE8D2-A4FA-B4EF-5336-415A0B795C1F}"/>
          </ac:spMkLst>
        </pc:spChg>
        <pc:spChg chg="add mod">
          <ac:chgData name="Manreen Kaur" userId="f41825493ab1689e" providerId="LiveId" clId="{1A7136C0-731D-4510-8387-D702D13A694E}" dt="2022-11-23T16:02:43.610" v="9"/>
          <ac:spMkLst>
            <pc:docMk/>
            <pc:sldMk cId="1548144396" sldId="300"/>
            <ac:spMk id="1112" creationId="{A61BAE96-F9A3-54E2-E193-C4703C6597D7}"/>
          </ac:spMkLst>
        </pc:spChg>
        <pc:spChg chg="add mod">
          <ac:chgData name="Manreen Kaur" userId="f41825493ab1689e" providerId="LiveId" clId="{1A7136C0-731D-4510-8387-D702D13A694E}" dt="2022-11-23T16:02:43.610" v="9"/>
          <ac:spMkLst>
            <pc:docMk/>
            <pc:sldMk cId="1548144396" sldId="300"/>
            <ac:spMk id="1113" creationId="{E812223B-6B95-C39E-EE7F-01329CF78521}"/>
          </ac:spMkLst>
        </pc:spChg>
        <pc:spChg chg="add mod">
          <ac:chgData name="Manreen Kaur" userId="f41825493ab1689e" providerId="LiveId" clId="{1A7136C0-731D-4510-8387-D702D13A694E}" dt="2022-11-23T16:02:43.610" v="9"/>
          <ac:spMkLst>
            <pc:docMk/>
            <pc:sldMk cId="1548144396" sldId="300"/>
            <ac:spMk id="1114" creationId="{AD263784-B3A5-69E0-9656-BE3C55589076}"/>
          </ac:spMkLst>
        </pc:spChg>
        <pc:spChg chg="add mod">
          <ac:chgData name="Manreen Kaur" userId="f41825493ab1689e" providerId="LiveId" clId="{1A7136C0-731D-4510-8387-D702D13A694E}" dt="2022-11-23T16:02:43.610" v="9"/>
          <ac:spMkLst>
            <pc:docMk/>
            <pc:sldMk cId="1548144396" sldId="300"/>
            <ac:spMk id="1115" creationId="{B0FD3ED3-6117-925D-F3B0-807530657FD5}"/>
          </ac:spMkLst>
        </pc:spChg>
        <pc:spChg chg="add mod">
          <ac:chgData name="Manreen Kaur" userId="f41825493ab1689e" providerId="LiveId" clId="{1A7136C0-731D-4510-8387-D702D13A694E}" dt="2022-11-23T16:02:43.610" v="9"/>
          <ac:spMkLst>
            <pc:docMk/>
            <pc:sldMk cId="1548144396" sldId="300"/>
            <ac:spMk id="1116" creationId="{501EA225-51AC-2E10-33CF-6DD1BC3342C1}"/>
          </ac:spMkLst>
        </pc:spChg>
        <pc:spChg chg="add mod">
          <ac:chgData name="Manreen Kaur" userId="f41825493ab1689e" providerId="LiveId" clId="{1A7136C0-731D-4510-8387-D702D13A694E}" dt="2022-11-23T16:02:43.610" v="9"/>
          <ac:spMkLst>
            <pc:docMk/>
            <pc:sldMk cId="1548144396" sldId="300"/>
            <ac:spMk id="1117" creationId="{28BF09DC-CE27-02D2-D9BA-27D0902B5931}"/>
          </ac:spMkLst>
        </pc:spChg>
        <pc:spChg chg="add mod">
          <ac:chgData name="Manreen Kaur" userId="f41825493ab1689e" providerId="LiveId" clId="{1A7136C0-731D-4510-8387-D702D13A694E}" dt="2022-11-23T16:02:43.610" v="9"/>
          <ac:spMkLst>
            <pc:docMk/>
            <pc:sldMk cId="1548144396" sldId="300"/>
            <ac:spMk id="1118" creationId="{0033E393-F282-041E-DE16-91930DD61AD6}"/>
          </ac:spMkLst>
        </pc:spChg>
        <pc:spChg chg="add mod">
          <ac:chgData name="Manreen Kaur" userId="f41825493ab1689e" providerId="LiveId" clId="{1A7136C0-731D-4510-8387-D702D13A694E}" dt="2022-11-23T16:02:43.610" v="9"/>
          <ac:spMkLst>
            <pc:docMk/>
            <pc:sldMk cId="1548144396" sldId="300"/>
            <ac:spMk id="1119" creationId="{0D83295D-9785-5528-5E25-4CF368C309C7}"/>
          </ac:spMkLst>
        </pc:spChg>
        <pc:spChg chg="add mod">
          <ac:chgData name="Manreen Kaur" userId="f41825493ab1689e" providerId="LiveId" clId="{1A7136C0-731D-4510-8387-D702D13A694E}" dt="2022-11-23T16:02:43.610" v="9"/>
          <ac:spMkLst>
            <pc:docMk/>
            <pc:sldMk cId="1548144396" sldId="300"/>
            <ac:spMk id="1120" creationId="{A3491B38-837B-FA11-F9B6-36EF13E07B18}"/>
          </ac:spMkLst>
        </pc:spChg>
        <pc:spChg chg="add mod">
          <ac:chgData name="Manreen Kaur" userId="f41825493ab1689e" providerId="LiveId" clId="{1A7136C0-731D-4510-8387-D702D13A694E}" dt="2022-11-23T16:02:43.610" v="9"/>
          <ac:spMkLst>
            <pc:docMk/>
            <pc:sldMk cId="1548144396" sldId="300"/>
            <ac:spMk id="1121" creationId="{A1544D4E-644B-7D7C-26B2-5C88C6410B12}"/>
          </ac:spMkLst>
        </pc:spChg>
        <pc:spChg chg="add mod">
          <ac:chgData name="Manreen Kaur" userId="f41825493ab1689e" providerId="LiveId" clId="{1A7136C0-731D-4510-8387-D702D13A694E}" dt="2022-11-23T16:02:43.610" v="9"/>
          <ac:spMkLst>
            <pc:docMk/>
            <pc:sldMk cId="1548144396" sldId="300"/>
            <ac:spMk id="1122" creationId="{6C788183-0AB1-939E-92AB-5466C1AA1A4A}"/>
          </ac:spMkLst>
        </pc:spChg>
        <pc:spChg chg="add mod">
          <ac:chgData name="Manreen Kaur" userId="f41825493ab1689e" providerId="LiveId" clId="{1A7136C0-731D-4510-8387-D702D13A694E}" dt="2022-11-23T16:02:43.610" v="9"/>
          <ac:spMkLst>
            <pc:docMk/>
            <pc:sldMk cId="1548144396" sldId="300"/>
            <ac:spMk id="1123" creationId="{9BFD41F6-ED94-98AC-826A-F3CCCF5529B0}"/>
          </ac:spMkLst>
        </pc:spChg>
        <pc:spChg chg="add mod">
          <ac:chgData name="Manreen Kaur" userId="f41825493ab1689e" providerId="LiveId" clId="{1A7136C0-731D-4510-8387-D702D13A694E}" dt="2022-11-23T16:02:43.610" v="9"/>
          <ac:spMkLst>
            <pc:docMk/>
            <pc:sldMk cId="1548144396" sldId="300"/>
            <ac:spMk id="1124" creationId="{82C9792A-E782-90BA-A8AD-4C108C0CDEA8}"/>
          </ac:spMkLst>
        </pc:spChg>
        <pc:spChg chg="add mod">
          <ac:chgData name="Manreen Kaur" userId="f41825493ab1689e" providerId="LiveId" clId="{1A7136C0-731D-4510-8387-D702D13A694E}" dt="2022-11-23T16:02:43.610" v="9"/>
          <ac:spMkLst>
            <pc:docMk/>
            <pc:sldMk cId="1548144396" sldId="300"/>
            <ac:spMk id="1125" creationId="{B0935819-00EB-725C-D3CB-983D68A7C968}"/>
          </ac:spMkLst>
        </pc:spChg>
        <pc:spChg chg="add mod">
          <ac:chgData name="Manreen Kaur" userId="f41825493ab1689e" providerId="LiveId" clId="{1A7136C0-731D-4510-8387-D702D13A694E}" dt="2022-11-23T16:02:43.610" v="9"/>
          <ac:spMkLst>
            <pc:docMk/>
            <pc:sldMk cId="1548144396" sldId="300"/>
            <ac:spMk id="1126" creationId="{471227BA-F321-C96D-4C46-DBFB63A82C7B}"/>
          </ac:spMkLst>
        </pc:spChg>
        <pc:spChg chg="add mod">
          <ac:chgData name="Manreen Kaur" userId="f41825493ab1689e" providerId="LiveId" clId="{1A7136C0-731D-4510-8387-D702D13A694E}" dt="2022-11-23T16:02:43.610" v="9"/>
          <ac:spMkLst>
            <pc:docMk/>
            <pc:sldMk cId="1548144396" sldId="300"/>
            <ac:spMk id="1127" creationId="{D83E4CC8-FCC3-21F1-86AE-6E35A853C97D}"/>
          </ac:spMkLst>
        </pc:spChg>
        <pc:spChg chg="add mod">
          <ac:chgData name="Manreen Kaur" userId="f41825493ab1689e" providerId="LiveId" clId="{1A7136C0-731D-4510-8387-D702D13A694E}" dt="2022-11-23T16:02:43.610" v="9"/>
          <ac:spMkLst>
            <pc:docMk/>
            <pc:sldMk cId="1548144396" sldId="300"/>
            <ac:spMk id="1128" creationId="{A794BC42-DB85-1E50-D120-30BE99C701EA}"/>
          </ac:spMkLst>
        </pc:spChg>
        <pc:spChg chg="add mod">
          <ac:chgData name="Manreen Kaur" userId="f41825493ab1689e" providerId="LiveId" clId="{1A7136C0-731D-4510-8387-D702D13A694E}" dt="2022-11-23T16:02:43.610" v="9"/>
          <ac:spMkLst>
            <pc:docMk/>
            <pc:sldMk cId="1548144396" sldId="300"/>
            <ac:spMk id="1129" creationId="{210761D7-F5F0-EB26-ECC8-AB28D878EB56}"/>
          </ac:spMkLst>
        </pc:spChg>
        <pc:spChg chg="add mod">
          <ac:chgData name="Manreen Kaur" userId="f41825493ab1689e" providerId="LiveId" clId="{1A7136C0-731D-4510-8387-D702D13A694E}" dt="2022-11-23T16:02:43.610" v="9"/>
          <ac:spMkLst>
            <pc:docMk/>
            <pc:sldMk cId="1548144396" sldId="300"/>
            <ac:spMk id="1130" creationId="{D4C75EF7-B120-02DF-8CCA-F5F413A9BD91}"/>
          </ac:spMkLst>
        </pc:spChg>
        <pc:spChg chg="add mod">
          <ac:chgData name="Manreen Kaur" userId="f41825493ab1689e" providerId="LiveId" clId="{1A7136C0-731D-4510-8387-D702D13A694E}" dt="2022-11-23T16:02:43.610" v="9"/>
          <ac:spMkLst>
            <pc:docMk/>
            <pc:sldMk cId="1548144396" sldId="300"/>
            <ac:spMk id="1131" creationId="{F01CF6E3-63DE-70D0-E7D6-06F1187F50AA}"/>
          </ac:spMkLst>
        </pc:spChg>
        <pc:spChg chg="add mod">
          <ac:chgData name="Manreen Kaur" userId="f41825493ab1689e" providerId="LiveId" clId="{1A7136C0-731D-4510-8387-D702D13A694E}" dt="2022-11-23T16:02:43.610" v="9"/>
          <ac:spMkLst>
            <pc:docMk/>
            <pc:sldMk cId="1548144396" sldId="300"/>
            <ac:spMk id="1132" creationId="{C5ACC7D5-A6F5-3B9B-08ED-C7564DABB10B}"/>
          </ac:spMkLst>
        </pc:spChg>
        <pc:spChg chg="add mod">
          <ac:chgData name="Manreen Kaur" userId="f41825493ab1689e" providerId="LiveId" clId="{1A7136C0-731D-4510-8387-D702D13A694E}" dt="2022-11-23T16:02:43.610" v="9"/>
          <ac:spMkLst>
            <pc:docMk/>
            <pc:sldMk cId="1548144396" sldId="300"/>
            <ac:spMk id="1133" creationId="{1335415E-B91D-7DCC-055C-06A15FD9ACB4}"/>
          </ac:spMkLst>
        </pc:spChg>
        <pc:spChg chg="add mod">
          <ac:chgData name="Manreen Kaur" userId="f41825493ab1689e" providerId="LiveId" clId="{1A7136C0-731D-4510-8387-D702D13A694E}" dt="2022-11-23T16:02:43.610" v="9"/>
          <ac:spMkLst>
            <pc:docMk/>
            <pc:sldMk cId="1548144396" sldId="300"/>
            <ac:spMk id="1134" creationId="{E2C45507-F90B-F356-0991-501511468414}"/>
          </ac:spMkLst>
        </pc:spChg>
        <pc:spChg chg="add mod">
          <ac:chgData name="Manreen Kaur" userId="f41825493ab1689e" providerId="LiveId" clId="{1A7136C0-731D-4510-8387-D702D13A694E}" dt="2022-11-23T16:02:43.610" v="9"/>
          <ac:spMkLst>
            <pc:docMk/>
            <pc:sldMk cId="1548144396" sldId="300"/>
            <ac:spMk id="1135" creationId="{4E471A0E-35E6-58FC-AF07-F67E326BC666}"/>
          </ac:spMkLst>
        </pc:spChg>
        <pc:spChg chg="add mod">
          <ac:chgData name="Manreen Kaur" userId="f41825493ab1689e" providerId="LiveId" clId="{1A7136C0-731D-4510-8387-D702D13A694E}" dt="2022-11-23T16:02:43.610" v="9"/>
          <ac:spMkLst>
            <pc:docMk/>
            <pc:sldMk cId="1548144396" sldId="300"/>
            <ac:spMk id="1136" creationId="{F228FFE2-1D67-2AA5-0A46-5F92D24B537E}"/>
          </ac:spMkLst>
        </pc:spChg>
        <pc:spChg chg="add mod">
          <ac:chgData name="Manreen Kaur" userId="f41825493ab1689e" providerId="LiveId" clId="{1A7136C0-731D-4510-8387-D702D13A694E}" dt="2022-11-23T16:02:43.610" v="9"/>
          <ac:spMkLst>
            <pc:docMk/>
            <pc:sldMk cId="1548144396" sldId="300"/>
            <ac:spMk id="1137" creationId="{97EEB78C-63BD-AF68-B5AE-6403B907BC8C}"/>
          </ac:spMkLst>
        </pc:spChg>
        <pc:spChg chg="add mod">
          <ac:chgData name="Manreen Kaur" userId="f41825493ab1689e" providerId="LiveId" clId="{1A7136C0-731D-4510-8387-D702D13A694E}" dt="2022-11-23T16:02:43.610" v="9"/>
          <ac:spMkLst>
            <pc:docMk/>
            <pc:sldMk cId="1548144396" sldId="300"/>
            <ac:spMk id="1138" creationId="{4A7C7F05-595B-E6D6-57A0-31C2F7B740B0}"/>
          </ac:spMkLst>
        </pc:spChg>
        <pc:spChg chg="add mod">
          <ac:chgData name="Manreen Kaur" userId="f41825493ab1689e" providerId="LiveId" clId="{1A7136C0-731D-4510-8387-D702D13A694E}" dt="2022-11-23T16:02:43.610" v="9"/>
          <ac:spMkLst>
            <pc:docMk/>
            <pc:sldMk cId="1548144396" sldId="300"/>
            <ac:spMk id="1139" creationId="{3BB1511F-949C-87D1-728D-4A4C0185CC78}"/>
          </ac:spMkLst>
        </pc:spChg>
        <pc:spChg chg="add mod">
          <ac:chgData name="Manreen Kaur" userId="f41825493ab1689e" providerId="LiveId" clId="{1A7136C0-731D-4510-8387-D702D13A694E}" dt="2022-11-23T16:02:43.610" v="9"/>
          <ac:spMkLst>
            <pc:docMk/>
            <pc:sldMk cId="1548144396" sldId="300"/>
            <ac:spMk id="1140" creationId="{0EFF9A99-14AE-1B95-B628-1716A4764457}"/>
          </ac:spMkLst>
        </pc:spChg>
        <pc:spChg chg="add mod">
          <ac:chgData name="Manreen Kaur" userId="f41825493ab1689e" providerId="LiveId" clId="{1A7136C0-731D-4510-8387-D702D13A694E}" dt="2022-11-23T16:02:43.610" v="9"/>
          <ac:spMkLst>
            <pc:docMk/>
            <pc:sldMk cId="1548144396" sldId="300"/>
            <ac:spMk id="1141" creationId="{67AA1BBD-E5F5-D68B-7F5E-6F3F0E317D11}"/>
          </ac:spMkLst>
        </pc:spChg>
        <pc:spChg chg="add mod">
          <ac:chgData name="Manreen Kaur" userId="f41825493ab1689e" providerId="LiveId" clId="{1A7136C0-731D-4510-8387-D702D13A694E}" dt="2022-11-23T16:02:43.610" v="9"/>
          <ac:spMkLst>
            <pc:docMk/>
            <pc:sldMk cId="1548144396" sldId="300"/>
            <ac:spMk id="1142" creationId="{2E90A4E7-2C26-738E-C5BC-9B71804712E0}"/>
          </ac:spMkLst>
        </pc:spChg>
        <pc:grpChg chg="del">
          <ac:chgData name="Manreen Kaur" userId="f41825493ab1689e" providerId="LiveId" clId="{1A7136C0-731D-4510-8387-D702D13A694E}" dt="2022-11-23T16:02:28.392" v="4" actId="478"/>
          <ac:grpSpMkLst>
            <pc:docMk/>
            <pc:sldMk cId="1548144396" sldId="300"/>
            <ac:grpSpMk id="3" creationId="{21081F89-DBF1-9D44-2AC5-A11BDEA1691A}"/>
          </ac:grpSpMkLst>
        </pc:grpChg>
        <pc:grpChg chg="add mod">
          <ac:chgData name="Manreen Kaur" userId="f41825493ab1689e" providerId="LiveId" clId="{1A7136C0-731D-4510-8387-D702D13A694E}" dt="2022-11-23T16:03:02.657" v="11" actId="1076"/>
          <ac:grpSpMkLst>
            <pc:docMk/>
            <pc:sldMk cId="1548144396" sldId="300"/>
            <ac:grpSpMk id="10" creationId="{B37AC600-1478-00D9-9ED2-ACEE67286290}"/>
          </ac:grpSpMkLst>
        </pc:grpChg>
        <pc:cxnChg chg="mod">
          <ac:chgData name="Manreen Kaur" userId="f41825493ab1689e" providerId="LiveId" clId="{1A7136C0-731D-4510-8387-D702D13A694E}" dt="2022-11-24T09:45:37.764" v="2601" actId="1076"/>
          <ac:cxnSpMkLst>
            <pc:docMk/>
            <pc:sldMk cId="1548144396" sldId="300"/>
            <ac:cxnSpMk id="23" creationId="{DEE04036-0C90-C392-99AE-E6A152D5CA73}"/>
          </ac:cxnSpMkLst>
        </pc:cxnChg>
      </pc:sldChg>
      <pc:sldChg chg="modSp mod modTransition modAnim">
        <pc:chgData name="Manreen Kaur" userId="f41825493ab1689e" providerId="LiveId" clId="{1A7136C0-731D-4510-8387-D702D13A694E}" dt="2022-11-24T10:17:21.975" v="2864"/>
        <pc:sldMkLst>
          <pc:docMk/>
          <pc:sldMk cId="573129542" sldId="301"/>
        </pc:sldMkLst>
        <pc:spChg chg="mod">
          <ac:chgData name="Manreen Kaur" userId="f41825493ab1689e" providerId="LiveId" clId="{1A7136C0-731D-4510-8387-D702D13A694E}" dt="2022-11-24T09:46:13.071" v="2608" actId="1076"/>
          <ac:spMkLst>
            <pc:docMk/>
            <pc:sldMk cId="573129542" sldId="301"/>
            <ac:spMk id="2" creationId="{71D4EC4C-71FB-43D5-E0CA-D6AE489EF042}"/>
          </ac:spMkLst>
        </pc:spChg>
        <pc:spChg chg="mod">
          <ac:chgData name="Manreen Kaur" userId="f41825493ab1689e" providerId="LiveId" clId="{1A7136C0-731D-4510-8387-D702D13A694E}" dt="2022-11-24T09:56:47.892" v="2699" actId="1076"/>
          <ac:spMkLst>
            <pc:docMk/>
            <pc:sldMk cId="573129542" sldId="301"/>
            <ac:spMk id="19" creationId="{53F8001C-FCBF-11B8-7B37-411428FD572D}"/>
          </ac:spMkLst>
        </pc:spChg>
        <pc:spChg chg="mod">
          <ac:chgData name="Manreen Kaur" userId="f41825493ab1689e" providerId="LiveId" clId="{1A7136C0-731D-4510-8387-D702D13A694E}" dt="2022-11-23T16:05:00.205" v="20" actId="1076"/>
          <ac:spMkLst>
            <pc:docMk/>
            <pc:sldMk cId="573129542" sldId="301"/>
            <ac:spMk id="21" creationId="{3069AF0E-40A0-9BA9-2D96-6F2FC79C1F7B}"/>
          </ac:spMkLst>
        </pc:spChg>
        <pc:spChg chg="mod">
          <ac:chgData name="Manreen Kaur" userId="f41825493ab1689e" providerId="LiveId" clId="{1A7136C0-731D-4510-8387-D702D13A694E}" dt="2022-11-23T16:05:01.850" v="21" actId="1076"/>
          <ac:spMkLst>
            <pc:docMk/>
            <pc:sldMk cId="573129542" sldId="301"/>
            <ac:spMk id="22" creationId="{603BBBFB-8D39-DA60-83D6-81F7BF6251E3}"/>
          </ac:spMkLst>
        </pc:spChg>
        <pc:spChg chg="mod">
          <ac:chgData name="Manreen Kaur" userId="f41825493ab1689e" providerId="LiveId" clId="{1A7136C0-731D-4510-8387-D702D13A694E}" dt="2022-11-24T09:56:38.486" v="2698" actId="1076"/>
          <ac:spMkLst>
            <pc:docMk/>
            <pc:sldMk cId="573129542" sldId="301"/>
            <ac:spMk id="1063" creationId="{9BF46080-202B-2198-2D6D-F32BDB91B1D8}"/>
          </ac:spMkLst>
        </pc:spChg>
        <pc:picChg chg="mod">
          <ac:chgData name="Manreen Kaur" userId="f41825493ab1689e" providerId="LiveId" clId="{1A7136C0-731D-4510-8387-D702D13A694E}" dt="2022-11-23T16:04:56.898" v="19" actId="1076"/>
          <ac:picMkLst>
            <pc:docMk/>
            <pc:sldMk cId="573129542" sldId="301"/>
            <ac:picMk id="8" creationId="{1F1A7641-AC3E-D192-2B39-E2318D0E8C44}"/>
          </ac:picMkLst>
        </pc:picChg>
        <pc:cxnChg chg="mod">
          <ac:chgData name="Manreen Kaur" userId="f41825493ab1689e" providerId="LiveId" clId="{1A7136C0-731D-4510-8387-D702D13A694E}" dt="2022-11-24T09:45:55.800" v="2605" actId="1076"/>
          <ac:cxnSpMkLst>
            <pc:docMk/>
            <pc:sldMk cId="573129542" sldId="301"/>
            <ac:cxnSpMk id="23" creationId="{DEE04036-0C90-C392-99AE-E6A152D5CA73}"/>
          </ac:cxnSpMkLst>
        </pc:cxnChg>
      </pc:sldChg>
      <pc:sldChg chg="modSp mod modTransition modAnim">
        <pc:chgData name="Manreen Kaur" userId="f41825493ab1689e" providerId="LiveId" clId="{1A7136C0-731D-4510-8387-D702D13A694E}" dt="2022-11-24T10:17:26.438" v="2865"/>
        <pc:sldMkLst>
          <pc:docMk/>
          <pc:sldMk cId="1221776327" sldId="302"/>
        </pc:sldMkLst>
        <pc:spChg chg="mod">
          <ac:chgData name="Manreen Kaur" userId="f41825493ab1689e" providerId="LiveId" clId="{1A7136C0-731D-4510-8387-D702D13A694E}" dt="2022-11-24T09:46:35.418" v="2613" actId="14100"/>
          <ac:spMkLst>
            <pc:docMk/>
            <pc:sldMk cId="1221776327" sldId="302"/>
            <ac:spMk id="2" creationId="{71D4EC4C-71FB-43D5-E0CA-D6AE489EF042}"/>
          </ac:spMkLst>
        </pc:spChg>
        <pc:spChg chg="mod">
          <ac:chgData name="Manreen Kaur" userId="f41825493ab1689e" providerId="LiveId" clId="{1A7136C0-731D-4510-8387-D702D13A694E}" dt="2022-11-24T09:57:17.624" v="2701" actId="1076"/>
          <ac:spMkLst>
            <pc:docMk/>
            <pc:sldMk cId="1221776327" sldId="302"/>
            <ac:spMk id="19" creationId="{53F8001C-FCBF-11B8-7B37-411428FD572D}"/>
          </ac:spMkLst>
        </pc:spChg>
        <pc:spChg chg="mod">
          <ac:chgData name="Manreen Kaur" userId="f41825493ab1689e" providerId="LiveId" clId="{1A7136C0-731D-4510-8387-D702D13A694E}" dt="2022-11-24T09:57:10.612" v="2700" actId="1076"/>
          <ac:spMkLst>
            <pc:docMk/>
            <pc:sldMk cId="1221776327" sldId="302"/>
            <ac:spMk id="1063" creationId="{9BF46080-202B-2198-2D6D-F32BDB91B1D8}"/>
          </ac:spMkLst>
        </pc:spChg>
        <pc:cxnChg chg="mod">
          <ac:chgData name="Manreen Kaur" userId="f41825493ab1689e" providerId="LiveId" clId="{1A7136C0-731D-4510-8387-D702D13A694E}" dt="2022-11-24T09:46:24.292" v="2610" actId="1076"/>
          <ac:cxnSpMkLst>
            <pc:docMk/>
            <pc:sldMk cId="1221776327" sldId="302"/>
            <ac:cxnSpMk id="23" creationId="{DEE04036-0C90-C392-99AE-E6A152D5CA73}"/>
          </ac:cxnSpMkLst>
        </pc:cxnChg>
      </pc:sldChg>
      <pc:sldChg chg="addSp delSp modSp mod modTransition modAnim">
        <pc:chgData name="Manreen Kaur" userId="f41825493ab1689e" providerId="LiveId" clId="{1A7136C0-731D-4510-8387-D702D13A694E}" dt="2022-11-24T10:17:31.076" v="2866"/>
        <pc:sldMkLst>
          <pc:docMk/>
          <pc:sldMk cId="768310175" sldId="303"/>
        </pc:sldMkLst>
        <pc:spChg chg="mod">
          <ac:chgData name="Manreen Kaur" userId="f41825493ab1689e" providerId="LiveId" clId="{1A7136C0-731D-4510-8387-D702D13A694E}" dt="2022-11-24T09:47:05.053" v="2619" actId="1076"/>
          <ac:spMkLst>
            <pc:docMk/>
            <pc:sldMk cId="768310175" sldId="303"/>
            <ac:spMk id="2" creationId="{71D4EC4C-71FB-43D5-E0CA-D6AE489EF042}"/>
          </ac:spMkLst>
        </pc:spChg>
        <pc:spChg chg="add mod">
          <ac:chgData name="Manreen Kaur" userId="f41825493ab1689e" providerId="LiveId" clId="{1A7136C0-731D-4510-8387-D702D13A694E}" dt="2022-11-23T16:03:14.236" v="13"/>
          <ac:spMkLst>
            <pc:docMk/>
            <pc:sldMk cId="768310175" sldId="303"/>
            <ac:spMk id="10" creationId="{81BBD1CB-D67F-E2F7-86FB-F11D62AC72DB}"/>
          </ac:spMkLst>
        </pc:spChg>
        <pc:spChg chg="add mod">
          <ac:chgData name="Manreen Kaur" userId="f41825493ab1689e" providerId="LiveId" clId="{1A7136C0-731D-4510-8387-D702D13A694E}" dt="2022-11-23T16:03:14.236" v="13"/>
          <ac:spMkLst>
            <pc:docMk/>
            <pc:sldMk cId="768310175" sldId="303"/>
            <ac:spMk id="11" creationId="{2E1542EF-D858-44F0-BF19-2E2D3157DEC4}"/>
          </ac:spMkLst>
        </pc:spChg>
        <pc:spChg chg="add mod">
          <ac:chgData name="Manreen Kaur" userId="f41825493ab1689e" providerId="LiveId" clId="{1A7136C0-731D-4510-8387-D702D13A694E}" dt="2022-11-23T16:03:14.236" v="13"/>
          <ac:spMkLst>
            <pc:docMk/>
            <pc:sldMk cId="768310175" sldId="303"/>
            <ac:spMk id="13" creationId="{27370D78-36FA-DAC6-1C98-D4E9B09EF23B}"/>
          </ac:spMkLst>
        </pc:spChg>
        <pc:spChg chg="add mod">
          <ac:chgData name="Manreen Kaur" userId="f41825493ab1689e" providerId="LiveId" clId="{1A7136C0-731D-4510-8387-D702D13A694E}" dt="2022-11-23T16:03:14.236" v="13"/>
          <ac:spMkLst>
            <pc:docMk/>
            <pc:sldMk cId="768310175" sldId="303"/>
            <ac:spMk id="16" creationId="{A19B2AC6-B6B6-7164-C916-448583390123}"/>
          </ac:spMkLst>
        </pc:spChg>
        <pc:spChg chg="add mod">
          <ac:chgData name="Manreen Kaur" userId="f41825493ab1689e" providerId="LiveId" clId="{1A7136C0-731D-4510-8387-D702D13A694E}" dt="2022-11-23T16:03:14.236" v="13"/>
          <ac:spMkLst>
            <pc:docMk/>
            <pc:sldMk cId="768310175" sldId="303"/>
            <ac:spMk id="18" creationId="{C46C20F1-0317-CED4-2742-C5C0FBA4FB30}"/>
          </ac:spMkLst>
        </pc:spChg>
        <pc:spChg chg="add mod">
          <ac:chgData name="Manreen Kaur" userId="f41825493ab1689e" providerId="LiveId" clId="{1A7136C0-731D-4510-8387-D702D13A694E}" dt="2022-11-23T16:03:14.236" v="13"/>
          <ac:spMkLst>
            <pc:docMk/>
            <pc:sldMk cId="768310175" sldId="303"/>
            <ac:spMk id="19" creationId="{09F3B5E0-4A62-2F6D-C73E-93EE335B6529}"/>
          </ac:spMkLst>
        </pc:spChg>
        <pc:spChg chg="add mod">
          <ac:chgData name="Manreen Kaur" userId="f41825493ab1689e" providerId="LiveId" clId="{1A7136C0-731D-4510-8387-D702D13A694E}" dt="2022-11-23T16:03:14.236" v="13"/>
          <ac:spMkLst>
            <pc:docMk/>
            <pc:sldMk cId="768310175" sldId="303"/>
            <ac:spMk id="20" creationId="{B7A325FD-22D0-2B55-C283-8878B4D14669}"/>
          </ac:spMkLst>
        </pc:spChg>
        <pc:spChg chg="add mod">
          <ac:chgData name="Manreen Kaur" userId="f41825493ab1689e" providerId="LiveId" clId="{1A7136C0-731D-4510-8387-D702D13A694E}" dt="2022-11-23T16:03:14.236" v="13"/>
          <ac:spMkLst>
            <pc:docMk/>
            <pc:sldMk cId="768310175" sldId="303"/>
            <ac:spMk id="21" creationId="{6A795B74-D238-4A2C-989A-AF1FDED954A9}"/>
          </ac:spMkLst>
        </pc:spChg>
        <pc:spChg chg="add mod">
          <ac:chgData name="Manreen Kaur" userId="f41825493ab1689e" providerId="LiveId" clId="{1A7136C0-731D-4510-8387-D702D13A694E}" dt="2022-11-23T16:03:14.236" v="13"/>
          <ac:spMkLst>
            <pc:docMk/>
            <pc:sldMk cId="768310175" sldId="303"/>
            <ac:spMk id="22" creationId="{665E483E-8246-55A0-70BD-B513BB690BCE}"/>
          </ac:spMkLst>
        </pc:spChg>
        <pc:spChg chg="add mod">
          <ac:chgData name="Manreen Kaur" userId="f41825493ab1689e" providerId="LiveId" clId="{1A7136C0-731D-4510-8387-D702D13A694E}" dt="2022-11-23T16:03:14.236" v="13"/>
          <ac:spMkLst>
            <pc:docMk/>
            <pc:sldMk cId="768310175" sldId="303"/>
            <ac:spMk id="1026" creationId="{E65B543A-A52F-B86E-79C7-2F6A777FA219}"/>
          </ac:spMkLst>
        </pc:spChg>
        <pc:spChg chg="add mod">
          <ac:chgData name="Manreen Kaur" userId="f41825493ab1689e" providerId="LiveId" clId="{1A7136C0-731D-4510-8387-D702D13A694E}" dt="2022-11-23T16:03:14.236" v="13"/>
          <ac:spMkLst>
            <pc:docMk/>
            <pc:sldMk cId="768310175" sldId="303"/>
            <ac:spMk id="1059" creationId="{5C293C97-A3A9-0394-F1C5-DB8CBAB9CC27}"/>
          </ac:spMkLst>
        </pc:spChg>
        <pc:spChg chg="add mod">
          <ac:chgData name="Manreen Kaur" userId="f41825493ab1689e" providerId="LiveId" clId="{1A7136C0-731D-4510-8387-D702D13A694E}" dt="2022-11-23T16:03:14.236" v="13"/>
          <ac:spMkLst>
            <pc:docMk/>
            <pc:sldMk cId="768310175" sldId="303"/>
            <ac:spMk id="1060" creationId="{8DFEA9E9-EA70-8625-B119-193940AA3E6A}"/>
          </ac:spMkLst>
        </pc:spChg>
        <pc:spChg chg="add mod">
          <ac:chgData name="Manreen Kaur" userId="f41825493ab1689e" providerId="LiveId" clId="{1A7136C0-731D-4510-8387-D702D13A694E}" dt="2022-11-23T16:03:14.236" v="13"/>
          <ac:spMkLst>
            <pc:docMk/>
            <pc:sldMk cId="768310175" sldId="303"/>
            <ac:spMk id="1061" creationId="{DF7B860E-78CC-0313-64AF-AA3DED7495B3}"/>
          </ac:spMkLst>
        </pc:spChg>
        <pc:spChg chg="add mod">
          <ac:chgData name="Manreen Kaur" userId="f41825493ab1689e" providerId="LiveId" clId="{1A7136C0-731D-4510-8387-D702D13A694E}" dt="2022-11-23T16:03:14.236" v="13"/>
          <ac:spMkLst>
            <pc:docMk/>
            <pc:sldMk cId="768310175" sldId="303"/>
            <ac:spMk id="1062" creationId="{7562960E-04DC-2642-229B-0D5E7B1BB432}"/>
          </ac:spMkLst>
        </pc:spChg>
        <pc:spChg chg="add mod">
          <ac:chgData name="Manreen Kaur" userId="f41825493ab1689e" providerId="LiveId" clId="{1A7136C0-731D-4510-8387-D702D13A694E}" dt="2022-11-23T16:03:14.236" v="13"/>
          <ac:spMkLst>
            <pc:docMk/>
            <pc:sldMk cId="768310175" sldId="303"/>
            <ac:spMk id="1063" creationId="{2AEC885B-32B4-DC04-5423-EB5BE342C748}"/>
          </ac:spMkLst>
        </pc:spChg>
        <pc:spChg chg="add mod">
          <ac:chgData name="Manreen Kaur" userId="f41825493ab1689e" providerId="LiveId" clId="{1A7136C0-731D-4510-8387-D702D13A694E}" dt="2022-11-23T16:03:14.236" v="13"/>
          <ac:spMkLst>
            <pc:docMk/>
            <pc:sldMk cId="768310175" sldId="303"/>
            <ac:spMk id="1064" creationId="{E48E0408-7D6E-95B5-4579-34BFDAE93AA2}"/>
          </ac:spMkLst>
        </pc:spChg>
        <pc:spChg chg="add mod">
          <ac:chgData name="Manreen Kaur" userId="f41825493ab1689e" providerId="LiveId" clId="{1A7136C0-731D-4510-8387-D702D13A694E}" dt="2022-11-23T16:03:14.236" v="13"/>
          <ac:spMkLst>
            <pc:docMk/>
            <pc:sldMk cId="768310175" sldId="303"/>
            <ac:spMk id="1065" creationId="{46B08F56-3633-7057-E645-2F3F7296D586}"/>
          </ac:spMkLst>
        </pc:spChg>
        <pc:spChg chg="add mod">
          <ac:chgData name="Manreen Kaur" userId="f41825493ab1689e" providerId="LiveId" clId="{1A7136C0-731D-4510-8387-D702D13A694E}" dt="2022-11-23T16:03:14.236" v="13"/>
          <ac:spMkLst>
            <pc:docMk/>
            <pc:sldMk cId="768310175" sldId="303"/>
            <ac:spMk id="1066" creationId="{0A6861C5-AD79-9C31-CBDE-0A79B6BAB7F5}"/>
          </ac:spMkLst>
        </pc:spChg>
        <pc:spChg chg="add mod">
          <ac:chgData name="Manreen Kaur" userId="f41825493ab1689e" providerId="LiveId" clId="{1A7136C0-731D-4510-8387-D702D13A694E}" dt="2022-11-23T16:03:14.236" v="13"/>
          <ac:spMkLst>
            <pc:docMk/>
            <pc:sldMk cId="768310175" sldId="303"/>
            <ac:spMk id="1067" creationId="{7792CA2E-0AC0-9868-73EE-0D9A6FB4D58C}"/>
          </ac:spMkLst>
        </pc:spChg>
        <pc:spChg chg="add mod">
          <ac:chgData name="Manreen Kaur" userId="f41825493ab1689e" providerId="LiveId" clId="{1A7136C0-731D-4510-8387-D702D13A694E}" dt="2022-11-23T16:03:14.236" v="13"/>
          <ac:spMkLst>
            <pc:docMk/>
            <pc:sldMk cId="768310175" sldId="303"/>
            <ac:spMk id="1068" creationId="{E6D2AF8E-6D8A-23AC-80BE-A5D037DA0AA6}"/>
          </ac:spMkLst>
        </pc:spChg>
        <pc:spChg chg="add mod">
          <ac:chgData name="Manreen Kaur" userId="f41825493ab1689e" providerId="LiveId" clId="{1A7136C0-731D-4510-8387-D702D13A694E}" dt="2022-11-23T16:03:14.236" v="13"/>
          <ac:spMkLst>
            <pc:docMk/>
            <pc:sldMk cId="768310175" sldId="303"/>
            <ac:spMk id="1069" creationId="{39DF8387-DE13-A7CA-EA56-ED391F10345E}"/>
          </ac:spMkLst>
        </pc:spChg>
        <pc:spChg chg="add mod">
          <ac:chgData name="Manreen Kaur" userId="f41825493ab1689e" providerId="LiveId" clId="{1A7136C0-731D-4510-8387-D702D13A694E}" dt="2022-11-23T16:03:14.236" v="13"/>
          <ac:spMkLst>
            <pc:docMk/>
            <pc:sldMk cId="768310175" sldId="303"/>
            <ac:spMk id="1070" creationId="{378EACCF-514C-6A06-ABE5-A48FA9DC3BB4}"/>
          </ac:spMkLst>
        </pc:spChg>
        <pc:spChg chg="add mod">
          <ac:chgData name="Manreen Kaur" userId="f41825493ab1689e" providerId="LiveId" clId="{1A7136C0-731D-4510-8387-D702D13A694E}" dt="2022-11-23T16:03:14.236" v="13"/>
          <ac:spMkLst>
            <pc:docMk/>
            <pc:sldMk cId="768310175" sldId="303"/>
            <ac:spMk id="1071" creationId="{730D33D5-B1FB-CDD6-5470-3A23D7546A30}"/>
          </ac:spMkLst>
        </pc:spChg>
        <pc:spChg chg="add mod">
          <ac:chgData name="Manreen Kaur" userId="f41825493ab1689e" providerId="LiveId" clId="{1A7136C0-731D-4510-8387-D702D13A694E}" dt="2022-11-23T16:03:14.236" v="13"/>
          <ac:spMkLst>
            <pc:docMk/>
            <pc:sldMk cId="768310175" sldId="303"/>
            <ac:spMk id="1072" creationId="{24BF66C9-3891-2589-AFDF-11C008B1BCF7}"/>
          </ac:spMkLst>
        </pc:spChg>
        <pc:spChg chg="add mod">
          <ac:chgData name="Manreen Kaur" userId="f41825493ab1689e" providerId="LiveId" clId="{1A7136C0-731D-4510-8387-D702D13A694E}" dt="2022-11-23T16:03:14.236" v="13"/>
          <ac:spMkLst>
            <pc:docMk/>
            <pc:sldMk cId="768310175" sldId="303"/>
            <ac:spMk id="1073" creationId="{62749BA5-5634-69B3-5B4E-90517B2DEE8A}"/>
          </ac:spMkLst>
        </pc:spChg>
        <pc:spChg chg="add mod">
          <ac:chgData name="Manreen Kaur" userId="f41825493ab1689e" providerId="LiveId" clId="{1A7136C0-731D-4510-8387-D702D13A694E}" dt="2022-11-23T16:03:14.236" v="13"/>
          <ac:spMkLst>
            <pc:docMk/>
            <pc:sldMk cId="768310175" sldId="303"/>
            <ac:spMk id="1074" creationId="{8AE96269-6260-4F7E-B6E1-E24B774E96EA}"/>
          </ac:spMkLst>
        </pc:spChg>
        <pc:spChg chg="add mod">
          <ac:chgData name="Manreen Kaur" userId="f41825493ab1689e" providerId="LiveId" clId="{1A7136C0-731D-4510-8387-D702D13A694E}" dt="2022-11-23T16:03:14.236" v="13"/>
          <ac:spMkLst>
            <pc:docMk/>
            <pc:sldMk cId="768310175" sldId="303"/>
            <ac:spMk id="1075" creationId="{E0CDE917-3093-9E25-0387-8CC07AE42535}"/>
          </ac:spMkLst>
        </pc:spChg>
        <pc:spChg chg="add mod">
          <ac:chgData name="Manreen Kaur" userId="f41825493ab1689e" providerId="LiveId" clId="{1A7136C0-731D-4510-8387-D702D13A694E}" dt="2022-11-23T16:03:14.236" v="13"/>
          <ac:spMkLst>
            <pc:docMk/>
            <pc:sldMk cId="768310175" sldId="303"/>
            <ac:spMk id="1076" creationId="{A62082D8-B2FB-2DCE-73BB-CD246274B8B9}"/>
          </ac:spMkLst>
        </pc:spChg>
        <pc:spChg chg="add mod">
          <ac:chgData name="Manreen Kaur" userId="f41825493ab1689e" providerId="LiveId" clId="{1A7136C0-731D-4510-8387-D702D13A694E}" dt="2022-11-23T16:03:14.236" v="13"/>
          <ac:spMkLst>
            <pc:docMk/>
            <pc:sldMk cId="768310175" sldId="303"/>
            <ac:spMk id="1077" creationId="{FB353129-884B-8705-C99A-578CA335C3F4}"/>
          </ac:spMkLst>
        </pc:spChg>
        <pc:spChg chg="add mod">
          <ac:chgData name="Manreen Kaur" userId="f41825493ab1689e" providerId="LiveId" clId="{1A7136C0-731D-4510-8387-D702D13A694E}" dt="2022-11-23T16:03:14.236" v="13"/>
          <ac:spMkLst>
            <pc:docMk/>
            <pc:sldMk cId="768310175" sldId="303"/>
            <ac:spMk id="1078" creationId="{B69CD6EC-CC51-3439-7578-C80B70B67929}"/>
          </ac:spMkLst>
        </pc:spChg>
        <pc:spChg chg="add mod">
          <ac:chgData name="Manreen Kaur" userId="f41825493ab1689e" providerId="LiveId" clId="{1A7136C0-731D-4510-8387-D702D13A694E}" dt="2022-11-23T16:03:14.236" v="13"/>
          <ac:spMkLst>
            <pc:docMk/>
            <pc:sldMk cId="768310175" sldId="303"/>
            <ac:spMk id="1079" creationId="{578F37F2-339C-80B7-7A0B-3659F1B467AB}"/>
          </ac:spMkLst>
        </pc:spChg>
        <pc:spChg chg="add mod">
          <ac:chgData name="Manreen Kaur" userId="f41825493ab1689e" providerId="LiveId" clId="{1A7136C0-731D-4510-8387-D702D13A694E}" dt="2022-11-23T16:03:14.236" v="13"/>
          <ac:spMkLst>
            <pc:docMk/>
            <pc:sldMk cId="768310175" sldId="303"/>
            <ac:spMk id="1080" creationId="{5DA9A8A6-D6B4-9460-F303-F9BA4A2E69FC}"/>
          </ac:spMkLst>
        </pc:spChg>
        <pc:spChg chg="add mod">
          <ac:chgData name="Manreen Kaur" userId="f41825493ab1689e" providerId="LiveId" clId="{1A7136C0-731D-4510-8387-D702D13A694E}" dt="2022-11-23T16:03:14.236" v="13"/>
          <ac:spMkLst>
            <pc:docMk/>
            <pc:sldMk cId="768310175" sldId="303"/>
            <ac:spMk id="1081" creationId="{6857B157-DEEA-A2EB-9271-2DEF3C2C6CB5}"/>
          </ac:spMkLst>
        </pc:spChg>
        <pc:spChg chg="add mod">
          <ac:chgData name="Manreen Kaur" userId="f41825493ab1689e" providerId="LiveId" clId="{1A7136C0-731D-4510-8387-D702D13A694E}" dt="2022-11-23T16:03:14.236" v="13"/>
          <ac:spMkLst>
            <pc:docMk/>
            <pc:sldMk cId="768310175" sldId="303"/>
            <ac:spMk id="1082" creationId="{34DFC8B6-97F1-B5EA-FB62-9EBF63FB7163}"/>
          </ac:spMkLst>
        </pc:spChg>
        <pc:spChg chg="add mod">
          <ac:chgData name="Manreen Kaur" userId="f41825493ab1689e" providerId="LiveId" clId="{1A7136C0-731D-4510-8387-D702D13A694E}" dt="2022-11-23T16:03:14.236" v="13"/>
          <ac:spMkLst>
            <pc:docMk/>
            <pc:sldMk cId="768310175" sldId="303"/>
            <ac:spMk id="1083" creationId="{803C19AA-B9DD-2065-F0D5-D85B74675D5C}"/>
          </ac:spMkLst>
        </pc:spChg>
        <pc:spChg chg="add mod">
          <ac:chgData name="Manreen Kaur" userId="f41825493ab1689e" providerId="LiveId" clId="{1A7136C0-731D-4510-8387-D702D13A694E}" dt="2022-11-23T16:03:14.236" v="13"/>
          <ac:spMkLst>
            <pc:docMk/>
            <pc:sldMk cId="768310175" sldId="303"/>
            <ac:spMk id="1084" creationId="{FF5CF7F0-9B44-9A57-7410-0C8332D22E78}"/>
          </ac:spMkLst>
        </pc:spChg>
        <pc:spChg chg="add mod">
          <ac:chgData name="Manreen Kaur" userId="f41825493ab1689e" providerId="LiveId" clId="{1A7136C0-731D-4510-8387-D702D13A694E}" dt="2022-11-23T16:03:14.236" v="13"/>
          <ac:spMkLst>
            <pc:docMk/>
            <pc:sldMk cId="768310175" sldId="303"/>
            <ac:spMk id="1085" creationId="{4CB282F0-8C82-D5F9-36C3-3525B7317FE4}"/>
          </ac:spMkLst>
        </pc:spChg>
        <pc:spChg chg="add mod">
          <ac:chgData name="Manreen Kaur" userId="f41825493ab1689e" providerId="LiveId" clId="{1A7136C0-731D-4510-8387-D702D13A694E}" dt="2022-11-23T16:03:14.236" v="13"/>
          <ac:spMkLst>
            <pc:docMk/>
            <pc:sldMk cId="768310175" sldId="303"/>
            <ac:spMk id="1086" creationId="{4FED6F2F-FCFA-F6CB-BE31-788CADD5B8C5}"/>
          </ac:spMkLst>
        </pc:spChg>
        <pc:spChg chg="add mod">
          <ac:chgData name="Manreen Kaur" userId="f41825493ab1689e" providerId="LiveId" clId="{1A7136C0-731D-4510-8387-D702D13A694E}" dt="2022-11-23T16:03:14.236" v="13"/>
          <ac:spMkLst>
            <pc:docMk/>
            <pc:sldMk cId="768310175" sldId="303"/>
            <ac:spMk id="1087" creationId="{3E2BF306-96D9-B87F-2D08-2AF2F0D9BA7B}"/>
          </ac:spMkLst>
        </pc:spChg>
        <pc:spChg chg="add mod">
          <ac:chgData name="Manreen Kaur" userId="f41825493ab1689e" providerId="LiveId" clId="{1A7136C0-731D-4510-8387-D702D13A694E}" dt="2022-11-23T16:03:14.236" v="13"/>
          <ac:spMkLst>
            <pc:docMk/>
            <pc:sldMk cId="768310175" sldId="303"/>
            <ac:spMk id="1088" creationId="{1B4AEF1B-9085-EF67-73D8-5DE2211D765C}"/>
          </ac:spMkLst>
        </pc:spChg>
        <pc:spChg chg="add mod">
          <ac:chgData name="Manreen Kaur" userId="f41825493ab1689e" providerId="LiveId" clId="{1A7136C0-731D-4510-8387-D702D13A694E}" dt="2022-11-23T16:03:14.236" v="13"/>
          <ac:spMkLst>
            <pc:docMk/>
            <pc:sldMk cId="768310175" sldId="303"/>
            <ac:spMk id="1089" creationId="{8F47AABC-186F-5511-2788-996B5D156BCF}"/>
          </ac:spMkLst>
        </pc:spChg>
        <pc:spChg chg="add mod">
          <ac:chgData name="Manreen Kaur" userId="f41825493ab1689e" providerId="LiveId" clId="{1A7136C0-731D-4510-8387-D702D13A694E}" dt="2022-11-23T16:03:14.236" v="13"/>
          <ac:spMkLst>
            <pc:docMk/>
            <pc:sldMk cId="768310175" sldId="303"/>
            <ac:spMk id="1090" creationId="{6FA16B08-2A48-B59F-B68D-BB286D6F2473}"/>
          </ac:spMkLst>
        </pc:spChg>
        <pc:spChg chg="add mod">
          <ac:chgData name="Manreen Kaur" userId="f41825493ab1689e" providerId="LiveId" clId="{1A7136C0-731D-4510-8387-D702D13A694E}" dt="2022-11-23T16:03:14.236" v="13"/>
          <ac:spMkLst>
            <pc:docMk/>
            <pc:sldMk cId="768310175" sldId="303"/>
            <ac:spMk id="1091" creationId="{770A0EA5-37E0-9C20-75DC-5A6FE2F7BE4B}"/>
          </ac:spMkLst>
        </pc:spChg>
        <pc:spChg chg="add mod">
          <ac:chgData name="Manreen Kaur" userId="f41825493ab1689e" providerId="LiveId" clId="{1A7136C0-731D-4510-8387-D702D13A694E}" dt="2022-11-23T16:03:14.236" v="13"/>
          <ac:spMkLst>
            <pc:docMk/>
            <pc:sldMk cId="768310175" sldId="303"/>
            <ac:spMk id="1092" creationId="{F604784A-65E4-B272-FBAA-453DF00B7CE6}"/>
          </ac:spMkLst>
        </pc:spChg>
        <pc:spChg chg="add mod">
          <ac:chgData name="Manreen Kaur" userId="f41825493ab1689e" providerId="LiveId" clId="{1A7136C0-731D-4510-8387-D702D13A694E}" dt="2022-11-23T16:03:14.236" v="13"/>
          <ac:spMkLst>
            <pc:docMk/>
            <pc:sldMk cId="768310175" sldId="303"/>
            <ac:spMk id="1093" creationId="{421B94A8-351C-93F8-F665-FAC1B41104F9}"/>
          </ac:spMkLst>
        </pc:spChg>
        <pc:spChg chg="add mod">
          <ac:chgData name="Manreen Kaur" userId="f41825493ab1689e" providerId="LiveId" clId="{1A7136C0-731D-4510-8387-D702D13A694E}" dt="2022-11-23T16:03:14.236" v="13"/>
          <ac:spMkLst>
            <pc:docMk/>
            <pc:sldMk cId="768310175" sldId="303"/>
            <ac:spMk id="1094" creationId="{2992210B-1E14-B815-04A0-D3C41704C048}"/>
          </ac:spMkLst>
        </pc:spChg>
        <pc:spChg chg="add mod">
          <ac:chgData name="Manreen Kaur" userId="f41825493ab1689e" providerId="LiveId" clId="{1A7136C0-731D-4510-8387-D702D13A694E}" dt="2022-11-23T16:03:14.236" v="13"/>
          <ac:spMkLst>
            <pc:docMk/>
            <pc:sldMk cId="768310175" sldId="303"/>
            <ac:spMk id="1095" creationId="{5FF2A094-74C3-D361-E620-7B4C3418CA63}"/>
          </ac:spMkLst>
        </pc:spChg>
        <pc:spChg chg="add mod">
          <ac:chgData name="Manreen Kaur" userId="f41825493ab1689e" providerId="LiveId" clId="{1A7136C0-731D-4510-8387-D702D13A694E}" dt="2022-11-23T16:03:14.236" v="13"/>
          <ac:spMkLst>
            <pc:docMk/>
            <pc:sldMk cId="768310175" sldId="303"/>
            <ac:spMk id="1096" creationId="{956CD465-6E21-B18E-C10D-85EF9F9FACF3}"/>
          </ac:spMkLst>
        </pc:spChg>
        <pc:spChg chg="add mod">
          <ac:chgData name="Manreen Kaur" userId="f41825493ab1689e" providerId="LiveId" clId="{1A7136C0-731D-4510-8387-D702D13A694E}" dt="2022-11-23T16:03:14.236" v="13"/>
          <ac:spMkLst>
            <pc:docMk/>
            <pc:sldMk cId="768310175" sldId="303"/>
            <ac:spMk id="1097" creationId="{0897A977-7ED8-92F6-AC69-37B82A992A82}"/>
          </ac:spMkLst>
        </pc:spChg>
        <pc:spChg chg="add mod">
          <ac:chgData name="Manreen Kaur" userId="f41825493ab1689e" providerId="LiveId" clId="{1A7136C0-731D-4510-8387-D702D13A694E}" dt="2022-11-23T16:03:14.236" v="13"/>
          <ac:spMkLst>
            <pc:docMk/>
            <pc:sldMk cId="768310175" sldId="303"/>
            <ac:spMk id="1098" creationId="{E07E42EC-DC7F-9382-733E-911A9DED9044}"/>
          </ac:spMkLst>
        </pc:spChg>
        <pc:spChg chg="add mod">
          <ac:chgData name="Manreen Kaur" userId="f41825493ab1689e" providerId="LiveId" clId="{1A7136C0-731D-4510-8387-D702D13A694E}" dt="2022-11-23T16:03:14.236" v="13"/>
          <ac:spMkLst>
            <pc:docMk/>
            <pc:sldMk cId="768310175" sldId="303"/>
            <ac:spMk id="1099" creationId="{E43A1567-CEF4-61FC-1470-530AF97CE11F}"/>
          </ac:spMkLst>
        </pc:spChg>
        <pc:spChg chg="add mod">
          <ac:chgData name="Manreen Kaur" userId="f41825493ab1689e" providerId="LiveId" clId="{1A7136C0-731D-4510-8387-D702D13A694E}" dt="2022-11-23T16:03:14.236" v="13"/>
          <ac:spMkLst>
            <pc:docMk/>
            <pc:sldMk cId="768310175" sldId="303"/>
            <ac:spMk id="1100" creationId="{53C7FB39-E86A-48E2-8ADB-10D968649AC0}"/>
          </ac:spMkLst>
        </pc:spChg>
        <pc:spChg chg="add mod">
          <ac:chgData name="Manreen Kaur" userId="f41825493ab1689e" providerId="LiveId" clId="{1A7136C0-731D-4510-8387-D702D13A694E}" dt="2022-11-23T16:03:14.236" v="13"/>
          <ac:spMkLst>
            <pc:docMk/>
            <pc:sldMk cId="768310175" sldId="303"/>
            <ac:spMk id="1101" creationId="{5E8C5D42-477E-1F93-32DF-7C63B1982332}"/>
          </ac:spMkLst>
        </pc:spChg>
        <pc:spChg chg="add mod">
          <ac:chgData name="Manreen Kaur" userId="f41825493ab1689e" providerId="LiveId" clId="{1A7136C0-731D-4510-8387-D702D13A694E}" dt="2022-11-23T16:03:14.236" v="13"/>
          <ac:spMkLst>
            <pc:docMk/>
            <pc:sldMk cId="768310175" sldId="303"/>
            <ac:spMk id="1102" creationId="{4288EE95-D57E-A57C-5796-3C7472095E1C}"/>
          </ac:spMkLst>
        </pc:spChg>
        <pc:spChg chg="add mod">
          <ac:chgData name="Manreen Kaur" userId="f41825493ab1689e" providerId="LiveId" clId="{1A7136C0-731D-4510-8387-D702D13A694E}" dt="2022-11-23T16:03:14.236" v="13"/>
          <ac:spMkLst>
            <pc:docMk/>
            <pc:sldMk cId="768310175" sldId="303"/>
            <ac:spMk id="1103" creationId="{23395333-966F-62A2-9EA5-5102DC01C163}"/>
          </ac:spMkLst>
        </pc:spChg>
        <pc:spChg chg="add mod">
          <ac:chgData name="Manreen Kaur" userId="f41825493ab1689e" providerId="LiveId" clId="{1A7136C0-731D-4510-8387-D702D13A694E}" dt="2022-11-23T16:03:14.236" v="13"/>
          <ac:spMkLst>
            <pc:docMk/>
            <pc:sldMk cId="768310175" sldId="303"/>
            <ac:spMk id="1104" creationId="{CB62724B-EE80-C398-D4EA-64782FA9303C}"/>
          </ac:spMkLst>
        </pc:spChg>
        <pc:spChg chg="add mod">
          <ac:chgData name="Manreen Kaur" userId="f41825493ab1689e" providerId="LiveId" clId="{1A7136C0-731D-4510-8387-D702D13A694E}" dt="2022-11-23T16:03:14.236" v="13"/>
          <ac:spMkLst>
            <pc:docMk/>
            <pc:sldMk cId="768310175" sldId="303"/>
            <ac:spMk id="1105" creationId="{0226DF2A-A7F4-9670-D035-628F86E3DBE0}"/>
          </ac:spMkLst>
        </pc:spChg>
        <pc:spChg chg="add mod">
          <ac:chgData name="Manreen Kaur" userId="f41825493ab1689e" providerId="LiveId" clId="{1A7136C0-731D-4510-8387-D702D13A694E}" dt="2022-11-23T16:03:14.236" v="13"/>
          <ac:spMkLst>
            <pc:docMk/>
            <pc:sldMk cId="768310175" sldId="303"/>
            <ac:spMk id="1106" creationId="{B0B39EBA-3924-482B-0063-E4944ABB1CAF}"/>
          </ac:spMkLst>
        </pc:spChg>
        <pc:spChg chg="add mod">
          <ac:chgData name="Manreen Kaur" userId="f41825493ab1689e" providerId="LiveId" clId="{1A7136C0-731D-4510-8387-D702D13A694E}" dt="2022-11-23T16:03:14.236" v="13"/>
          <ac:spMkLst>
            <pc:docMk/>
            <pc:sldMk cId="768310175" sldId="303"/>
            <ac:spMk id="1107" creationId="{FAE8364B-D8B7-DB51-031A-F4B7C399EECD}"/>
          </ac:spMkLst>
        </pc:spChg>
        <pc:spChg chg="add mod">
          <ac:chgData name="Manreen Kaur" userId="f41825493ab1689e" providerId="LiveId" clId="{1A7136C0-731D-4510-8387-D702D13A694E}" dt="2022-11-23T16:03:14.236" v="13"/>
          <ac:spMkLst>
            <pc:docMk/>
            <pc:sldMk cId="768310175" sldId="303"/>
            <ac:spMk id="1108" creationId="{7CD252D9-7EDE-9E97-B8F7-E82F1F956209}"/>
          </ac:spMkLst>
        </pc:spChg>
        <pc:spChg chg="add mod">
          <ac:chgData name="Manreen Kaur" userId="f41825493ab1689e" providerId="LiveId" clId="{1A7136C0-731D-4510-8387-D702D13A694E}" dt="2022-11-23T16:03:14.236" v="13"/>
          <ac:spMkLst>
            <pc:docMk/>
            <pc:sldMk cId="768310175" sldId="303"/>
            <ac:spMk id="1109" creationId="{88EE9B43-0E20-86DA-DD2E-E0CF90D9DABC}"/>
          </ac:spMkLst>
        </pc:spChg>
        <pc:spChg chg="add mod">
          <ac:chgData name="Manreen Kaur" userId="f41825493ab1689e" providerId="LiveId" clId="{1A7136C0-731D-4510-8387-D702D13A694E}" dt="2022-11-23T16:03:14.236" v="13"/>
          <ac:spMkLst>
            <pc:docMk/>
            <pc:sldMk cId="768310175" sldId="303"/>
            <ac:spMk id="1110" creationId="{BE86E4D4-1172-CE33-879F-0AF3D2F3D1AB}"/>
          </ac:spMkLst>
        </pc:spChg>
        <pc:spChg chg="add mod">
          <ac:chgData name="Manreen Kaur" userId="f41825493ab1689e" providerId="LiveId" clId="{1A7136C0-731D-4510-8387-D702D13A694E}" dt="2022-11-23T16:03:14.236" v="13"/>
          <ac:spMkLst>
            <pc:docMk/>
            <pc:sldMk cId="768310175" sldId="303"/>
            <ac:spMk id="1111" creationId="{E1C6BAC9-D7A5-3BD4-95B0-B27280F1DC80}"/>
          </ac:spMkLst>
        </pc:spChg>
        <pc:spChg chg="add mod">
          <ac:chgData name="Manreen Kaur" userId="f41825493ab1689e" providerId="LiveId" clId="{1A7136C0-731D-4510-8387-D702D13A694E}" dt="2022-11-23T16:03:14.236" v="13"/>
          <ac:spMkLst>
            <pc:docMk/>
            <pc:sldMk cId="768310175" sldId="303"/>
            <ac:spMk id="1112" creationId="{BD1EB1F6-2662-1128-33F9-C8C95E52C393}"/>
          </ac:spMkLst>
        </pc:spChg>
        <pc:spChg chg="add mod">
          <ac:chgData name="Manreen Kaur" userId="f41825493ab1689e" providerId="LiveId" clId="{1A7136C0-731D-4510-8387-D702D13A694E}" dt="2022-11-23T16:03:14.236" v="13"/>
          <ac:spMkLst>
            <pc:docMk/>
            <pc:sldMk cId="768310175" sldId="303"/>
            <ac:spMk id="1113" creationId="{F332E4B9-69A6-F7D1-5255-C95AA420EC52}"/>
          </ac:spMkLst>
        </pc:spChg>
        <pc:spChg chg="add mod">
          <ac:chgData name="Manreen Kaur" userId="f41825493ab1689e" providerId="LiveId" clId="{1A7136C0-731D-4510-8387-D702D13A694E}" dt="2022-11-23T16:03:14.236" v="13"/>
          <ac:spMkLst>
            <pc:docMk/>
            <pc:sldMk cId="768310175" sldId="303"/>
            <ac:spMk id="1114" creationId="{9E05E8A8-2F2B-D3E1-C60F-2759ED0D0892}"/>
          </ac:spMkLst>
        </pc:spChg>
        <pc:spChg chg="add mod">
          <ac:chgData name="Manreen Kaur" userId="f41825493ab1689e" providerId="LiveId" clId="{1A7136C0-731D-4510-8387-D702D13A694E}" dt="2022-11-23T16:03:14.236" v="13"/>
          <ac:spMkLst>
            <pc:docMk/>
            <pc:sldMk cId="768310175" sldId="303"/>
            <ac:spMk id="1115" creationId="{80703853-AC69-C65E-850A-91CDF99D7D6E}"/>
          </ac:spMkLst>
        </pc:spChg>
        <pc:spChg chg="add mod">
          <ac:chgData name="Manreen Kaur" userId="f41825493ab1689e" providerId="LiveId" clId="{1A7136C0-731D-4510-8387-D702D13A694E}" dt="2022-11-23T16:03:14.236" v="13"/>
          <ac:spMkLst>
            <pc:docMk/>
            <pc:sldMk cId="768310175" sldId="303"/>
            <ac:spMk id="1116" creationId="{1C16D40D-A537-DE3E-13FA-B2F3CA2BB5AB}"/>
          </ac:spMkLst>
        </pc:spChg>
        <pc:spChg chg="add mod">
          <ac:chgData name="Manreen Kaur" userId="f41825493ab1689e" providerId="LiveId" clId="{1A7136C0-731D-4510-8387-D702D13A694E}" dt="2022-11-23T16:03:14.236" v="13"/>
          <ac:spMkLst>
            <pc:docMk/>
            <pc:sldMk cId="768310175" sldId="303"/>
            <ac:spMk id="1117" creationId="{437DC618-D92F-A74F-18CF-A88BE03F264D}"/>
          </ac:spMkLst>
        </pc:spChg>
        <pc:spChg chg="add mod">
          <ac:chgData name="Manreen Kaur" userId="f41825493ab1689e" providerId="LiveId" clId="{1A7136C0-731D-4510-8387-D702D13A694E}" dt="2022-11-23T16:03:14.236" v="13"/>
          <ac:spMkLst>
            <pc:docMk/>
            <pc:sldMk cId="768310175" sldId="303"/>
            <ac:spMk id="1118" creationId="{A70FCC72-79CA-5CA4-4E30-87363D83F547}"/>
          </ac:spMkLst>
        </pc:spChg>
        <pc:spChg chg="add mod">
          <ac:chgData name="Manreen Kaur" userId="f41825493ab1689e" providerId="LiveId" clId="{1A7136C0-731D-4510-8387-D702D13A694E}" dt="2022-11-23T16:03:14.236" v="13"/>
          <ac:spMkLst>
            <pc:docMk/>
            <pc:sldMk cId="768310175" sldId="303"/>
            <ac:spMk id="1119" creationId="{1D862A14-9ED3-4F3C-177B-BC5F73415778}"/>
          </ac:spMkLst>
        </pc:spChg>
        <pc:spChg chg="add mod">
          <ac:chgData name="Manreen Kaur" userId="f41825493ab1689e" providerId="LiveId" clId="{1A7136C0-731D-4510-8387-D702D13A694E}" dt="2022-11-23T16:03:14.236" v="13"/>
          <ac:spMkLst>
            <pc:docMk/>
            <pc:sldMk cId="768310175" sldId="303"/>
            <ac:spMk id="1120" creationId="{8CE46497-C57E-893E-7A0C-7F1D77A3BBAB}"/>
          </ac:spMkLst>
        </pc:spChg>
        <pc:spChg chg="add mod">
          <ac:chgData name="Manreen Kaur" userId="f41825493ab1689e" providerId="LiveId" clId="{1A7136C0-731D-4510-8387-D702D13A694E}" dt="2022-11-23T16:03:14.236" v="13"/>
          <ac:spMkLst>
            <pc:docMk/>
            <pc:sldMk cId="768310175" sldId="303"/>
            <ac:spMk id="1121" creationId="{F7EE4528-C1F6-2BDD-920B-B984A1AD05E8}"/>
          </ac:spMkLst>
        </pc:spChg>
        <pc:spChg chg="add mod">
          <ac:chgData name="Manreen Kaur" userId="f41825493ab1689e" providerId="LiveId" clId="{1A7136C0-731D-4510-8387-D702D13A694E}" dt="2022-11-23T16:03:14.236" v="13"/>
          <ac:spMkLst>
            <pc:docMk/>
            <pc:sldMk cId="768310175" sldId="303"/>
            <ac:spMk id="1122" creationId="{70DAF59C-70FF-3DAA-0243-A163D2996FFE}"/>
          </ac:spMkLst>
        </pc:spChg>
        <pc:spChg chg="add mod">
          <ac:chgData name="Manreen Kaur" userId="f41825493ab1689e" providerId="LiveId" clId="{1A7136C0-731D-4510-8387-D702D13A694E}" dt="2022-11-23T16:03:14.236" v="13"/>
          <ac:spMkLst>
            <pc:docMk/>
            <pc:sldMk cId="768310175" sldId="303"/>
            <ac:spMk id="1123" creationId="{7DAC007C-9381-E9FC-6B4C-6DE2E2DAD10B}"/>
          </ac:spMkLst>
        </pc:spChg>
        <pc:spChg chg="add mod">
          <ac:chgData name="Manreen Kaur" userId="f41825493ab1689e" providerId="LiveId" clId="{1A7136C0-731D-4510-8387-D702D13A694E}" dt="2022-11-23T16:03:14.236" v="13"/>
          <ac:spMkLst>
            <pc:docMk/>
            <pc:sldMk cId="768310175" sldId="303"/>
            <ac:spMk id="1124" creationId="{F2034C14-A31F-1A2F-A0B2-43ABB48F582D}"/>
          </ac:spMkLst>
        </pc:spChg>
        <pc:spChg chg="add mod">
          <ac:chgData name="Manreen Kaur" userId="f41825493ab1689e" providerId="LiveId" clId="{1A7136C0-731D-4510-8387-D702D13A694E}" dt="2022-11-23T16:03:14.236" v="13"/>
          <ac:spMkLst>
            <pc:docMk/>
            <pc:sldMk cId="768310175" sldId="303"/>
            <ac:spMk id="1125" creationId="{F8D00E1D-90D7-B5C5-1DDA-353B9DD42790}"/>
          </ac:spMkLst>
        </pc:spChg>
        <pc:spChg chg="add mod">
          <ac:chgData name="Manreen Kaur" userId="f41825493ab1689e" providerId="LiveId" clId="{1A7136C0-731D-4510-8387-D702D13A694E}" dt="2022-11-23T16:03:14.236" v="13"/>
          <ac:spMkLst>
            <pc:docMk/>
            <pc:sldMk cId="768310175" sldId="303"/>
            <ac:spMk id="1126" creationId="{70645B14-851D-804A-9A89-E92E11CF41BE}"/>
          </ac:spMkLst>
        </pc:spChg>
        <pc:spChg chg="add mod">
          <ac:chgData name="Manreen Kaur" userId="f41825493ab1689e" providerId="LiveId" clId="{1A7136C0-731D-4510-8387-D702D13A694E}" dt="2022-11-23T16:03:14.236" v="13"/>
          <ac:spMkLst>
            <pc:docMk/>
            <pc:sldMk cId="768310175" sldId="303"/>
            <ac:spMk id="1127" creationId="{E908B303-8CF8-5DC5-486E-A82B1243C4F4}"/>
          </ac:spMkLst>
        </pc:spChg>
        <pc:spChg chg="add mod">
          <ac:chgData name="Manreen Kaur" userId="f41825493ab1689e" providerId="LiveId" clId="{1A7136C0-731D-4510-8387-D702D13A694E}" dt="2022-11-23T16:03:14.236" v="13"/>
          <ac:spMkLst>
            <pc:docMk/>
            <pc:sldMk cId="768310175" sldId="303"/>
            <ac:spMk id="1128" creationId="{CAE0E8D8-73D0-88A1-80C3-BE9FA287A5DE}"/>
          </ac:spMkLst>
        </pc:spChg>
        <pc:spChg chg="add mod">
          <ac:chgData name="Manreen Kaur" userId="f41825493ab1689e" providerId="LiveId" clId="{1A7136C0-731D-4510-8387-D702D13A694E}" dt="2022-11-23T16:03:14.236" v="13"/>
          <ac:spMkLst>
            <pc:docMk/>
            <pc:sldMk cId="768310175" sldId="303"/>
            <ac:spMk id="1129" creationId="{32A2FC70-BCC3-007C-33C3-DF6119E26B50}"/>
          </ac:spMkLst>
        </pc:spChg>
        <pc:spChg chg="add mod">
          <ac:chgData name="Manreen Kaur" userId="f41825493ab1689e" providerId="LiveId" clId="{1A7136C0-731D-4510-8387-D702D13A694E}" dt="2022-11-23T16:03:14.236" v="13"/>
          <ac:spMkLst>
            <pc:docMk/>
            <pc:sldMk cId="768310175" sldId="303"/>
            <ac:spMk id="1130" creationId="{25E3722E-A757-94A9-1F38-6841885E7A64}"/>
          </ac:spMkLst>
        </pc:spChg>
        <pc:spChg chg="add mod">
          <ac:chgData name="Manreen Kaur" userId="f41825493ab1689e" providerId="LiveId" clId="{1A7136C0-731D-4510-8387-D702D13A694E}" dt="2022-11-23T16:03:14.236" v="13"/>
          <ac:spMkLst>
            <pc:docMk/>
            <pc:sldMk cId="768310175" sldId="303"/>
            <ac:spMk id="1131" creationId="{5F862AB3-63EE-A670-1E2B-02AF180177F1}"/>
          </ac:spMkLst>
        </pc:spChg>
        <pc:spChg chg="add mod">
          <ac:chgData name="Manreen Kaur" userId="f41825493ab1689e" providerId="LiveId" clId="{1A7136C0-731D-4510-8387-D702D13A694E}" dt="2022-11-23T16:03:14.236" v="13"/>
          <ac:spMkLst>
            <pc:docMk/>
            <pc:sldMk cId="768310175" sldId="303"/>
            <ac:spMk id="1132" creationId="{6FFE238B-9EC0-2289-8AAC-69A77650C852}"/>
          </ac:spMkLst>
        </pc:spChg>
        <pc:spChg chg="add mod">
          <ac:chgData name="Manreen Kaur" userId="f41825493ab1689e" providerId="LiveId" clId="{1A7136C0-731D-4510-8387-D702D13A694E}" dt="2022-11-23T16:03:14.236" v="13"/>
          <ac:spMkLst>
            <pc:docMk/>
            <pc:sldMk cId="768310175" sldId="303"/>
            <ac:spMk id="1133" creationId="{D3DA9D02-4D59-324E-5A56-78D2DCE7F7D7}"/>
          </ac:spMkLst>
        </pc:spChg>
        <pc:spChg chg="add mod">
          <ac:chgData name="Manreen Kaur" userId="f41825493ab1689e" providerId="LiveId" clId="{1A7136C0-731D-4510-8387-D702D13A694E}" dt="2022-11-23T16:03:14.236" v="13"/>
          <ac:spMkLst>
            <pc:docMk/>
            <pc:sldMk cId="768310175" sldId="303"/>
            <ac:spMk id="1134" creationId="{9AA0CD89-4AC2-4D9C-D0FC-306A7F32A178}"/>
          </ac:spMkLst>
        </pc:spChg>
        <pc:spChg chg="add mod">
          <ac:chgData name="Manreen Kaur" userId="f41825493ab1689e" providerId="LiveId" clId="{1A7136C0-731D-4510-8387-D702D13A694E}" dt="2022-11-23T16:03:14.236" v="13"/>
          <ac:spMkLst>
            <pc:docMk/>
            <pc:sldMk cId="768310175" sldId="303"/>
            <ac:spMk id="1135" creationId="{234A0DCE-DD79-287E-650F-DD7500756457}"/>
          </ac:spMkLst>
        </pc:spChg>
        <pc:spChg chg="add mod">
          <ac:chgData name="Manreen Kaur" userId="f41825493ab1689e" providerId="LiveId" clId="{1A7136C0-731D-4510-8387-D702D13A694E}" dt="2022-11-23T16:03:14.236" v="13"/>
          <ac:spMkLst>
            <pc:docMk/>
            <pc:sldMk cId="768310175" sldId="303"/>
            <ac:spMk id="1136" creationId="{7A9CF00F-6A3F-B46E-B186-49E6B2BEE816}"/>
          </ac:spMkLst>
        </pc:spChg>
        <pc:spChg chg="add mod">
          <ac:chgData name="Manreen Kaur" userId="f41825493ab1689e" providerId="LiveId" clId="{1A7136C0-731D-4510-8387-D702D13A694E}" dt="2022-11-23T16:03:14.236" v="13"/>
          <ac:spMkLst>
            <pc:docMk/>
            <pc:sldMk cId="768310175" sldId="303"/>
            <ac:spMk id="1137" creationId="{14CD31F1-8FA6-B359-648D-8667B11DCBE4}"/>
          </ac:spMkLst>
        </pc:spChg>
        <pc:spChg chg="add mod">
          <ac:chgData name="Manreen Kaur" userId="f41825493ab1689e" providerId="LiveId" clId="{1A7136C0-731D-4510-8387-D702D13A694E}" dt="2022-11-23T16:03:14.236" v="13"/>
          <ac:spMkLst>
            <pc:docMk/>
            <pc:sldMk cId="768310175" sldId="303"/>
            <ac:spMk id="1138" creationId="{23714A03-64DA-6B79-D610-CD663D926210}"/>
          </ac:spMkLst>
        </pc:spChg>
        <pc:spChg chg="add mod">
          <ac:chgData name="Manreen Kaur" userId="f41825493ab1689e" providerId="LiveId" clId="{1A7136C0-731D-4510-8387-D702D13A694E}" dt="2022-11-23T16:03:14.236" v="13"/>
          <ac:spMkLst>
            <pc:docMk/>
            <pc:sldMk cId="768310175" sldId="303"/>
            <ac:spMk id="1139" creationId="{3F37AFCD-2DD7-A9D3-ACE4-1FFAEF5153B6}"/>
          </ac:spMkLst>
        </pc:spChg>
        <pc:spChg chg="add mod">
          <ac:chgData name="Manreen Kaur" userId="f41825493ab1689e" providerId="LiveId" clId="{1A7136C0-731D-4510-8387-D702D13A694E}" dt="2022-11-23T16:03:14.236" v="13"/>
          <ac:spMkLst>
            <pc:docMk/>
            <pc:sldMk cId="768310175" sldId="303"/>
            <ac:spMk id="1140" creationId="{7FC28D0E-8583-2781-6806-D28BAA20C969}"/>
          </ac:spMkLst>
        </pc:spChg>
        <pc:spChg chg="add mod">
          <ac:chgData name="Manreen Kaur" userId="f41825493ab1689e" providerId="LiveId" clId="{1A7136C0-731D-4510-8387-D702D13A694E}" dt="2022-11-23T16:03:14.236" v="13"/>
          <ac:spMkLst>
            <pc:docMk/>
            <pc:sldMk cId="768310175" sldId="303"/>
            <ac:spMk id="1141" creationId="{88221006-9091-20C4-162B-73F8250E52CA}"/>
          </ac:spMkLst>
        </pc:spChg>
        <pc:grpChg chg="del">
          <ac:chgData name="Manreen Kaur" userId="f41825493ab1689e" providerId="LiveId" clId="{1A7136C0-731D-4510-8387-D702D13A694E}" dt="2022-11-23T16:03:12.794" v="12" actId="478"/>
          <ac:grpSpMkLst>
            <pc:docMk/>
            <pc:sldMk cId="768310175" sldId="303"/>
            <ac:grpSpMk id="3" creationId="{21081F89-DBF1-9D44-2AC5-A11BDEA1691A}"/>
          </ac:grpSpMkLst>
        </pc:grpChg>
        <pc:grpChg chg="add mod">
          <ac:chgData name="Manreen Kaur" userId="f41825493ab1689e" providerId="LiveId" clId="{1A7136C0-731D-4510-8387-D702D13A694E}" dt="2022-11-23T16:03:21.787" v="14" actId="1076"/>
          <ac:grpSpMkLst>
            <pc:docMk/>
            <pc:sldMk cId="768310175" sldId="303"/>
            <ac:grpSpMk id="8" creationId="{BEAD81C3-9197-7F68-B127-73A25DF76049}"/>
          </ac:grpSpMkLst>
        </pc:grpChg>
        <pc:cxnChg chg="mod">
          <ac:chgData name="Manreen Kaur" userId="f41825493ab1689e" providerId="LiveId" clId="{1A7136C0-731D-4510-8387-D702D13A694E}" dt="2022-11-24T09:46:58.357" v="2617" actId="14100"/>
          <ac:cxnSpMkLst>
            <pc:docMk/>
            <pc:sldMk cId="768310175" sldId="303"/>
            <ac:cxnSpMk id="23" creationId="{DEE04036-0C90-C392-99AE-E6A152D5CA73}"/>
          </ac:cxnSpMkLst>
        </pc:cxnChg>
      </pc:sldChg>
      <pc:sldChg chg="modSp mod modTransition modAnim">
        <pc:chgData name="Manreen Kaur" userId="f41825493ab1689e" providerId="LiveId" clId="{1A7136C0-731D-4510-8387-D702D13A694E}" dt="2022-11-24T10:17:49.387" v="2871" actId="1076"/>
        <pc:sldMkLst>
          <pc:docMk/>
          <pc:sldMk cId="232730492" sldId="304"/>
        </pc:sldMkLst>
        <pc:spChg chg="mod">
          <ac:chgData name="Manreen Kaur" userId="f41825493ab1689e" providerId="LiveId" clId="{1A7136C0-731D-4510-8387-D702D13A694E}" dt="2022-11-24T09:47:48.054" v="2627" actId="1076"/>
          <ac:spMkLst>
            <pc:docMk/>
            <pc:sldMk cId="232730492" sldId="304"/>
            <ac:spMk id="2" creationId="{71D4EC4C-71FB-43D5-E0CA-D6AE489EF042}"/>
          </ac:spMkLst>
        </pc:spChg>
        <pc:spChg chg="mod">
          <ac:chgData name="Manreen Kaur" userId="f41825493ab1689e" providerId="LiveId" clId="{1A7136C0-731D-4510-8387-D702D13A694E}" dt="2022-11-24T09:57:39.976" v="2703" actId="1076"/>
          <ac:spMkLst>
            <pc:docMk/>
            <pc:sldMk cId="232730492" sldId="304"/>
            <ac:spMk id="19" creationId="{53F8001C-FCBF-11B8-7B37-411428FD572D}"/>
          </ac:spMkLst>
        </pc:spChg>
        <pc:spChg chg="mod">
          <ac:chgData name="Manreen Kaur" userId="f41825493ab1689e" providerId="LiveId" clId="{1A7136C0-731D-4510-8387-D702D13A694E}" dt="2022-11-24T09:57:42.622" v="2704" actId="1076"/>
          <ac:spMkLst>
            <pc:docMk/>
            <pc:sldMk cId="232730492" sldId="304"/>
            <ac:spMk id="1063" creationId="{9BF46080-202B-2198-2D6D-F32BDB91B1D8}"/>
          </ac:spMkLst>
        </pc:spChg>
        <pc:picChg chg="mod">
          <ac:chgData name="Manreen Kaur" userId="f41825493ab1689e" providerId="LiveId" clId="{1A7136C0-731D-4510-8387-D702D13A694E}" dt="2022-11-24T10:17:49.387" v="2871" actId="1076"/>
          <ac:picMkLst>
            <pc:docMk/>
            <pc:sldMk cId="232730492" sldId="304"/>
            <ac:picMk id="10" creationId="{A2FE4652-C136-63D2-82B9-B69327FBFCBE}"/>
          </ac:picMkLst>
        </pc:picChg>
        <pc:picChg chg="mod">
          <ac:chgData name="Manreen Kaur" userId="f41825493ab1689e" providerId="LiveId" clId="{1A7136C0-731D-4510-8387-D702D13A694E}" dt="2022-11-23T16:05:24.135" v="22" actId="1076"/>
          <ac:picMkLst>
            <pc:docMk/>
            <pc:sldMk cId="232730492" sldId="304"/>
            <ac:picMk id="18" creationId="{B2011420-27C5-C753-827B-A0CBECC73FE9}"/>
          </ac:picMkLst>
        </pc:picChg>
        <pc:cxnChg chg="mod">
          <ac:chgData name="Manreen Kaur" userId="f41825493ab1689e" providerId="LiveId" clId="{1A7136C0-731D-4510-8387-D702D13A694E}" dt="2022-11-24T09:48:00.298" v="2628" actId="14100"/>
          <ac:cxnSpMkLst>
            <pc:docMk/>
            <pc:sldMk cId="232730492" sldId="304"/>
            <ac:cxnSpMk id="23" creationId="{DEE04036-0C90-C392-99AE-E6A152D5CA73}"/>
          </ac:cxnSpMkLst>
        </pc:cxnChg>
      </pc:sldChg>
      <pc:sldChg chg="modSp add mod modTransition modAnim">
        <pc:chgData name="Manreen Kaur" userId="f41825493ab1689e" providerId="LiveId" clId="{1A7136C0-731D-4510-8387-D702D13A694E}" dt="2022-11-24T10:17:37.138" v="2867"/>
        <pc:sldMkLst>
          <pc:docMk/>
          <pc:sldMk cId="544396786" sldId="305"/>
        </pc:sldMkLst>
        <pc:spChg chg="mod">
          <ac:chgData name="Manreen Kaur" userId="f41825493ab1689e" providerId="LiveId" clId="{1A7136C0-731D-4510-8387-D702D13A694E}" dt="2022-11-24T09:47:28.799" v="2624" actId="1076"/>
          <ac:spMkLst>
            <pc:docMk/>
            <pc:sldMk cId="544396786" sldId="305"/>
            <ac:spMk id="2" creationId="{71D4EC4C-71FB-43D5-E0CA-D6AE489EF042}"/>
          </ac:spMkLst>
        </pc:spChg>
        <pc:spChg chg="mod">
          <ac:chgData name="Manreen Kaur" userId="f41825493ab1689e" providerId="LiveId" clId="{1A7136C0-731D-4510-8387-D702D13A694E}" dt="2022-11-23T16:15:47.346" v="684" actId="1076"/>
          <ac:spMkLst>
            <pc:docMk/>
            <pc:sldMk cId="544396786" sldId="305"/>
            <ac:spMk id="7" creationId="{A046BAA9-98E2-7D73-DC92-20B3506940E4}"/>
          </ac:spMkLst>
        </pc:spChg>
        <pc:cxnChg chg="mod">
          <ac:chgData name="Manreen Kaur" userId="f41825493ab1689e" providerId="LiveId" clId="{1A7136C0-731D-4510-8387-D702D13A694E}" dt="2022-11-24T09:47:14.803" v="2620" actId="1076"/>
          <ac:cxnSpMkLst>
            <pc:docMk/>
            <pc:sldMk cId="544396786" sldId="305"/>
            <ac:cxnSpMk id="23" creationId="{DEE04036-0C90-C392-99AE-E6A152D5CA73}"/>
          </ac:cxnSpMkLst>
        </pc:cxnChg>
      </pc:sldChg>
      <pc:sldChg chg="modSp add mod ord modTransition modAnim">
        <pc:chgData name="Manreen Kaur" userId="f41825493ab1689e" providerId="LiveId" clId="{1A7136C0-731D-4510-8387-D702D13A694E}" dt="2022-11-24T10:17:56.070" v="2872"/>
        <pc:sldMkLst>
          <pc:docMk/>
          <pc:sldMk cId="1478393207" sldId="306"/>
        </pc:sldMkLst>
        <pc:spChg chg="mod">
          <ac:chgData name="Manreen Kaur" userId="f41825493ab1689e" providerId="LiveId" clId="{1A7136C0-731D-4510-8387-D702D13A694E}" dt="2022-11-24T09:48:32.721" v="2635" actId="1076"/>
          <ac:spMkLst>
            <pc:docMk/>
            <pc:sldMk cId="1478393207" sldId="306"/>
            <ac:spMk id="2" creationId="{71D4EC4C-71FB-43D5-E0CA-D6AE489EF042}"/>
          </ac:spMkLst>
        </pc:spChg>
        <pc:spChg chg="mod">
          <ac:chgData name="Manreen Kaur" userId="f41825493ab1689e" providerId="LiveId" clId="{1A7136C0-731D-4510-8387-D702D13A694E}" dt="2022-11-23T16:25:56.973" v="1261" actId="20577"/>
          <ac:spMkLst>
            <pc:docMk/>
            <pc:sldMk cId="1478393207" sldId="306"/>
            <ac:spMk id="7" creationId="{A046BAA9-98E2-7D73-DC92-20B3506940E4}"/>
          </ac:spMkLst>
        </pc:spChg>
        <pc:cxnChg chg="mod">
          <ac:chgData name="Manreen Kaur" userId="f41825493ab1689e" providerId="LiveId" clId="{1A7136C0-731D-4510-8387-D702D13A694E}" dt="2022-11-24T09:48:13.121" v="2630" actId="14100"/>
          <ac:cxnSpMkLst>
            <pc:docMk/>
            <pc:sldMk cId="1478393207" sldId="306"/>
            <ac:cxnSpMk id="23" creationId="{DEE04036-0C90-C392-99AE-E6A152D5CA73}"/>
          </ac:cxnSpMkLst>
        </pc:cxnChg>
      </pc:sldChg>
      <pc:sldChg chg="addSp delSp modSp add mod ord modTransition modAnim">
        <pc:chgData name="Manreen Kaur" userId="f41825493ab1689e" providerId="LiveId" clId="{1A7136C0-731D-4510-8387-D702D13A694E}" dt="2022-11-24T10:18:00.857" v="2873"/>
        <pc:sldMkLst>
          <pc:docMk/>
          <pc:sldMk cId="2406729418" sldId="307"/>
        </pc:sldMkLst>
        <pc:spChg chg="mod">
          <ac:chgData name="Manreen Kaur" userId="f41825493ab1689e" providerId="LiveId" clId="{1A7136C0-731D-4510-8387-D702D13A694E}" dt="2022-11-24T09:51:20.679" v="2666" actId="1076"/>
          <ac:spMkLst>
            <pc:docMk/>
            <pc:sldMk cId="2406729418" sldId="307"/>
            <ac:spMk id="2" creationId="{71D4EC4C-71FB-43D5-E0CA-D6AE489EF042}"/>
          </ac:spMkLst>
        </pc:spChg>
        <pc:spChg chg="mod">
          <ac:chgData name="Manreen Kaur" userId="f41825493ab1689e" providerId="LiveId" clId="{1A7136C0-731D-4510-8387-D702D13A694E}" dt="2022-11-24T09:57:54.983" v="2705" actId="1076"/>
          <ac:spMkLst>
            <pc:docMk/>
            <pc:sldMk cId="2406729418" sldId="307"/>
            <ac:spMk id="19" creationId="{53F8001C-FCBF-11B8-7B37-411428FD572D}"/>
          </ac:spMkLst>
        </pc:spChg>
        <pc:spChg chg="mod">
          <ac:chgData name="Manreen Kaur" userId="f41825493ab1689e" providerId="LiveId" clId="{1A7136C0-731D-4510-8387-D702D13A694E}" dt="2022-11-23T16:18:40.707" v="715" actId="14100"/>
          <ac:spMkLst>
            <pc:docMk/>
            <pc:sldMk cId="2406729418" sldId="307"/>
            <ac:spMk id="1026" creationId="{051677EF-3A39-2962-8A29-47DD56BF1BDE}"/>
          </ac:spMkLst>
        </pc:spChg>
        <pc:spChg chg="mod">
          <ac:chgData name="Manreen Kaur" userId="f41825493ab1689e" providerId="LiveId" clId="{1A7136C0-731D-4510-8387-D702D13A694E}" dt="2022-11-24T09:49:51.007" v="2649" actId="14100"/>
          <ac:spMkLst>
            <pc:docMk/>
            <pc:sldMk cId="2406729418" sldId="307"/>
            <ac:spMk id="1063" creationId="{9BF46080-202B-2198-2D6D-F32BDB91B1D8}"/>
          </ac:spMkLst>
        </pc:spChg>
        <pc:picChg chg="add mod ord">
          <ac:chgData name="Manreen Kaur" userId="f41825493ab1689e" providerId="LiveId" clId="{1A7136C0-731D-4510-8387-D702D13A694E}" dt="2022-11-24T09:49:53.547" v="2650" actId="1076"/>
          <ac:picMkLst>
            <pc:docMk/>
            <pc:sldMk cId="2406729418" sldId="307"/>
            <ac:picMk id="8" creationId="{C25B6933-54FE-B6A1-4F37-15A096D1B420}"/>
          </ac:picMkLst>
        </pc:picChg>
        <pc:picChg chg="del">
          <ac:chgData name="Manreen Kaur" userId="f41825493ab1689e" providerId="LiveId" clId="{1A7136C0-731D-4510-8387-D702D13A694E}" dt="2022-11-23T16:18:03.119" v="703" actId="478"/>
          <ac:picMkLst>
            <pc:docMk/>
            <pc:sldMk cId="2406729418" sldId="307"/>
            <ac:picMk id="10" creationId="{A2FE4652-C136-63D2-82B9-B69327FBFCBE}"/>
          </ac:picMkLst>
        </pc:picChg>
        <pc:picChg chg="add mod">
          <ac:chgData name="Manreen Kaur" userId="f41825493ab1689e" providerId="LiveId" clId="{1A7136C0-731D-4510-8387-D702D13A694E}" dt="2022-11-24T09:49:57.030" v="2651" actId="1076"/>
          <ac:picMkLst>
            <pc:docMk/>
            <pc:sldMk cId="2406729418" sldId="307"/>
            <ac:picMk id="16" creationId="{5A0AFE13-E5CF-BB8A-0121-968E5F2F7643}"/>
          </ac:picMkLst>
        </pc:picChg>
        <pc:picChg chg="del">
          <ac:chgData name="Manreen Kaur" userId="f41825493ab1689e" providerId="LiveId" clId="{1A7136C0-731D-4510-8387-D702D13A694E}" dt="2022-11-23T16:26:27.056" v="1262" actId="478"/>
          <ac:picMkLst>
            <pc:docMk/>
            <pc:sldMk cId="2406729418" sldId="307"/>
            <ac:picMk id="18" creationId="{B2011420-27C5-C753-827B-A0CBECC73FE9}"/>
          </ac:picMkLst>
        </pc:picChg>
        <pc:cxnChg chg="mod">
          <ac:chgData name="Manreen Kaur" userId="f41825493ab1689e" providerId="LiveId" clId="{1A7136C0-731D-4510-8387-D702D13A694E}" dt="2022-11-24T09:51:12.338" v="2664" actId="14100"/>
          <ac:cxnSpMkLst>
            <pc:docMk/>
            <pc:sldMk cId="2406729418" sldId="307"/>
            <ac:cxnSpMk id="23" creationId="{DEE04036-0C90-C392-99AE-E6A152D5CA73}"/>
          </ac:cxnSpMkLst>
        </pc:cxnChg>
      </pc:sldChg>
      <pc:sldChg chg="modSp add mod ord modTransition modAnim">
        <pc:chgData name="Manreen Kaur" userId="f41825493ab1689e" providerId="LiveId" clId="{1A7136C0-731D-4510-8387-D702D13A694E}" dt="2022-11-24T10:18:23.732" v="2877"/>
        <pc:sldMkLst>
          <pc:docMk/>
          <pc:sldMk cId="3010125814" sldId="308"/>
        </pc:sldMkLst>
        <pc:spChg chg="mod">
          <ac:chgData name="Manreen Kaur" userId="f41825493ab1689e" providerId="LiveId" clId="{1A7136C0-731D-4510-8387-D702D13A694E}" dt="2022-11-24T09:51:59.890" v="2673" actId="14100"/>
          <ac:spMkLst>
            <pc:docMk/>
            <pc:sldMk cId="3010125814" sldId="308"/>
            <ac:spMk id="2223" creationId="{00000000-0000-0000-0000-000000000000}"/>
          </ac:spMkLst>
        </pc:spChg>
        <pc:spChg chg="mod">
          <ac:chgData name="Manreen Kaur" userId="f41825493ab1689e" providerId="LiveId" clId="{1A7136C0-731D-4510-8387-D702D13A694E}" dt="2022-11-24T09:09:04.997" v="2200" actId="20577"/>
          <ac:spMkLst>
            <pc:docMk/>
            <pc:sldMk cId="3010125814" sldId="308"/>
            <ac:spMk id="2224" creationId="{00000000-0000-0000-0000-000000000000}"/>
          </ac:spMkLst>
        </pc:spChg>
        <pc:cxnChg chg="mod">
          <ac:chgData name="Manreen Kaur" userId="f41825493ab1689e" providerId="LiveId" clId="{1A7136C0-731D-4510-8387-D702D13A694E}" dt="2022-11-24T09:51:56.017" v="2672" actId="14100"/>
          <ac:cxnSpMkLst>
            <pc:docMk/>
            <pc:sldMk cId="3010125814" sldId="308"/>
            <ac:cxnSpMk id="3" creationId="{C96B3C67-8788-21AE-8D1F-EC24DA4081F3}"/>
          </ac:cxnSpMkLst>
        </pc:cxnChg>
      </pc:sldChg>
      <pc:sldChg chg="modSp add mod ord modTransition modAnim">
        <pc:chgData name="Manreen Kaur" userId="f41825493ab1689e" providerId="LiveId" clId="{1A7136C0-731D-4510-8387-D702D13A694E}" dt="2022-11-24T10:18:05.634" v="2874"/>
        <pc:sldMkLst>
          <pc:docMk/>
          <pc:sldMk cId="1511835627" sldId="309"/>
        </pc:sldMkLst>
        <pc:spChg chg="mod">
          <ac:chgData name="Manreen Kaur" userId="f41825493ab1689e" providerId="LiveId" clId="{1A7136C0-731D-4510-8387-D702D13A694E}" dt="2022-11-24T09:50:15.823" v="2655" actId="14100"/>
          <ac:spMkLst>
            <pc:docMk/>
            <pc:sldMk cId="1511835627" sldId="309"/>
            <ac:spMk id="2" creationId="{71D4EC4C-71FB-43D5-E0CA-D6AE489EF042}"/>
          </ac:spMkLst>
        </pc:spChg>
        <pc:spChg chg="mod">
          <ac:chgData name="Manreen Kaur" userId="f41825493ab1689e" providerId="LiveId" clId="{1A7136C0-731D-4510-8387-D702D13A694E}" dt="2022-11-24T09:05:10.100" v="2118" actId="20577"/>
          <ac:spMkLst>
            <pc:docMk/>
            <pc:sldMk cId="1511835627" sldId="309"/>
            <ac:spMk id="7" creationId="{A046BAA9-98E2-7D73-DC92-20B3506940E4}"/>
          </ac:spMkLst>
        </pc:spChg>
        <pc:cxnChg chg="mod">
          <ac:chgData name="Manreen Kaur" userId="f41825493ab1689e" providerId="LiveId" clId="{1A7136C0-731D-4510-8387-D702D13A694E}" dt="2022-11-24T09:50:56.648" v="2662" actId="14100"/>
          <ac:cxnSpMkLst>
            <pc:docMk/>
            <pc:sldMk cId="1511835627" sldId="309"/>
            <ac:cxnSpMk id="23" creationId="{DEE04036-0C90-C392-99AE-E6A152D5CA73}"/>
          </ac:cxnSpMkLst>
        </pc:cxnChg>
      </pc:sldChg>
      <pc:sldChg chg="modSp add mod ord modTransition modAnim">
        <pc:chgData name="Manreen Kaur" userId="f41825493ab1689e" providerId="LiveId" clId="{1A7136C0-731D-4510-8387-D702D13A694E}" dt="2022-11-24T10:18:11.456" v="2875"/>
        <pc:sldMkLst>
          <pc:docMk/>
          <pc:sldMk cId="452412160" sldId="310"/>
        </pc:sldMkLst>
        <pc:spChg chg="mod">
          <ac:chgData name="Manreen Kaur" userId="f41825493ab1689e" providerId="LiveId" clId="{1A7136C0-731D-4510-8387-D702D13A694E}" dt="2022-11-24T09:50:43.049" v="2660" actId="14100"/>
          <ac:spMkLst>
            <pc:docMk/>
            <pc:sldMk cId="452412160" sldId="310"/>
            <ac:spMk id="2" creationId="{71D4EC4C-71FB-43D5-E0CA-D6AE489EF042}"/>
          </ac:spMkLst>
        </pc:spChg>
        <pc:spChg chg="mod">
          <ac:chgData name="Manreen Kaur" userId="f41825493ab1689e" providerId="LiveId" clId="{1A7136C0-731D-4510-8387-D702D13A694E}" dt="2022-11-24T09:58:15.783" v="2707" actId="1076"/>
          <ac:spMkLst>
            <pc:docMk/>
            <pc:sldMk cId="452412160" sldId="310"/>
            <ac:spMk id="19" creationId="{53F8001C-FCBF-11B8-7B37-411428FD572D}"/>
          </ac:spMkLst>
        </pc:spChg>
        <pc:spChg chg="mod">
          <ac:chgData name="Manreen Kaur" userId="f41825493ab1689e" providerId="LiveId" clId="{1A7136C0-731D-4510-8387-D702D13A694E}" dt="2022-11-24T09:58:11.908" v="2706" actId="1076"/>
          <ac:spMkLst>
            <pc:docMk/>
            <pc:sldMk cId="452412160" sldId="310"/>
            <ac:spMk id="1063" creationId="{9BF46080-202B-2198-2D6D-F32BDB91B1D8}"/>
          </ac:spMkLst>
        </pc:spChg>
        <pc:picChg chg="mod">
          <ac:chgData name="Manreen Kaur" userId="f41825493ab1689e" providerId="LiveId" clId="{1A7136C0-731D-4510-8387-D702D13A694E}" dt="2022-11-24T09:50:25.840" v="2656" actId="14100"/>
          <ac:picMkLst>
            <pc:docMk/>
            <pc:sldMk cId="452412160" sldId="310"/>
            <ac:picMk id="8" creationId="{C25B6933-54FE-B6A1-4F37-15A096D1B420}"/>
          </ac:picMkLst>
        </pc:picChg>
        <pc:cxnChg chg="mod">
          <ac:chgData name="Manreen Kaur" userId="f41825493ab1689e" providerId="LiveId" clId="{1A7136C0-731D-4510-8387-D702D13A694E}" dt="2022-11-24T09:50:49.227" v="2661" actId="14100"/>
          <ac:cxnSpMkLst>
            <pc:docMk/>
            <pc:sldMk cId="452412160" sldId="310"/>
            <ac:cxnSpMk id="23" creationId="{DEE04036-0C90-C392-99AE-E6A152D5CA73}"/>
          </ac:cxnSpMkLst>
        </pc:cxnChg>
      </pc:sldChg>
      <pc:sldChg chg="addSp delSp modSp add mod modTransition modAnim">
        <pc:chgData name="Manreen Kaur" userId="f41825493ab1689e" providerId="LiveId" clId="{1A7136C0-731D-4510-8387-D702D13A694E}" dt="2022-11-24T10:18:18.489" v="2876"/>
        <pc:sldMkLst>
          <pc:docMk/>
          <pc:sldMk cId="796001133" sldId="311"/>
        </pc:sldMkLst>
        <pc:spChg chg="mod">
          <ac:chgData name="Manreen Kaur" userId="f41825493ab1689e" providerId="LiveId" clId="{1A7136C0-731D-4510-8387-D702D13A694E}" dt="2022-11-24T09:15:49.904" v="2226" actId="1076"/>
          <ac:spMkLst>
            <pc:docMk/>
            <pc:sldMk cId="796001133" sldId="311"/>
            <ac:spMk id="2" creationId="{71D4EC4C-71FB-43D5-E0CA-D6AE489EF042}"/>
          </ac:spMkLst>
        </pc:spChg>
        <pc:spChg chg="add del mod">
          <ac:chgData name="Manreen Kaur" userId="f41825493ab1689e" providerId="LiveId" clId="{1A7136C0-731D-4510-8387-D702D13A694E}" dt="2022-11-24T09:20:25.257" v="2298" actId="478"/>
          <ac:spMkLst>
            <pc:docMk/>
            <pc:sldMk cId="796001133" sldId="311"/>
            <ac:spMk id="7" creationId="{6B95397E-A05D-27C1-9F06-A60A00DF434C}"/>
          </ac:spMkLst>
        </pc:spChg>
        <pc:spChg chg="mod">
          <ac:chgData name="Manreen Kaur" userId="f41825493ab1689e" providerId="LiveId" clId="{1A7136C0-731D-4510-8387-D702D13A694E}" dt="2022-11-24T09:51:48.864" v="2671" actId="14100"/>
          <ac:spMkLst>
            <pc:docMk/>
            <pc:sldMk cId="796001133" sldId="311"/>
            <ac:spMk id="13" creationId="{E8BB6884-FCA9-584E-4815-BA5B30B367BA}"/>
          </ac:spMkLst>
        </pc:spChg>
        <pc:spChg chg="del mod">
          <ac:chgData name="Manreen Kaur" userId="f41825493ab1689e" providerId="LiveId" clId="{1A7136C0-731D-4510-8387-D702D13A694E}" dt="2022-11-24T09:11:11.074" v="2213"/>
          <ac:spMkLst>
            <pc:docMk/>
            <pc:sldMk cId="796001133" sldId="311"/>
            <ac:spMk id="19" creationId="{53F8001C-FCBF-11B8-7B37-411428FD572D}"/>
          </ac:spMkLst>
        </pc:spChg>
        <pc:spChg chg="del mod">
          <ac:chgData name="Manreen Kaur" userId="f41825493ab1689e" providerId="LiveId" clId="{1A7136C0-731D-4510-8387-D702D13A694E}" dt="2022-11-24T09:11:13.906" v="2216" actId="478"/>
          <ac:spMkLst>
            <pc:docMk/>
            <pc:sldMk cId="796001133" sldId="311"/>
            <ac:spMk id="20" creationId="{4A71FA49-83F7-4676-C2C3-3ADA8ECA41E7}"/>
          </ac:spMkLst>
        </pc:spChg>
        <pc:spChg chg="add del mod">
          <ac:chgData name="Manreen Kaur" userId="f41825493ab1689e" providerId="LiveId" clId="{1A7136C0-731D-4510-8387-D702D13A694E}" dt="2022-11-24T09:24:55.136" v="2310"/>
          <ac:spMkLst>
            <pc:docMk/>
            <pc:sldMk cId="796001133" sldId="311"/>
            <ac:spMk id="21" creationId="{BFA97214-635C-A0B5-013D-03F41F5AA867}"/>
          </ac:spMkLst>
        </pc:spChg>
        <pc:spChg chg="add mod">
          <ac:chgData name="Manreen Kaur" userId="f41825493ab1689e" providerId="LiveId" clId="{1A7136C0-731D-4510-8387-D702D13A694E}" dt="2022-11-24T09:58:33.320" v="2709" actId="1076"/>
          <ac:spMkLst>
            <pc:docMk/>
            <pc:sldMk cId="796001133" sldId="311"/>
            <ac:spMk id="22" creationId="{32163A32-B915-BBF1-8A3B-2F66E6FEE0DC}"/>
          </ac:spMkLst>
        </pc:spChg>
        <pc:spChg chg="del">
          <ac:chgData name="Manreen Kaur" userId="f41825493ab1689e" providerId="LiveId" clId="{1A7136C0-731D-4510-8387-D702D13A694E}" dt="2022-11-24T09:11:12.311" v="2214" actId="478"/>
          <ac:spMkLst>
            <pc:docMk/>
            <pc:sldMk cId="796001133" sldId="311"/>
            <ac:spMk id="1026" creationId="{051677EF-3A39-2962-8A29-47DD56BF1BDE}"/>
          </ac:spMkLst>
        </pc:spChg>
        <pc:spChg chg="add mod">
          <ac:chgData name="Manreen Kaur" userId="f41825493ab1689e" providerId="LiveId" clId="{1A7136C0-731D-4510-8387-D702D13A694E}" dt="2022-11-24T09:58:29.697" v="2708" actId="1076"/>
          <ac:spMkLst>
            <pc:docMk/>
            <pc:sldMk cId="796001133" sldId="311"/>
            <ac:spMk id="1059" creationId="{62CAE284-20D2-7129-9CFB-2F8150862111}"/>
          </ac:spMkLst>
        </pc:spChg>
        <pc:spChg chg="del mod">
          <ac:chgData name="Manreen Kaur" userId="f41825493ab1689e" providerId="LiveId" clId="{1A7136C0-731D-4510-8387-D702D13A694E}" dt="2022-11-24T09:11:05.907" v="2206"/>
          <ac:spMkLst>
            <pc:docMk/>
            <pc:sldMk cId="796001133" sldId="311"/>
            <ac:spMk id="1063" creationId="{9BF46080-202B-2198-2D6D-F32BDB91B1D8}"/>
          </ac:spMkLst>
        </pc:spChg>
        <pc:graphicFrameChg chg="add del mod">
          <ac:chgData name="Manreen Kaur" userId="f41825493ab1689e" providerId="LiveId" clId="{1A7136C0-731D-4510-8387-D702D13A694E}" dt="2022-11-24T09:23:20.581" v="2304"/>
          <ac:graphicFrameMkLst>
            <pc:docMk/>
            <pc:sldMk cId="796001133" sldId="311"/>
            <ac:graphicFrameMk id="11" creationId="{EBB4150F-093B-5C61-7BBB-BBA2847FB165}"/>
          </ac:graphicFrameMkLst>
        </pc:graphicFrameChg>
        <pc:graphicFrameChg chg="add mod">
          <ac:chgData name="Manreen Kaur" userId="f41825493ab1689e" providerId="LiveId" clId="{1A7136C0-731D-4510-8387-D702D13A694E}" dt="2022-11-24T09:59:03.284" v="2714" actId="1076"/>
          <ac:graphicFrameMkLst>
            <pc:docMk/>
            <pc:sldMk cId="796001133" sldId="311"/>
            <ac:graphicFrameMk id="18" creationId="{7C1276F4-A0AD-7103-9190-9B751D4AAE63}"/>
          </ac:graphicFrameMkLst>
        </pc:graphicFrameChg>
        <pc:picChg chg="del">
          <ac:chgData name="Manreen Kaur" userId="f41825493ab1689e" providerId="LiveId" clId="{1A7136C0-731D-4510-8387-D702D13A694E}" dt="2022-11-24T09:11:05.907" v="2204" actId="478"/>
          <ac:picMkLst>
            <pc:docMk/>
            <pc:sldMk cId="796001133" sldId="311"/>
            <ac:picMk id="8" creationId="{C25B6933-54FE-B6A1-4F37-15A096D1B420}"/>
          </ac:picMkLst>
        </pc:picChg>
        <pc:picChg chg="add mod">
          <ac:chgData name="Manreen Kaur" userId="f41825493ab1689e" providerId="LiveId" clId="{1A7136C0-731D-4510-8387-D702D13A694E}" dt="2022-11-24T09:59:17.726" v="2715" actId="207"/>
          <ac:picMkLst>
            <pc:docMk/>
            <pc:sldMk cId="796001133" sldId="311"/>
            <ac:picMk id="10" creationId="{995453B0-931A-B245-274B-6EA9B8545DFF}"/>
          </ac:picMkLst>
        </pc:picChg>
        <pc:picChg chg="del">
          <ac:chgData name="Manreen Kaur" userId="f41825493ab1689e" providerId="LiveId" clId="{1A7136C0-731D-4510-8387-D702D13A694E}" dt="2022-11-24T09:11:06.686" v="2207" actId="478"/>
          <ac:picMkLst>
            <pc:docMk/>
            <pc:sldMk cId="796001133" sldId="311"/>
            <ac:picMk id="16" creationId="{5A0AFE13-E5CF-BB8A-0121-968E5F2F7643}"/>
          </ac:picMkLst>
        </pc:picChg>
        <pc:cxnChg chg="mod">
          <ac:chgData name="Manreen Kaur" userId="f41825493ab1689e" providerId="LiveId" clId="{1A7136C0-731D-4510-8387-D702D13A694E}" dt="2022-11-24T09:51:38.470" v="2668" actId="14100"/>
          <ac:cxnSpMkLst>
            <pc:docMk/>
            <pc:sldMk cId="796001133" sldId="311"/>
            <ac:cxnSpMk id="23" creationId="{DEE04036-0C90-C392-99AE-E6A152D5CA73}"/>
          </ac:cxnSpMkLst>
        </pc:cxnChg>
      </pc:sldChg>
      <pc:sldMasterChg chg="modTransition modSldLayout">
        <pc:chgData name="Manreen Kaur" userId="f41825493ab1689e" providerId="LiveId" clId="{1A7136C0-731D-4510-8387-D702D13A694E}" dt="2022-11-24T10:13:02.733" v="2837"/>
        <pc:sldMasterMkLst>
          <pc:docMk/>
          <pc:sldMasterMk cId="4037336102" sldId="2147483648"/>
        </pc:sldMasterMkLst>
        <pc:sldLayoutChg chg="modTransition">
          <pc:chgData name="Manreen Kaur" userId="f41825493ab1689e" providerId="LiveId" clId="{1A7136C0-731D-4510-8387-D702D13A694E}" dt="2022-11-24T10:13:02.733" v="2837"/>
          <pc:sldLayoutMkLst>
            <pc:docMk/>
            <pc:sldMasterMk cId="4037336102" sldId="2147483648"/>
            <pc:sldLayoutMk cId="329232494" sldId="2147483649"/>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3037828756" sldId="2147483650"/>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1751924087" sldId="2147483651"/>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289221654" sldId="2147483652"/>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1673383388" sldId="2147483653"/>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334835202" sldId="2147483654"/>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168344620" sldId="2147483655"/>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3977400822" sldId="2147483656"/>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1922729696" sldId="2147483657"/>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2087367487" sldId="2147483658"/>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3920706927" sldId="2147483659"/>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3893588345" sldId="2147483660"/>
          </pc:sldLayoutMkLst>
        </pc:sldLayoutChg>
        <pc:sldLayoutChg chg="modTransition">
          <pc:chgData name="Manreen Kaur" userId="f41825493ab1689e" providerId="LiveId" clId="{1A7136C0-731D-4510-8387-D702D13A694E}" dt="2022-11-24T10:13:02.733" v="2837"/>
          <pc:sldLayoutMkLst>
            <pc:docMk/>
            <pc:sldMasterMk cId="4037336102" sldId="2147483648"/>
            <pc:sldLayoutMk cId="3219752249" sldId="2147483679"/>
          </pc:sldLayoutMkLst>
        </pc:sldLayoutChg>
      </pc:sldMasterChg>
      <pc:sldMasterChg chg="modTransition modSldLayout">
        <pc:chgData name="Manreen Kaur" userId="f41825493ab1689e" providerId="LiveId" clId="{1A7136C0-731D-4510-8387-D702D13A694E}" dt="2022-11-24T10:13:02.733" v="2837"/>
        <pc:sldMasterMkLst>
          <pc:docMk/>
          <pc:sldMasterMk cId="3480514100" sldId="2147483661"/>
        </pc:sldMasterMkLst>
        <pc:sldLayoutChg chg="modTransition">
          <pc:chgData name="Manreen Kaur" userId="f41825493ab1689e" providerId="LiveId" clId="{1A7136C0-731D-4510-8387-D702D13A694E}" dt="2022-11-24T10:13:02.733" v="2837"/>
          <pc:sldLayoutMkLst>
            <pc:docMk/>
            <pc:sldMasterMk cId="3480514100" sldId="2147483661"/>
            <pc:sldLayoutMk cId="2219762342" sldId="2147483662"/>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1425525239" sldId="2147483663"/>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283753926" sldId="2147483664"/>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1164664074" sldId="2147483665"/>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1288610339" sldId="2147483666"/>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2690507559" sldId="2147483667"/>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3012587685" sldId="2147483668"/>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3441806512" sldId="2147483669"/>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3929494425" sldId="2147483670"/>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2762441452" sldId="2147483671"/>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2470006699" sldId="2147483672"/>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3524116740" sldId="2147483673"/>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2584359385" sldId="2147483674"/>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335904019" sldId="2147483675"/>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1635713554" sldId="2147483676"/>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770401897" sldId="2147483677"/>
          </pc:sldLayoutMkLst>
        </pc:sldLayoutChg>
        <pc:sldLayoutChg chg="modTransition">
          <pc:chgData name="Manreen Kaur" userId="f41825493ab1689e" providerId="LiveId" clId="{1A7136C0-731D-4510-8387-D702D13A694E}" dt="2022-11-24T10:13:02.733" v="2837"/>
          <pc:sldLayoutMkLst>
            <pc:docMk/>
            <pc:sldMasterMk cId="3480514100" sldId="2147483661"/>
            <pc:sldLayoutMk cId="704398239" sldId="2147483678"/>
          </pc:sldLayoutMkLst>
        </pc:sldLayoutChg>
      </pc:sldMasterChg>
    </pc:docChg>
  </pc:docChgLst>
  <pc:docChgLst>
    <pc:chgData name="MANREEN KAUR A/P JAGJIT SINGH" userId="S::tp071290@mail.apu.edu.my::179fa63e-e482-4434-995a-1ac0e8048bdb" providerId="AD" clId="Web-{D0BB8F6A-2D36-48BD-B616-4D86A5F1BCC0}"/>
    <pc:docChg chg="delSld modSld">
      <pc:chgData name="MANREEN KAUR A/P JAGJIT SINGH" userId="S::tp071290@mail.apu.edu.my::179fa63e-e482-4434-995a-1ac0e8048bdb" providerId="AD" clId="Web-{D0BB8F6A-2D36-48BD-B616-4D86A5F1BCC0}" dt="2022-11-24T11:30:07.198" v="32" actId="1076"/>
      <pc:docMkLst>
        <pc:docMk/>
      </pc:docMkLst>
      <pc:sldChg chg="modSp">
        <pc:chgData name="MANREEN KAUR A/P JAGJIT SINGH" userId="S::tp071290@mail.apu.edu.my::179fa63e-e482-4434-995a-1ac0e8048bdb" providerId="AD" clId="Web-{D0BB8F6A-2D36-48BD-B616-4D86A5F1BCC0}" dt="2022-11-24T11:29:12.305" v="17" actId="1076"/>
        <pc:sldMkLst>
          <pc:docMk/>
          <pc:sldMk cId="0" sldId="261"/>
        </pc:sldMkLst>
        <pc:spChg chg="mod">
          <ac:chgData name="MANREEN KAUR A/P JAGJIT SINGH" userId="S::tp071290@mail.apu.edu.my::179fa63e-e482-4434-995a-1ac0e8048bdb" providerId="AD" clId="Web-{D0BB8F6A-2D36-48BD-B616-4D86A5F1BCC0}" dt="2022-11-24T11:28:46.523" v="14" actId="20577"/>
          <ac:spMkLst>
            <pc:docMk/>
            <pc:sldMk cId="0" sldId="261"/>
            <ac:spMk id="2" creationId="{71D4EC4C-71FB-43D5-E0CA-D6AE489EF042}"/>
          </ac:spMkLst>
        </pc:spChg>
        <pc:cxnChg chg="mod">
          <ac:chgData name="MANREEN KAUR A/P JAGJIT SINGH" userId="S::tp071290@mail.apu.edu.my::179fa63e-e482-4434-995a-1ac0e8048bdb" providerId="AD" clId="Web-{D0BB8F6A-2D36-48BD-B616-4D86A5F1BCC0}" dt="2022-11-24T11:29:12.305" v="17" actId="1076"/>
          <ac:cxnSpMkLst>
            <pc:docMk/>
            <pc:sldMk cId="0" sldId="261"/>
            <ac:cxnSpMk id="23" creationId="{DEE04036-0C90-C392-99AE-E6A152D5CA73}"/>
          </ac:cxnSpMkLst>
        </pc:cxnChg>
      </pc:sldChg>
      <pc:sldChg chg="modSp">
        <pc:chgData name="MANREEN KAUR A/P JAGJIT SINGH" userId="S::tp071290@mail.apu.edu.my::179fa63e-e482-4434-995a-1ac0e8048bdb" providerId="AD" clId="Web-{D0BB8F6A-2D36-48BD-B616-4D86A5F1BCC0}" dt="2022-11-24T10:51:11.095" v="2" actId="1076"/>
        <pc:sldMkLst>
          <pc:docMk/>
          <pc:sldMk cId="0" sldId="278"/>
        </pc:sldMkLst>
        <pc:spChg chg="mod">
          <ac:chgData name="MANREEN KAUR A/P JAGJIT SINGH" userId="S::tp071290@mail.apu.edu.my::179fa63e-e482-4434-995a-1ac0e8048bdb" providerId="AD" clId="Web-{D0BB8F6A-2D36-48BD-B616-4D86A5F1BCC0}" dt="2022-11-24T10:51:11.095" v="2" actId="1076"/>
          <ac:spMkLst>
            <pc:docMk/>
            <pc:sldMk cId="0" sldId="278"/>
            <ac:spMk id="2223" creationId="{00000000-0000-0000-0000-000000000000}"/>
          </ac:spMkLst>
        </pc:spChg>
      </pc:sldChg>
      <pc:sldChg chg="modSp">
        <pc:chgData name="MANREEN KAUR A/P JAGJIT SINGH" userId="S::tp071290@mail.apu.edu.my::179fa63e-e482-4434-995a-1ac0e8048bdb" providerId="AD" clId="Web-{D0BB8F6A-2D36-48BD-B616-4D86A5F1BCC0}" dt="2022-11-24T11:30:07.198" v="32" actId="1076"/>
        <pc:sldMkLst>
          <pc:docMk/>
          <pc:sldMk cId="1391104995" sldId="285"/>
        </pc:sldMkLst>
        <pc:spChg chg="mod">
          <ac:chgData name="MANREEN KAUR A/P JAGJIT SINGH" userId="S::tp071290@mail.apu.edu.my::179fa63e-e482-4434-995a-1ac0e8048bdb" providerId="AD" clId="Web-{D0BB8F6A-2D36-48BD-B616-4D86A5F1BCC0}" dt="2022-11-24T11:29:30.774" v="26" actId="20577"/>
          <ac:spMkLst>
            <pc:docMk/>
            <pc:sldMk cId="1391104995" sldId="285"/>
            <ac:spMk id="2" creationId="{71D4EC4C-71FB-43D5-E0CA-D6AE489EF042}"/>
          </ac:spMkLst>
        </pc:spChg>
        <pc:spChg chg="mod">
          <ac:chgData name="MANREEN KAUR A/P JAGJIT SINGH" userId="S::tp071290@mail.apu.edu.my::179fa63e-e482-4434-995a-1ac0e8048bdb" providerId="AD" clId="Web-{D0BB8F6A-2D36-48BD-B616-4D86A5F1BCC0}" dt="2022-11-24T10:51:02.329" v="1" actId="20577"/>
          <ac:spMkLst>
            <pc:docMk/>
            <pc:sldMk cId="1391104995" sldId="285"/>
            <ac:spMk id="7" creationId="{A046BAA9-98E2-7D73-DC92-20B3506940E4}"/>
          </ac:spMkLst>
        </pc:spChg>
        <pc:cxnChg chg="mod">
          <ac:chgData name="MANREEN KAUR A/P JAGJIT SINGH" userId="S::tp071290@mail.apu.edu.my::179fa63e-e482-4434-995a-1ac0e8048bdb" providerId="AD" clId="Web-{D0BB8F6A-2D36-48BD-B616-4D86A5F1BCC0}" dt="2022-11-24T11:30:07.198" v="32" actId="1076"/>
          <ac:cxnSpMkLst>
            <pc:docMk/>
            <pc:sldMk cId="1391104995" sldId="285"/>
            <ac:cxnSpMk id="23" creationId="{DEE04036-0C90-C392-99AE-E6A152D5CA73}"/>
          </ac:cxnSpMkLst>
        </pc:cxnChg>
      </pc:sldChg>
      <pc:sldChg chg="del">
        <pc:chgData name="MANREEN KAUR A/P JAGJIT SINGH" userId="S::tp071290@mail.apu.edu.my::179fa63e-e482-4434-995a-1ac0e8048bdb" providerId="AD" clId="Web-{D0BB8F6A-2D36-48BD-B616-4D86A5F1BCC0}" dt="2022-11-24T11:28:10.068" v="5"/>
        <pc:sldMkLst>
          <pc:docMk/>
          <pc:sldMk cId="1940412246" sldId="299"/>
        </pc:sldMkLst>
      </pc:sldChg>
      <pc:sldChg chg="modSp">
        <pc:chgData name="MANREEN KAUR A/P JAGJIT SINGH" userId="S::tp071290@mail.apu.edu.my::179fa63e-e482-4434-995a-1ac0e8048bdb" providerId="AD" clId="Web-{D0BB8F6A-2D36-48BD-B616-4D86A5F1BCC0}" dt="2022-11-24T11:25:16.031" v="4" actId="20577"/>
        <pc:sldMkLst>
          <pc:docMk/>
          <pc:sldMk cId="1478393207" sldId="306"/>
        </pc:sldMkLst>
        <pc:spChg chg="mod">
          <ac:chgData name="MANREEN KAUR A/P JAGJIT SINGH" userId="S::tp071290@mail.apu.edu.my::179fa63e-e482-4434-995a-1ac0e8048bdb" providerId="AD" clId="Web-{D0BB8F6A-2D36-48BD-B616-4D86A5F1BCC0}" dt="2022-11-24T11:25:16.031" v="4" actId="20577"/>
          <ac:spMkLst>
            <pc:docMk/>
            <pc:sldMk cId="1478393207" sldId="306"/>
            <ac:spMk id="7" creationId="{A046BAA9-98E2-7D73-DC92-20B3506940E4}"/>
          </ac:spMkLst>
        </pc:spChg>
      </pc:sldChg>
    </pc:docChg>
  </pc:docChgLst>
  <pc:docChgLst>
    <pc:chgData name="MANREEN KAUR A/P JAGJIT SINGH" userId="S::tp071290@mail.apu.edu.my::179fa63e-e482-4434-995a-1ac0e8048bdb" providerId="AD" clId="Web-{18B9FF75-8004-49DD-BBEE-7877000E32BA}"/>
    <pc:docChg chg="modSld">
      <pc:chgData name="MANREEN KAUR A/P JAGJIT SINGH" userId="S::tp071290@mail.apu.edu.my::179fa63e-e482-4434-995a-1ac0e8048bdb" providerId="AD" clId="Web-{18B9FF75-8004-49DD-BBEE-7877000E32BA}" dt="2022-11-24T13:29:10.673" v="8" actId="14100"/>
      <pc:docMkLst>
        <pc:docMk/>
      </pc:docMkLst>
      <pc:sldChg chg="modSp">
        <pc:chgData name="MANREEN KAUR A/P JAGJIT SINGH" userId="S::tp071290@mail.apu.edu.my::179fa63e-e482-4434-995a-1ac0e8048bdb" providerId="AD" clId="Web-{18B9FF75-8004-49DD-BBEE-7877000E32BA}" dt="2022-11-24T13:29:10.673" v="8" actId="14100"/>
        <pc:sldMkLst>
          <pc:docMk/>
          <pc:sldMk cId="232730492" sldId="304"/>
        </pc:sldMkLst>
        <pc:spChg chg="mod">
          <ac:chgData name="MANREEN KAUR A/P JAGJIT SINGH" userId="S::tp071290@mail.apu.edu.my::179fa63e-e482-4434-995a-1ac0e8048bdb" providerId="AD" clId="Web-{18B9FF75-8004-49DD-BBEE-7877000E32BA}" dt="2022-11-24T13:29:10.673" v="8" actId="14100"/>
          <ac:spMkLst>
            <pc:docMk/>
            <pc:sldMk cId="232730492" sldId="304"/>
            <ac:spMk id="1026" creationId="{051677EF-3A39-2962-8A29-47DD56BF1BDE}"/>
          </ac:spMkLst>
        </pc:spChg>
        <pc:picChg chg="mod">
          <ac:chgData name="MANREEN KAUR A/P JAGJIT SINGH" userId="S::tp071290@mail.apu.edu.my::179fa63e-e482-4434-995a-1ac0e8048bdb" providerId="AD" clId="Web-{18B9FF75-8004-49DD-BBEE-7877000E32BA}" dt="2022-11-24T13:29:01.344" v="7" actId="1076"/>
          <ac:picMkLst>
            <pc:docMk/>
            <pc:sldMk cId="232730492" sldId="304"/>
            <ac:picMk id="10" creationId="{A2FE4652-C136-63D2-82B9-B69327FBFCBE}"/>
          </ac:picMkLst>
        </pc:picChg>
      </pc:sldChg>
      <pc:sldChg chg="modSp">
        <pc:chgData name="MANREEN KAUR A/P JAGJIT SINGH" userId="S::tp071290@mail.apu.edu.my::179fa63e-e482-4434-995a-1ac0e8048bdb" providerId="AD" clId="Web-{18B9FF75-8004-49DD-BBEE-7877000E32BA}" dt="2022-11-24T13:28:46.859" v="6" actId="14100"/>
        <pc:sldMkLst>
          <pc:docMk/>
          <pc:sldMk cId="2406729418" sldId="307"/>
        </pc:sldMkLst>
        <pc:spChg chg="mod">
          <ac:chgData name="MANREEN KAUR A/P JAGJIT SINGH" userId="S::tp071290@mail.apu.edu.my::179fa63e-e482-4434-995a-1ac0e8048bdb" providerId="AD" clId="Web-{18B9FF75-8004-49DD-BBEE-7877000E32BA}" dt="2022-11-24T13:28:46.859" v="6" actId="14100"/>
          <ac:spMkLst>
            <pc:docMk/>
            <pc:sldMk cId="2406729418" sldId="307"/>
            <ac:spMk id="1026" creationId="{051677EF-3A39-2962-8A29-47DD56BF1BDE}"/>
          </ac:spMkLst>
        </pc:spChg>
        <pc:picChg chg="mod">
          <ac:chgData name="MANREEN KAUR A/P JAGJIT SINGH" userId="S::tp071290@mail.apu.edu.my::179fa63e-e482-4434-995a-1ac0e8048bdb" providerId="AD" clId="Web-{18B9FF75-8004-49DD-BBEE-7877000E32BA}" dt="2022-11-24T13:28:33.500" v="3" actId="1076"/>
          <ac:picMkLst>
            <pc:docMk/>
            <pc:sldMk cId="2406729418" sldId="307"/>
            <ac:picMk id="8" creationId="{C25B6933-54FE-B6A1-4F37-15A096D1B420}"/>
          </ac:picMkLst>
        </pc:picChg>
      </pc:sldChg>
      <pc:sldChg chg="modSp">
        <pc:chgData name="MANREEN KAUR A/P JAGJIT SINGH" userId="S::tp071290@mail.apu.edu.my::179fa63e-e482-4434-995a-1ac0e8048bdb" providerId="AD" clId="Web-{18B9FF75-8004-49DD-BBEE-7877000E32BA}" dt="2022-11-24T13:28:18.983" v="2" actId="14100"/>
        <pc:sldMkLst>
          <pc:docMk/>
          <pc:sldMk cId="452412160" sldId="310"/>
        </pc:sldMkLst>
        <pc:spChg chg="mod">
          <ac:chgData name="MANREEN KAUR A/P JAGJIT SINGH" userId="S::tp071290@mail.apu.edu.my::179fa63e-e482-4434-995a-1ac0e8048bdb" providerId="AD" clId="Web-{18B9FF75-8004-49DD-BBEE-7877000E32BA}" dt="2022-11-24T13:28:18.983" v="2" actId="14100"/>
          <ac:spMkLst>
            <pc:docMk/>
            <pc:sldMk cId="452412160" sldId="310"/>
            <ac:spMk id="1026" creationId="{051677EF-3A39-2962-8A29-47DD56BF1BDE}"/>
          </ac:spMkLst>
        </pc:spChg>
        <pc:picChg chg="mod">
          <ac:chgData name="MANREEN KAUR A/P JAGJIT SINGH" userId="S::tp071290@mail.apu.edu.my::179fa63e-e482-4434-995a-1ac0e8048bdb" providerId="AD" clId="Web-{18B9FF75-8004-49DD-BBEE-7877000E32BA}" dt="2022-11-24T13:27:27.857" v="0" actId="1076"/>
          <ac:picMkLst>
            <pc:docMk/>
            <pc:sldMk cId="452412160" sldId="310"/>
            <ac:picMk id="8" creationId="{C25B6933-54FE-B6A1-4F37-15A096D1B420}"/>
          </ac:picMkLst>
        </pc:picChg>
      </pc:sldChg>
    </pc:docChg>
  </pc:docChgLst>
</pc:chgInfo>
</file>

<file path=ppt/drawings/_rels/vmlDrawing1.vml.rels><?xml version="1.0" encoding="UTF-8" standalone="yes"?>
<Relationships xmlns="http://schemas.openxmlformats.org/package/2006/relationships"><Relationship Id="rId1" Type="http://schemas.openxmlformats.org/officeDocument/2006/relationships/image" Target="../media/image3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MY"/>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2B93881-F24C-491D-A8DC-03B3891CD61C}" type="datetimeFigureOut">
              <a:rPr lang="en-MY" smtClean="0"/>
              <a:t>24/11/2022</a:t>
            </a:fld>
            <a:endParaRPr lang="en-MY"/>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MY"/>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MY"/>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79044BD-0FA9-4F2D-A26D-2E286D98E1D7}" type="slidenum">
              <a:rPr lang="en-MY" smtClean="0"/>
              <a:t>‹#›</a:t>
            </a:fld>
            <a:endParaRPr lang="en-MY"/>
          </a:p>
        </p:txBody>
      </p:sp>
    </p:spTree>
    <p:extLst>
      <p:ext uri="{BB962C8B-B14F-4D97-AF65-F5344CB8AC3E}">
        <p14:creationId xmlns:p14="http://schemas.microsoft.com/office/powerpoint/2010/main" val="25698507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
        <p:cNvGrpSpPr/>
        <p:nvPr/>
      </p:nvGrpSpPr>
      <p:grpSpPr>
        <a:xfrm>
          <a:off x="0" y="0"/>
          <a:ext cx="0" cy="0"/>
          <a:chOff x="0" y="0"/>
          <a:chExt cx="0" cy="0"/>
        </a:xfrm>
      </p:grpSpPr>
      <p:sp>
        <p:nvSpPr>
          <p:cNvPr id="60" name="Google Shape;60;g35f391192_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 name="Google Shape;61;g35f391192_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2"/>
        <p:cNvGrpSpPr/>
        <p:nvPr/>
      </p:nvGrpSpPr>
      <p:grpSpPr>
        <a:xfrm>
          <a:off x="0" y="0"/>
          <a:ext cx="0" cy="0"/>
          <a:chOff x="0" y="0"/>
          <a:chExt cx="0" cy="0"/>
        </a:xfrm>
      </p:grpSpPr>
      <p:sp>
        <p:nvSpPr>
          <p:cNvPr id="2073" name="Google Shape;2073;g35ed75ccf_0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4" name="Google Shape;2074;g35ed75ccf_0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
        <p:cNvGrpSpPr/>
        <p:nvPr/>
      </p:nvGrpSpPr>
      <p:grpSpPr>
        <a:xfrm>
          <a:off x="0" y="0"/>
          <a:ext cx="0" cy="0"/>
          <a:chOff x="0" y="0"/>
          <a:chExt cx="0" cy="0"/>
        </a:xfrm>
      </p:grpSpPr>
      <p:sp>
        <p:nvSpPr>
          <p:cNvPr id="208" name="Google Shape;208;g35ed75ccf_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 name="Google Shape;209;g35ed75ccf_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359097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9912400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8280225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2732457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001848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1168828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3107718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603244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55807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0826966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7810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3595321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061666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5913928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290590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598864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766242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170968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0268303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548848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497304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2"/>
        <p:cNvGrpSpPr/>
        <p:nvPr/>
      </p:nvGrpSpPr>
      <p:grpSpPr>
        <a:xfrm>
          <a:off x="0" y="0"/>
          <a:ext cx="0" cy="0"/>
          <a:chOff x="0" y="0"/>
          <a:chExt cx="0" cy="0"/>
        </a:xfrm>
      </p:grpSpPr>
      <p:sp>
        <p:nvSpPr>
          <p:cNvPr id="2073" name="Google Shape;2073;g35ed75ccf_0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4" name="Google Shape;2074;g35ed75ccf_0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5557645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4.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6.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7.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8.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9.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0.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1.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2.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3.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4.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5.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6.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7.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8.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29.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30.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4EAC9A-ED93-A4A2-FF3D-C85BA97A26F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MY"/>
          </a:p>
        </p:txBody>
      </p:sp>
      <p:sp>
        <p:nvSpPr>
          <p:cNvPr id="3" name="Subtitle 2">
            <a:extLst>
              <a:ext uri="{FF2B5EF4-FFF2-40B4-BE49-F238E27FC236}">
                <a16:creationId xmlns:a16="http://schemas.microsoft.com/office/drawing/2014/main" id="{98B9CF4A-435A-1B0D-2B2C-12B4E68D724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MY"/>
          </a:p>
        </p:txBody>
      </p:sp>
      <p:sp>
        <p:nvSpPr>
          <p:cNvPr id="4" name="Date Placeholder 3">
            <a:extLst>
              <a:ext uri="{FF2B5EF4-FFF2-40B4-BE49-F238E27FC236}">
                <a16:creationId xmlns:a16="http://schemas.microsoft.com/office/drawing/2014/main" id="{CE3803A7-4812-857D-A7CD-632C718C8986}"/>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a:extLst>
              <a:ext uri="{FF2B5EF4-FFF2-40B4-BE49-F238E27FC236}">
                <a16:creationId xmlns:a16="http://schemas.microsoft.com/office/drawing/2014/main" id="{D1314699-FDC8-422E-972D-19EAB8C1DFF0}"/>
              </a:ext>
            </a:extLst>
          </p:cNvPr>
          <p:cNvSpPr>
            <a:spLocks noGrp="1"/>
          </p:cNvSpPr>
          <p:nvPr>
            <p:ph type="ftr" sz="quarter" idx="11"/>
          </p:nvPr>
        </p:nvSpPr>
        <p:spPr/>
        <p:txBody>
          <a:bodyPr/>
          <a:lstStyle/>
          <a:p>
            <a:endParaRPr lang="en-MY"/>
          </a:p>
        </p:txBody>
      </p:sp>
      <p:sp>
        <p:nvSpPr>
          <p:cNvPr id="6" name="Slide Number Placeholder 5">
            <a:extLst>
              <a:ext uri="{FF2B5EF4-FFF2-40B4-BE49-F238E27FC236}">
                <a16:creationId xmlns:a16="http://schemas.microsoft.com/office/drawing/2014/main" id="{D85D78EA-A7B2-018C-2E28-A8AF5E046170}"/>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2923249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62A59-EDCB-CFD6-3391-86C7C566B703}"/>
              </a:ext>
            </a:extLst>
          </p:cNvPr>
          <p:cNvSpPr>
            <a:spLocks noGrp="1"/>
          </p:cNvSpPr>
          <p:nvPr>
            <p:ph type="title"/>
          </p:nvPr>
        </p:nvSpPr>
        <p:spPr/>
        <p:txBody>
          <a:bodyPr/>
          <a:lstStyle/>
          <a:p>
            <a:r>
              <a:rPr lang="en-US"/>
              <a:t>Click to edit Master title style</a:t>
            </a:r>
            <a:endParaRPr lang="en-MY"/>
          </a:p>
        </p:txBody>
      </p:sp>
      <p:sp>
        <p:nvSpPr>
          <p:cNvPr id="3" name="Content Placeholder 2">
            <a:extLst>
              <a:ext uri="{FF2B5EF4-FFF2-40B4-BE49-F238E27FC236}">
                <a16:creationId xmlns:a16="http://schemas.microsoft.com/office/drawing/2014/main" id="{851D43CD-7563-9C29-C91A-6324605AFCC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4" name="Date Placeholder 3">
            <a:extLst>
              <a:ext uri="{FF2B5EF4-FFF2-40B4-BE49-F238E27FC236}">
                <a16:creationId xmlns:a16="http://schemas.microsoft.com/office/drawing/2014/main" id="{C87AA7FF-DDA6-D9B6-6807-8D9471FA33F8}"/>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a:extLst>
              <a:ext uri="{FF2B5EF4-FFF2-40B4-BE49-F238E27FC236}">
                <a16:creationId xmlns:a16="http://schemas.microsoft.com/office/drawing/2014/main" id="{FBAD5631-D51F-8A42-98A6-E7A97F233FFE}"/>
              </a:ext>
            </a:extLst>
          </p:cNvPr>
          <p:cNvSpPr>
            <a:spLocks noGrp="1"/>
          </p:cNvSpPr>
          <p:nvPr>
            <p:ph type="ftr" sz="quarter" idx="11"/>
          </p:nvPr>
        </p:nvSpPr>
        <p:spPr/>
        <p:txBody>
          <a:bodyPr/>
          <a:lstStyle/>
          <a:p>
            <a:endParaRPr lang="en-MY"/>
          </a:p>
        </p:txBody>
      </p:sp>
      <p:sp>
        <p:nvSpPr>
          <p:cNvPr id="6" name="Slide Number Placeholder 5">
            <a:extLst>
              <a:ext uri="{FF2B5EF4-FFF2-40B4-BE49-F238E27FC236}">
                <a16:creationId xmlns:a16="http://schemas.microsoft.com/office/drawing/2014/main" id="{565CA1C8-943F-A981-FA5E-97248B6429AA}"/>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03782875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86D25D-799B-F306-B31C-51B63C882136}"/>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MY"/>
          </a:p>
        </p:txBody>
      </p:sp>
      <p:sp>
        <p:nvSpPr>
          <p:cNvPr id="3" name="Text Placeholder 2">
            <a:extLst>
              <a:ext uri="{FF2B5EF4-FFF2-40B4-BE49-F238E27FC236}">
                <a16:creationId xmlns:a16="http://schemas.microsoft.com/office/drawing/2014/main" id="{802E17F4-7031-538C-A742-3775E0F6F4F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24FF24C-B972-631C-3571-A46545E1C9FF}"/>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a:extLst>
              <a:ext uri="{FF2B5EF4-FFF2-40B4-BE49-F238E27FC236}">
                <a16:creationId xmlns:a16="http://schemas.microsoft.com/office/drawing/2014/main" id="{4B2BC691-BBBA-1C43-8710-DE49E2BEFC29}"/>
              </a:ext>
            </a:extLst>
          </p:cNvPr>
          <p:cNvSpPr>
            <a:spLocks noGrp="1"/>
          </p:cNvSpPr>
          <p:nvPr>
            <p:ph type="ftr" sz="quarter" idx="11"/>
          </p:nvPr>
        </p:nvSpPr>
        <p:spPr/>
        <p:txBody>
          <a:bodyPr/>
          <a:lstStyle/>
          <a:p>
            <a:endParaRPr lang="en-MY"/>
          </a:p>
        </p:txBody>
      </p:sp>
      <p:sp>
        <p:nvSpPr>
          <p:cNvPr id="6" name="Slide Number Placeholder 5">
            <a:extLst>
              <a:ext uri="{FF2B5EF4-FFF2-40B4-BE49-F238E27FC236}">
                <a16:creationId xmlns:a16="http://schemas.microsoft.com/office/drawing/2014/main" id="{27B9CF0B-9EA0-273B-09A2-74E20F78DCF8}"/>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75192408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F5A960-412A-038A-4F82-6DF19B3B01B2}"/>
              </a:ext>
            </a:extLst>
          </p:cNvPr>
          <p:cNvSpPr>
            <a:spLocks noGrp="1"/>
          </p:cNvSpPr>
          <p:nvPr>
            <p:ph type="title"/>
          </p:nvPr>
        </p:nvSpPr>
        <p:spPr/>
        <p:txBody>
          <a:bodyPr/>
          <a:lstStyle/>
          <a:p>
            <a:r>
              <a:rPr lang="en-US"/>
              <a:t>Click to edit Master title style</a:t>
            </a:r>
            <a:endParaRPr lang="en-MY"/>
          </a:p>
        </p:txBody>
      </p:sp>
      <p:sp>
        <p:nvSpPr>
          <p:cNvPr id="3" name="Content Placeholder 2">
            <a:extLst>
              <a:ext uri="{FF2B5EF4-FFF2-40B4-BE49-F238E27FC236}">
                <a16:creationId xmlns:a16="http://schemas.microsoft.com/office/drawing/2014/main" id="{FE0F961F-2D87-DB83-935B-3D02EDBD49B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4" name="Content Placeholder 3">
            <a:extLst>
              <a:ext uri="{FF2B5EF4-FFF2-40B4-BE49-F238E27FC236}">
                <a16:creationId xmlns:a16="http://schemas.microsoft.com/office/drawing/2014/main" id="{BA6C09CC-A2E4-0C4E-299C-58CAF77ED2B3}"/>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5" name="Date Placeholder 4">
            <a:extLst>
              <a:ext uri="{FF2B5EF4-FFF2-40B4-BE49-F238E27FC236}">
                <a16:creationId xmlns:a16="http://schemas.microsoft.com/office/drawing/2014/main" id="{D5B942E1-1E5D-7046-D6C3-EA6DC6DA1314}"/>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a:extLst>
              <a:ext uri="{FF2B5EF4-FFF2-40B4-BE49-F238E27FC236}">
                <a16:creationId xmlns:a16="http://schemas.microsoft.com/office/drawing/2014/main" id="{2F1FF684-48C5-8F8D-B789-7D677D78CA43}"/>
              </a:ext>
            </a:extLst>
          </p:cNvPr>
          <p:cNvSpPr>
            <a:spLocks noGrp="1"/>
          </p:cNvSpPr>
          <p:nvPr>
            <p:ph type="ftr" sz="quarter" idx="11"/>
          </p:nvPr>
        </p:nvSpPr>
        <p:spPr/>
        <p:txBody>
          <a:bodyPr/>
          <a:lstStyle/>
          <a:p>
            <a:endParaRPr lang="en-MY"/>
          </a:p>
        </p:txBody>
      </p:sp>
      <p:sp>
        <p:nvSpPr>
          <p:cNvPr id="7" name="Slide Number Placeholder 6">
            <a:extLst>
              <a:ext uri="{FF2B5EF4-FFF2-40B4-BE49-F238E27FC236}">
                <a16:creationId xmlns:a16="http://schemas.microsoft.com/office/drawing/2014/main" id="{3760A3E4-7450-8C71-55A8-CEBFD31663D4}"/>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8922165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24E799-56F9-6873-21A2-28FAFA653C8C}"/>
              </a:ext>
            </a:extLst>
          </p:cNvPr>
          <p:cNvSpPr>
            <a:spLocks noGrp="1"/>
          </p:cNvSpPr>
          <p:nvPr>
            <p:ph type="title"/>
          </p:nvPr>
        </p:nvSpPr>
        <p:spPr>
          <a:xfrm>
            <a:off x="839788" y="365125"/>
            <a:ext cx="10515600" cy="1325563"/>
          </a:xfrm>
        </p:spPr>
        <p:txBody>
          <a:bodyPr/>
          <a:lstStyle/>
          <a:p>
            <a:r>
              <a:rPr lang="en-US"/>
              <a:t>Click to edit Master title style</a:t>
            </a:r>
            <a:endParaRPr lang="en-MY"/>
          </a:p>
        </p:txBody>
      </p:sp>
      <p:sp>
        <p:nvSpPr>
          <p:cNvPr id="3" name="Text Placeholder 2">
            <a:extLst>
              <a:ext uri="{FF2B5EF4-FFF2-40B4-BE49-F238E27FC236}">
                <a16:creationId xmlns:a16="http://schemas.microsoft.com/office/drawing/2014/main" id="{1E939179-53CF-2CA6-304D-A2160C046BEA}"/>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06791E6-FC5F-0BA6-A518-7AC596730097}"/>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5" name="Text Placeholder 4">
            <a:extLst>
              <a:ext uri="{FF2B5EF4-FFF2-40B4-BE49-F238E27FC236}">
                <a16:creationId xmlns:a16="http://schemas.microsoft.com/office/drawing/2014/main" id="{472E68CA-238A-31A1-02CA-807A0847122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B18D5F0-FC45-7ECF-2F96-3A082FF5A81E}"/>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7" name="Date Placeholder 6">
            <a:extLst>
              <a:ext uri="{FF2B5EF4-FFF2-40B4-BE49-F238E27FC236}">
                <a16:creationId xmlns:a16="http://schemas.microsoft.com/office/drawing/2014/main" id="{47686BCE-4398-2AC9-D41C-DD115E47C064}"/>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8" name="Footer Placeholder 7">
            <a:extLst>
              <a:ext uri="{FF2B5EF4-FFF2-40B4-BE49-F238E27FC236}">
                <a16:creationId xmlns:a16="http://schemas.microsoft.com/office/drawing/2014/main" id="{CCEB9015-2FC6-E236-E6D1-98EB91F16B8A}"/>
              </a:ext>
            </a:extLst>
          </p:cNvPr>
          <p:cNvSpPr>
            <a:spLocks noGrp="1"/>
          </p:cNvSpPr>
          <p:nvPr>
            <p:ph type="ftr" sz="quarter" idx="11"/>
          </p:nvPr>
        </p:nvSpPr>
        <p:spPr/>
        <p:txBody>
          <a:bodyPr/>
          <a:lstStyle/>
          <a:p>
            <a:endParaRPr lang="en-MY"/>
          </a:p>
        </p:txBody>
      </p:sp>
      <p:sp>
        <p:nvSpPr>
          <p:cNvPr id="9" name="Slide Number Placeholder 8">
            <a:extLst>
              <a:ext uri="{FF2B5EF4-FFF2-40B4-BE49-F238E27FC236}">
                <a16:creationId xmlns:a16="http://schemas.microsoft.com/office/drawing/2014/main" id="{8C2C4079-734F-5CC6-D217-4F809EA29125}"/>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67338338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D67C34-B1BB-EBFF-AE5A-7C924014F91E}"/>
              </a:ext>
            </a:extLst>
          </p:cNvPr>
          <p:cNvSpPr>
            <a:spLocks noGrp="1"/>
          </p:cNvSpPr>
          <p:nvPr>
            <p:ph type="title"/>
          </p:nvPr>
        </p:nvSpPr>
        <p:spPr/>
        <p:txBody>
          <a:bodyPr/>
          <a:lstStyle/>
          <a:p>
            <a:r>
              <a:rPr lang="en-US"/>
              <a:t>Click to edit Master title style</a:t>
            </a:r>
            <a:endParaRPr lang="en-MY"/>
          </a:p>
        </p:txBody>
      </p:sp>
      <p:sp>
        <p:nvSpPr>
          <p:cNvPr id="3" name="Date Placeholder 2">
            <a:extLst>
              <a:ext uri="{FF2B5EF4-FFF2-40B4-BE49-F238E27FC236}">
                <a16:creationId xmlns:a16="http://schemas.microsoft.com/office/drawing/2014/main" id="{AC7A4BC2-B5F8-0B36-E02A-D5FFC5ADC6C6}"/>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4" name="Footer Placeholder 3">
            <a:extLst>
              <a:ext uri="{FF2B5EF4-FFF2-40B4-BE49-F238E27FC236}">
                <a16:creationId xmlns:a16="http://schemas.microsoft.com/office/drawing/2014/main" id="{DFD7A554-28BF-38F7-0B9E-DBF86B7E154D}"/>
              </a:ext>
            </a:extLst>
          </p:cNvPr>
          <p:cNvSpPr>
            <a:spLocks noGrp="1"/>
          </p:cNvSpPr>
          <p:nvPr>
            <p:ph type="ftr" sz="quarter" idx="11"/>
          </p:nvPr>
        </p:nvSpPr>
        <p:spPr/>
        <p:txBody>
          <a:bodyPr/>
          <a:lstStyle/>
          <a:p>
            <a:endParaRPr lang="en-MY"/>
          </a:p>
        </p:txBody>
      </p:sp>
      <p:sp>
        <p:nvSpPr>
          <p:cNvPr id="5" name="Slide Number Placeholder 4">
            <a:extLst>
              <a:ext uri="{FF2B5EF4-FFF2-40B4-BE49-F238E27FC236}">
                <a16:creationId xmlns:a16="http://schemas.microsoft.com/office/drawing/2014/main" id="{BD6F36DF-E619-6E05-F6D0-61911A9FB862}"/>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3483520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91E831E-B651-42DF-8523-C4A03BC0DBD5}"/>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3" name="Footer Placeholder 2">
            <a:extLst>
              <a:ext uri="{FF2B5EF4-FFF2-40B4-BE49-F238E27FC236}">
                <a16:creationId xmlns:a16="http://schemas.microsoft.com/office/drawing/2014/main" id="{44A04CCE-7A48-84E8-CCCD-AE17A8E85238}"/>
              </a:ext>
            </a:extLst>
          </p:cNvPr>
          <p:cNvSpPr>
            <a:spLocks noGrp="1"/>
          </p:cNvSpPr>
          <p:nvPr>
            <p:ph type="ftr" sz="quarter" idx="11"/>
          </p:nvPr>
        </p:nvSpPr>
        <p:spPr/>
        <p:txBody>
          <a:bodyPr/>
          <a:lstStyle/>
          <a:p>
            <a:endParaRPr lang="en-MY"/>
          </a:p>
        </p:txBody>
      </p:sp>
      <p:sp>
        <p:nvSpPr>
          <p:cNvPr id="4" name="Slide Number Placeholder 3">
            <a:extLst>
              <a:ext uri="{FF2B5EF4-FFF2-40B4-BE49-F238E27FC236}">
                <a16:creationId xmlns:a16="http://schemas.microsoft.com/office/drawing/2014/main" id="{C0D89E51-71CC-9B13-4962-8A96BB51B0C2}"/>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6834462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F16C5B-2514-D67A-FB7D-2850D7580F8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MY"/>
          </a:p>
        </p:txBody>
      </p:sp>
      <p:sp>
        <p:nvSpPr>
          <p:cNvPr id="3" name="Content Placeholder 2">
            <a:extLst>
              <a:ext uri="{FF2B5EF4-FFF2-40B4-BE49-F238E27FC236}">
                <a16:creationId xmlns:a16="http://schemas.microsoft.com/office/drawing/2014/main" id="{92CD6EEA-6271-9317-B2D3-E0D439F8BD77}"/>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4" name="Text Placeholder 3">
            <a:extLst>
              <a:ext uri="{FF2B5EF4-FFF2-40B4-BE49-F238E27FC236}">
                <a16:creationId xmlns:a16="http://schemas.microsoft.com/office/drawing/2014/main" id="{9FE0D45B-D81D-D677-96B6-59E238A93C8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C69DA52-C203-8366-8948-B18BF1DF33C0}"/>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a:extLst>
              <a:ext uri="{FF2B5EF4-FFF2-40B4-BE49-F238E27FC236}">
                <a16:creationId xmlns:a16="http://schemas.microsoft.com/office/drawing/2014/main" id="{9D634D37-26B3-8F31-243A-5F501E92D626}"/>
              </a:ext>
            </a:extLst>
          </p:cNvPr>
          <p:cNvSpPr>
            <a:spLocks noGrp="1"/>
          </p:cNvSpPr>
          <p:nvPr>
            <p:ph type="ftr" sz="quarter" idx="11"/>
          </p:nvPr>
        </p:nvSpPr>
        <p:spPr/>
        <p:txBody>
          <a:bodyPr/>
          <a:lstStyle/>
          <a:p>
            <a:endParaRPr lang="en-MY"/>
          </a:p>
        </p:txBody>
      </p:sp>
      <p:sp>
        <p:nvSpPr>
          <p:cNvPr id="7" name="Slide Number Placeholder 6">
            <a:extLst>
              <a:ext uri="{FF2B5EF4-FFF2-40B4-BE49-F238E27FC236}">
                <a16:creationId xmlns:a16="http://schemas.microsoft.com/office/drawing/2014/main" id="{F8A8562D-1F40-F682-830E-89981B9DC1E6}"/>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97740082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0C4F8B-ABB1-B8B1-0BAE-B1AC9887FE4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MY"/>
          </a:p>
        </p:txBody>
      </p:sp>
      <p:sp>
        <p:nvSpPr>
          <p:cNvPr id="3" name="Picture Placeholder 2">
            <a:extLst>
              <a:ext uri="{FF2B5EF4-FFF2-40B4-BE49-F238E27FC236}">
                <a16:creationId xmlns:a16="http://schemas.microsoft.com/office/drawing/2014/main" id="{2FD42FBE-8B5E-648C-4B79-BC7D474962B8}"/>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MY"/>
          </a:p>
        </p:txBody>
      </p:sp>
      <p:sp>
        <p:nvSpPr>
          <p:cNvPr id="4" name="Text Placeholder 3">
            <a:extLst>
              <a:ext uri="{FF2B5EF4-FFF2-40B4-BE49-F238E27FC236}">
                <a16:creationId xmlns:a16="http://schemas.microsoft.com/office/drawing/2014/main" id="{CD2D8EE2-BEC3-D5EF-050F-7C1A2C49B2C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3A0091F-96C6-0100-AA81-2116275E04A5}"/>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a:extLst>
              <a:ext uri="{FF2B5EF4-FFF2-40B4-BE49-F238E27FC236}">
                <a16:creationId xmlns:a16="http://schemas.microsoft.com/office/drawing/2014/main" id="{44511881-8A80-368F-7B04-CC9CDAF94E4B}"/>
              </a:ext>
            </a:extLst>
          </p:cNvPr>
          <p:cNvSpPr>
            <a:spLocks noGrp="1"/>
          </p:cNvSpPr>
          <p:nvPr>
            <p:ph type="ftr" sz="quarter" idx="11"/>
          </p:nvPr>
        </p:nvSpPr>
        <p:spPr/>
        <p:txBody>
          <a:bodyPr/>
          <a:lstStyle/>
          <a:p>
            <a:endParaRPr lang="en-MY"/>
          </a:p>
        </p:txBody>
      </p:sp>
      <p:sp>
        <p:nvSpPr>
          <p:cNvPr id="7" name="Slide Number Placeholder 6">
            <a:extLst>
              <a:ext uri="{FF2B5EF4-FFF2-40B4-BE49-F238E27FC236}">
                <a16:creationId xmlns:a16="http://schemas.microsoft.com/office/drawing/2014/main" id="{78AEE3DE-8B28-61ED-87A6-749074696B7C}"/>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92272969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73BD96-3642-E790-2788-9C99F97611F0}"/>
              </a:ext>
            </a:extLst>
          </p:cNvPr>
          <p:cNvSpPr>
            <a:spLocks noGrp="1"/>
          </p:cNvSpPr>
          <p:nvPr>
            <p:ph type="title"/>
          </p:nvPr>
        </p:nvSpPr>
        <p:spPr/>
        <p:txBody>
          <a:bodyPr/>
          <a:lstStyle/>
          <a:p>
            <a:r>
              <a:rPr lang="en-US"/>
              <a:t>Click to edit Master title style</a:t>
            </a:r>
            <a:endParaRPr lang="en-MY"/>
          </a:p>
        </p:txBody>
      </p:sp>
      <p:sp>
        <p:nvSpPr>
          <p:cNvPr id="3" name="Vertical Text Placeholder 2">
            <a:extLst>
              <a:ext uri="{FF2B5EF4-FFF2-40B4-BE49-F238E27FC236}">
                <a16:creationId xmlns:a16="http://schemas.microsoft.com/office/drawing/2014/main" id="{F9DE51B2-748F-D71F-1247-2EB1E7EC34B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4" name="Date Placeholder 3">
            <a:extLst>
              <a:ext uri="{FF2B5EF4-FFF2-40B4-BE49-F238E27FC236}">
                <a16:creationId xmlns:a16="http://schemas.microsoft.com/office/drawing/2014/main" id="{608C973B-FB55-2784-683E-9721486E5C1B}"/>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a:extLst>
              <a:ext uri="{FF2B5EF4-FFF2-40B4-BE49-F238E27FC236}">
                <a16:creationId xmlns:a16="http://schemas.microsoft.com/office/drawing/2014/main" id="{A005AEED-5E55-64BB-7959-8A6239A739A2}"/>
              </a:ext>
            </a:extLst>
          </p:cNvPr>
          <p:cNvSpPr>
            <a:spLocks noGrp="1"/>
          </p:cNvSpPr>
          <p:nvPr>
            <p:ph type="ftr" sz="quarter" idx="11"/>
          </p:nvPr>
        </p:nvSpPr>
        <p:spPr/>
        <p:txBody>
          <a:bodyPr/>
          <a:lstStyle/>
          <a:p>
            <a:endParaRPr lang="en-MY"/>
          </a:p>
        </p:txBody>
      </p:sp>
      <p:sp>
        <p:nvSpPr>
          <p:cNvPr id="6" name="Slide Number Placeholder 5">
            <a:extLst>
              <a:ext uri="{FF2B5EF4-FFF2-40B4-BE49-F238E27FC236}">
                <a16:creationId xmlns:a16="http://schemas.microsoft.com/office/drawing/2014/main" id="{BBE2A3F7-03E1-9948-A1F5-E623886A3060}"/>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08736748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40DEB3E-EB73-4823-7549-A0FC294382D5}"/>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MY"/>
          </a:p>
        </p:txBody>
      </p:sp>
      <p:sp>
        <p:nvSpPr>
          <p:cNvPr id="3" name="Vertical Text Placeholder 2">
            <a:extLst>
              <a:ext uri="{FF2B5EF4-FFF2-40B4-BE49-F238E27FC236}">
                <a16:creationId xmlns:a16="http://schemas.microsoft.com/office/drawing/2014/main" id="{93238848-93A2-3BD2-2EFF-14B8C4F2540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4" name="Date Placeholder 3">
            <a:extLst>
              <a:ext uri="{FF2B5EF4-FFF2-40B4-BE49-F238E27FC236}">
                <a16:creationId xmlns:a16="http://schemas.microsoft.com/office/drawing/2014/main" id="{0E435B6C-FC0A-1AC0-A9C0-E5B0A6348FAD}"/>
              </a:ext>
            </a:extLst>
          </p:cNvPr>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a:extLst>
              <a:ext uri="{FF2B5EF4-FFF2-40B4-BE49-F238E27FC236}">
                <a16:creationId xmlns:a16="http://schemas.microsoft.com/office/drawing/2014/main" id="{E52C3404-21A9-8432-1E03-BCE945A9A87E}"/>
              </a:ext>
            </a:extLst>
          </p:cNvPr>
          <p:cNvSpPr>
            <a:spLocks noGrp="1"/>
          </p:cNvSpPr>
          <p:nvPr>
            <p:ph type="ftr" sz="quarter" idx="11"/>
          </p:nvPr>
        </p:nvSpPr>
        <p:spPr/>
        <p:txBody>
          <a:bodyPr/>
          <a:lstStyle/>
          <a:p>
            <a:endParaRPr lang="en-MY"/>
          </a:p>
        </p:txBody>
      </p:sp>
      <p:sp>
        <p:nvSpPr>
          <p:cNvPr id="6" name="Slide Number Placeholder 5">
            <a:extLst>
              <a:ext uri="{FF2B5EF4-FFF2-40B4-BE49-F238E27FC236}">
                <a16:creationId xmlns:a16="http://schemas.microsoft.com/office/drawing/2014/main" id="{10B5F743-3650-6D0C-2239-D391F2BE9871}"/>
              </a:ext>
            </a:extLst>
          </p:cNvPr>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92070692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1435100" y="2484800"/>
            <a:ext cx="6616800" cy="1888400"/>
          </a:xfrm>
          <a:prstGeom prst="rect">
            <a:avLst/>
          </a:prstGeom>
        </p:spPr>
        <p:txBody>
          <a:bodyPr spcFirstLastPara="1" wrap="square" lIns="0" tIns="0" rIns="0" bIns="0" anchor="ctr" anchorCtr="0">
            <a:noAutofit/>
          </a:bodyPr>
          <a:lstStyle>
            <a:lvl1pPr lvl="0">
              <a:lnSpc>
                <a:spcPct val="90000"/>
              </a:lnSpc>
              <a:spcBef>
                <a:spcPts val="0"/>
              </a:spcBef>
              <a:spcAft>
                <a:spcPts val="0"/>
              </a:spcAft>
              <a:buSzPts val="4800"/>
              <a:buNone/>
              <a:defRPr/>
            </a:lvl1pPr>
            <a:lvl2pPr lvl="1">
              <a:lnSpc>
                <a:spcPct val="90000"/>
              </a:lnSpc>
              <a:spcBef>
                <a:spcPts val="0"/>
              </a:spcBef>
              <a:spcAft>
                <a:spcPts val="0"/>
              </a:spcAft>
              <a:buSzPts val="4800"/>
              <a:buNone/>
              <a:defRPr/>
            </a:lvl2pPr>
            <a:lvl3pPr lvl="2">
              <a:lnSpc>
                <a:spcPct val="90000"/>
              </a:lnSpc>
              <a:spcBef>
                <a:spcPts val="0"/>
              </a:spcBef>
              <a:spcAft>
                <a:spcPts val="0"/>
              </a:spcAft>
              <a:buSzPts val="4800"/>
              <a:buNone/>
              <a:defRPr/>
            </a:lvl3pPr>
            <a:lvl4pPr lvl="3">
              <a:lnSpc>
                <a:spcPct val="90000"/>
              </a:lnSpc>
              <a:spcBef>
                <a:spcPts val="0"/>
              </a:spcBef>
              <a:spcAft>
                <a:spcPts val="0"/>
              </a:spcAft>
              <a:buSzPts val="4800"/>
              <a:buNone/>
              <a:defRPr/>
            </a:lvl4pPr>
            <a:lvl5pPr lvl="4">
              <a:lnSpc>
                <a:spcPct val="90000"/>
              </a:lnSpc>
              <a:spcBef>
                <a:spcPts val="0"/>
              </a:spcBef>
              <a:spcAft>
                <a:spcPts val="0"/>
              </a:spcAft>
              <a:buSzPts val="4800"/>
              <a:buNone/>
              <a:defRPr/>
            </a:lvl5pPr>
            <a:lvl6pPr lvl="5">
              <a:lnSpc>
                <a:spcPct val="90000"/>
              </a:lnSpc>
              <a:spcBef>
                <a:spcPts val="0"/>
              </a:spcBef>
              <a:spcAft>
                <a:spcPts val="0"/>
              </a:spcAft>
              <a:buSzPts val="4800"/>
              <a:buNone/>
              <a:defRPr/>
            </a:lvl6pPr>
            <a:lvl7pPr lvl="6">
              <a:lnSpc>
                <a:spcPct val="90000"/>
              </a:lnSpc>
              <a:spcBef>
                <a:spcPts val="0"/>
              </a:spcBef>
              <a:spcAft>
                <a:spcPts val="0"/>
              </a:spcAft>
              <a:buSzPts val="4800"/>
              <a:buNone/>
              <a:defRPr/>
            </a:lvl7pPr>
            <a:lvl8pPr lvl="7">
              <a:lnSpc>
                <a:spcPct val="90000"/>
              </a:lnSpc>
              <a:spcBef>
                <a:spcPts val="0"/>
              </a:spcBef>
              <a:spcAft>
                <a:spcPts val="0"/>
              </a:spcAft>
              <a:buSzPts val="4800"/>
              <a:buNone/>
              <a:defRPr/>
            </a:lvl8pPr>
            <a:lvl9pPr lvl="8">
              <a:lnSpc>
                <a:spcPct val="90000"/>
              </a:lnSpc>
              <a:spcBef>
                <a:spcPts val="0"/>
              </a:spcBef>
              <a:spcAft>
                <a:spcPts val="0"/>
              </a:spcAft>
              <a:buSzPts val="4800"/>
              <a:buNone/>
              <a:defRPr/>
            </a:lvl9pPr>
          </a:lstStyle>
          <a:p>
            <a:endParaRPr/>
          </a:p>
        </p:txBody>
      </p:sp>
      <p:sp>
        <p:nvSpPr>
          <p:cNvPr id="11" name="Google Shape;11;p2"/>
          <p:cNvSpPr/>
          <p:nvPr/>
        </p:nvSpPr>
        <p:spPr>
          <a:xfrm rot="5400000">
            <a:off x="-404500" y="2889207"/>
            <a:ext cx="1888400" cy="1079600"/>
          </a:xfrm>
          <a:prstGeom prst="triangle">
            <a:avLst>
              <a:gd name="adj" fmla="val 5000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89358834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2"/>
        <p:cNvGrpSpPr/>
        <p:nvPr/>
      </p:nvGrpSpPr>
      <p:grpSpPr>
        <a:xfrm>
          <a:off x="0" y="0"/>
          <a:ext cx="0" cy="0"/>
          <a:chOff x="0" y="0"/>
          <a:chExt cx="0" cy="0"/>
        </a:xfrm>
      </p:grpSpPr>
      <p:sp>
        <p:nvSpPr>
          <p:cNvPr id="23" name="Google Shape;23;p5"/>
          <p:cNvSpPr/>
          <p:nvPr/>
        </p:nvSpPr>
        <p:spPr>
          <a:xfrm flipH="1">
            <a:off x="11582400" y="6233133"/>
            <a:ext cx="624800" cy="624800"/>
          </a:xfrm>
          <a:prstGeom prst="rtTriangl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 name="Google Shape;24;p5"/>
          <p:cNvSpPr/>
          <p:nvPr/>
        </p:nvSpPr>
        <p:spPr>
          <a:xfrm rot="5400000">
            <a:off x="-133800" y="965980"/>
            <a:ext cx="624800" cy="357200"/>
          </a:xfrm>
          <a:prstGeom prst="triangle">
            <a:avLst>
              <a:gd name="adj" fmla="val 5000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 name="Google Shape;25;p5"/>
          <p:cNvSpPr txBox="1">
            <a:spLocks noGrp="1"/>
          </p:cNvSpPr>
          <p:nvPr>
            <p:ph type="title"/>
          </p:nvPr>
        </p:nvSpPr>
        <p:spPr>
          <a:xfrm>
            <a:off x="609600" y="807467"/>
            <a:ext cx="7521200" cy="1443600"/>
          </a:xfrm>
          <a:prstGeom prst="rect">
            <a:avLst/>
          </a:prstGeom>
        </p:spPr>
        <p:txBody>
          <a:bodyPr spcFirstLastPara="1" wrap="square" lIns="0" tIns="0" rIns="0" bIns="0" anchor="t" anchorCtr="0">
            <a:noAutofit/>
          </a:bodyPr>
          <a:lstStyle>
            <a:lvl1pPr lvl="0">
              <a:spcBef>
                <a:spcPts val="0"/>
              </a:spcBef>
              <a:spcAft>
                <a:spcPts val="0"/>
              </a:spcAft>
              <a:buSzPts val="4800"/>
              <a:buNone/>
              <a:defRPr/>
            </a:lvl1pPr>
            <a:lvl2pPr lvl="1">
              <a:spcBef>
                <a:spcPts val="0"/>
              </a:spcBef>
              <a:spcAft>
                <a:spcPts val="0"/>
              </a:spcAft>
              <a:buSzPts val="4800"/>
              <a:buNone/>
              <a:defRPr/>
            </a:lvl2pPr>
            <a:lvl3pPr lvl="2">
              <a:spcBef>
                <a:spcPts val="0"/>
              </a:spcBef>
              <a:spcAft>
                <a:spcPts val="0"/>
              </a:spcAft>
              <a:buSzPts val="4800"/>
              <a:buNone/>
              <a:defRPr/>
            </a:lvl3pPr>
            <a:lvl4pPr lvl="3">
              <a:spcBef>
                <a:spcPts val="0"/>
              </a:spcBef>
              <a:spcAft>
                <a:spcPts val="0"/>
              </a:spcAft>
              <a:buSzPts val="4800"/>
              <a:buNone/>
              <a:defRPr/>
            </a:lvl4pPr>
            <a:lvl5pPr lvl="4">
              <a:spcBef>
                <a:spcPts val="0"/>
              </a:spcBef>
              <a:spcAft>
                <a:spcPts val="0"/>
              </a:spcAft>
              <a:buSzPts val="4800"/>
              <a:buNone/>
              <a:defRPr/>
            </a:lvl5pPr>
            <a:lvl6pPr lvl="5">
              <a:spcBef>
                <a:spcPts val="0"/>
              </a:spcBef>
              <a:spcAft>
                <a:spcPts val="0"/>
              </a:spcAft>
              <a:buSzPts val="4800"/>
              <a:buNone/>
              <a:defRPr/>
            </a:lvl6pPr>
            <a:lvl7pPr lvl="6">
              <a:spcBef>
                <a:spcPts val="0"/>
              </a:spcBef>
              <a:spcAft>
                <a:spcPts val="0"/>
              </a:spcAft>
              <a:buSzPts val="4800"/>
              <a:buNone/>
              <a:defRPr/>
            </a:lvl7pPr>
            <a:lvl8pPr lvl="7">
              <a:spcBef>
                <a:spcPts val="0"/>
              </a:spcBef>
              <a:spcAft>
                <a:spcPts val="0"/>
              </a:spcAft>
              <a:buSzPts val="4800"/>
              <a:buNone/>
              <a:defRPr/>
            </a:lvl8pPr>
            <a:lvl9pPr lvl="8">
              <a:spcBef>
                <a:spcPts val="0"/>
              </a:spcBef>
              <a:spcAft>
                <a:spcPts val="0"/>
              </a:spcAft>
              <a:buSzPts val="4800"/>
              <a:buNone/>
              <a:defRPr/>
            </a:lvl9pPr>
          </a:lstStyle>
          <a:p>
            <a:endParaRPr/>
          </a:p>
        </p:txBody>
      </p:sp>
      <p:sp>
        <p:nvSpPr>
          <p:cNvPr id="26" name="Google Shape;26;p5"/>
          <p:cNvSpPr txBox="1">
            <a:spLocks noGrp="1"/>
          </p:cNvSpPr>
          <p:nvPr>
            <p:ph type="body" idx="1"/>
          </p:nvPr>
        </p:nvSpPr>
        <p:spPr>
          <a:xfrm>
            <a:off x="609600" y="2661000"/>
            <a:ext cx="7521200" cy="3521200"/>
          </a:xfrm>
          <a:prstGeom prst="rect">
            <a:avLst/>
          </a:prstGeom>
        </p:spPr>
        <p:txBody>
          <a:bodyPr spcFirstLastPara="1" wrap="square" lIns="0" tIns="0" rIns="0" bIns="0" anchor="t" anchorCtr="0">
            <a:noAutofit/>
          </a:bodyPr>
          <a:lstStyle>
            <a:lvl1pPr marL="609585" lvl="0" indent="-457189">
              <a:spcBef>
                <a:spcPts val="800"/>
              </a:spcBef>
              <a:spcAft>
                <a:spcPts val="0"/>
              </a:spcAft>
              <a:buSzPts val="1800"/>
              <a:buChar char="▸"/>
              <a:defRPr/>
            </a:lvl1pPr>
            <a:lvl2pPr marL="1219170" lvl="1" indent="-457189">
              <a:spcBef>
                <a:spcPts val="800"/>
              </a:spcBef>
              <a:spcAft>
                <a:spcPts val="0"/>
              </a:spcAft>
              <a:buSzPts val="1800"/>
              <a:buChar char="▹"/>
              <a:defRPr/>
            </a:lvl2pPr>
            <a:lvl3pPr marL="1828754" lvl="2" indent="-457189">
              <a:spcBef>
                <a:spcPts val="800"/>
              </a:spcBef>
              <a:spcAft>
                <a:spcPts val="0"/>
              </a:spcAft>
              <a:buSzPts val="1800"/>
              <a:buChar char="▹"/>
              <a:defRPr/>
            </a:lvl3pPr>
            <a:lvl4pPr marL="2438339" lvl="3" indent="-474121">
              <a:spcBef>
                <a:spcPts val="800"/>
              </a:spcBef>
              <a:spcAft>
                <a:spcPts val="0"/>
              </a:spcAft>
              <a:buSzPts val="2000"/>
              <a:buChar char="▹"/>
              <a:defRPr/>
            </a:lvl4pPr>
            <a:lvl5pPr marL="3047924" lvl="4" indent="-474121">
              <a:spcBef>
                <a:spcPts val="800"/>
              </a:spcBef>
              <a:spcAft>
                <a:spcPts val="0"/>
              </a:spcAft>
              <a:buSzPts val="2000"/>
              <a:buChar char="▹"/>
              <a:defRPr/>
            </a:lvl5pPr>
            <a:lvl6pPr marL="3657509" lvl="5" indent="-474121">
              <a:spcBef>
                <a:spcPts val="800"/>
              </a:spcBef>
              <a:spcAft>
                <a:spcPts val="0"/>
              </a:spcAft>
              <a:buSzPts val="2000"/>
              <a:buChar char="▹"/>
              <a:defRPr/>
            </a:lvl6pPr>
            <a:lvl7pPr marL="4267093" lvl="6" indent="-474121">
              <a:spcBef>
                <a:spcPts val="800"/>
              </a:spcBef>
              <a:spcAft>
                <a:spcPts val="0"/>
              </a:spcAft>
              <a:buSzPts val="2000"/>
              <a:buChar char="▹"/>
              <a:defRPr/>
            </a:lvl7pPr>
            <a:lvl8pPr marL="4876678" lvl="7" indent="-474121">
              <a:spcBef>
                <a:spcPts val="800"/>
              </a:spcBef>
              <a:spcAft>
                <a:spcPts val="0"/>
              </a:spcAft>
              <a:buSzPts val="2000"/>
              <a:buChar char="▹"/>
              <a:defRPr/>
            </a:lvl8pPr>
            <a:lvl9pPr marL="5486263" lvl="8" indent="-474121">
              <a:spcBef>
                <a:spcPts val="800"/>
              </a:spcBef>
              <a:spcAft>
                <a:spcPts val="0"/>
              </a:spcAft>
              <a:buSzPts val="2000"/>
              <a:buChar char="▹"/>
              <a:defRPr/>
            </a:lvl9pPr>
          </a:lstStyle>
          <a:p>
            <a:endParaRPr/>
          </a:p>
        </p:txBody>
      </p:sp>
      <p:sp>
        <p:nvSpPr>
          <p:cNvPr id="27" name="Google Shape;27;p5"/>
          <p:cNvSpPr txBox="1">
            <a:spLocks noGrp="1"/>
          </p:cNvSpPr>
          <p:nvPr>
            <p:ph type="sldNum" idx="12"/>
          </p:nvPr>
        </p:nvSpPr>
        <p:spPr>
          <a:xfrm>
            <a:off x="11532033" y="6182333"/>
            <a:ext cx="609200" cy="624800"/>
          </a:xfrm>
          <a:prstGeom prst="rect">
            <a:avLst/>
          </a:prstGeom>
        </p:spPr>
        <p:txBody>
          <a:bodyPr spcFirstLastPara="1" wrap="square" lIns="0" tIns="0" rIns="0" bIns="0" anchor="b"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21975224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95269" y="1122363"/>
            <a:ext cx="9001462" cy="2387600"/>
          </a:xfrm>
        </p:spPr>
        <p:txBody>
          <a:bodyPr anchor="b">
            <a:normAutofit/>
          </a:bodyPr>
          <a:lstStyle>
            <a:lvl1pPr algn="ctr">
              <a:defRPr sz="4800"/>
            </a:lvl1pPr>
          </a:lstStyle>
          <a:p>
            <a:r>
              <a:rPr lang="en-US"/>
              <a:t>Click to edit Master title style</a:t>
            </a:r>
          </a:p>
        </p:txBody>
      </p:sp>
      <p:sp>
        <p:nvSpPr>
          <p:cNvPr id="3" name="Subtitle 2"/>
          <p:cNvSpPr>
            <a:spLocks noGrp="1"/>
          </p:cNvSpPr>
          <p:nvPr>
            <p:ph type="subTitle" idx="1"/>
          </p:nvPr>
        </p:nvSpPr>
        <p:spPr>
          <a:xfrm>
            <a:off x="1595269" y="3602038"/>
            <a:ext cx="9001462"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p:cNvSpPr>
            <a:spLocks noGrp="1"/>
          </p:cNvSpPr>
          <p:nvPr>
            <p:ph type="ftr" sz="quarter" idx="11"/>
          </p:nvPr>
        </p:nvSpPr>
        <p:spPr/>
        <p:txBody>
          <a:bodyPr/>
          <a:lstStyle/>
          <a:p>
            <a:endParaRPr lang="en-MY"/>
          </a:p>
        </p:txBody>
      </p:sp>
      <p:sp>
        <p:nvSpPr>
          <p:cNvPr id="6" name="Slide Number Placeholder 5"/>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21976234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p:cNvSpPr>
            <a:spLocks noGrp="1"/>
          </p:cNvSpPr>
          <p:nvPr>
            <p:ph type="ftr" sz="quarter" idx="11"/>
          </p:nvPr>
        </p:nvSpPr>
        <p:spPr/>
        <p:txBody>
          <a:bodyPr/>
          <a:lstStyle/>
          <a:p>
            <a:endParaRPr lang="en-MY"/>
          </a:p>
        </p:txBody>
      </p:sp>
      <p:sp>
        <p:nvSpPr>
          <p:cNvPr id="6" name="Slide Number Placeholder 5"/>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42552523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229244" y="657226"/>
            <a:ext cx="9733512" cy="2852737"/>
          </a:xfrm>
        </p:spPr>
        <p:txBody>
          <a:bodyPr anchor="b">
            <a:normAutofit/>
          </a:bodyPr>
          <a:lstStyle>
            <a:lvl1pPr>
              <a:defRPr sz="3400"/>
            </a:lvl1pPr>
          </a:lstStyle>
          <a:p>
            <a:r>
              <a:rPr lang="en-US"/>
              <a:t>Click to edit Master title style</a:t>
            </a:r>
          </a:p>
        </p:txBody>
      </p:sp>
      <p:sp>
        <p:nvSpPr>
          <p:cNvPr id="3" name="Text Placeholder 2"/>
          <p:cNvSpPr>
            <a:spLocks noGrp="1"/>
          </p:cNvSpPr>
          <p:nvPr>
            <p:ph type="body" idx="1"/>
          </p:nvPr>
        </p:nvSpPr>
        <p:spPr>
          <a:xfrm>
            <a:off x="1229244" y="3602038"/>
            <a:ext cx="9733512" cy="1500187"/>
          </a:xfrm>
        </p:spPr>
        <p:txBody>
          <a:bodyPr/>
          <a:lstStyle>
            <a:lvl1pPr marL="0" indent="0" algn="ctr">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p:cNvSpPr>
            <a:spLocks noGrp="1"/>
          </p:cNvSpPr>
          <p:nvPr>
            <p:ph type="ftr" sz="quarter" idx="11"/>
          </p:nvPr>
        </p:nvSpPr>
        <p:spPr/>
        <p:txBody>
          <a:bodyPr/>
          <a:lstStyle/>
          <a:p>
            <a:endParaRPr lang="en-MY"/>
          </a:p>
        </p:txBody>
      </p:sp>
      <p:sp>
        <p:nvSpPr>
          <p:cNvPr id="6" name="Slide Number Placeholder 5"/>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8375392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913795" y="609600"/>
            <a:ext cx="10353761" cy="1326321"/>
          </a:xfrm>
        </p:spPr>
        <p:txBody>
          <a:bodyPr/>
          <a:lstStyle/>
          <a:p>
            <a:r>
              <a:rPr lang="en-US"/>
              <a:t>Click to edit Master title style</a:t>
            </a:r>
          </a:p>
        </p:txBody>
      </p:sp>
      <p:sp>
        <p:nvSpPr>
          <p:cNvPr id="3" name="Content Placeholder 2"/>
          <p:cNvSpPr>
            <a:spLocks noGrp="1"/>
          </p:cNvSpPr>
          <p:nvPr>
            <p:ph sz="half" idx="1"/>
          </p:nvPr>
        </p:nvSpPr>
        <p:spPr>
          <a:xfrm>
            <a:off x="913795" y="2088319"/>
            <a:ext cx="5106004" cy="370288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3403" y="2088319"/>
            <a:ext cx="5094154" cy="370288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16466407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913795" y="609600"/>
            <a:ext cx="10353761" cy="1325563"/>
          </a:xfrm>
        </p:spPr>
        <p:txBody>
          <a:bodyPr/>
          <a:lstStyle/>
          <a:p>
            <a:r>
              <a:rPr lang="en-US"/>
              <a:t>Click to edit Master title style</a:t>
            </a:r>
          </a:p>
        </p:txBody>
      </p:sp>
      <p:sp>
        <p:nvSpPr>
          <p:cNvPr id="3" name="Text Placeholder 2"/>
          <p:cNvSpPr>
            <a:spLocks noGrp="1"/>
          </p:cNvSpPr>
          <p:nvPr>
            <p:ph type="body" idx="1"/>
          </p:nvPr>
        </p:nvSpPr>
        <p:spPr>
          <a:xfrm>
            <a:off x="1141804" y="2088320"/>
            <a:ext cx="4879199" cy="823912"/>
          </a:xfrm>
        </p:spPr>
        <p:txBody>
          <a:bodyPr anchor="b"/>
          <a:lstStyle>
            <a:lvl1pPr marL="0" indent="0">
              <a:lnSpc>
                <a:spcPct val="100000"/>
              </a:lnSpc>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913795" y="2912232"/>
            <a:ext cx="5107208" cy="28789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402003" y="2088320"/>
            <a:ext cx="4865554" cy="823912"/>
          </a:xfrm>
        </p:spPr>
        <p:txBody>
          <a:bodyPr anchor="b"/>
          <a:lstStyle>
            <a:lvl1pPr marL="0" indent="0">
              <a:lnSpc>
                <a:spcPct val="100000"/>
              </a:lnSpc>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912232"/>
            <a:ext cx="5095357" cy="28789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522E557-C391-49A5-BBF9-B2326D756DF1}" type="datetimeFigureOut">
              <a:rPr lang="en-MY" smtClean="0"/>
              <a:t>24/11/2022</a:t>
            </a:fld>
            <a:endParaRPr lang="en-MY"/>
          </a:p>
        </p:txBody>
      </p:sp>
      <p:sp>
        <p:nvSpPr>
          <p:cNvPr id="8" name="Footer Placeholder 7"/>
          <p:cNvSpPr>
            <a:spLocks noGrp="1"/>
          </p:cNvSpPr>
          <p:nvPr>
            <p:ph type="ftr" sz="quarter" idx="11"/>
          </p:nvPr>
        </p:nvSpPr>
        <p:spPr/>
        <p:txBody>
          <a:bodyPr/>
          <a:lstStyle/>
          <a:p>
            <a:endParaRPr lang="en-MY"/>
          </a:p>
        </p:txBody>
      </p:sp>
      <p:sp>
        <p:nvSpPr>
          <p:cNvPr id="9" name="Slide Number Placeholder 8"/>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28861033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522E557-C391-49A5-BBF9-B2326D756DF1}" type="datetimeFigureOut">
              <a:rPr lang="en-MY" smtClean="0"/>
              <a:t>24/11/2022</a:t>
            </a:fld>
            <a:endParaRPr lang="en-MY"/>
          </a:p>
        </p:txBody>
      </p:sp>
      <p:sp>
        <p:nvSpPr>
          <p:cNvPr id="4" name="Footer Placeholder 3"/>
          <p:cNvSpPr>
            <a:spLocks noGrp="1"/>
          </p:cNvSpPr>
          <p:nvPr>
            <p:ph type="ftr" sz="quarter" idx="11"/>
          </p:nvPr>
        </p:nvSpPr>
        <p:spPr/>
        <p:txBody>
          <a:bodyPr/>
          <a:lstStyle/>
          <a:p>
            <a:endParaRPr lang="en-MY"/>
          </a:p>
        </p:txBody>
      </p:sp>
      <p:sp>
        <p:nvSpPr>
          <p:cNvPr id="5" name="Slide Number Placeholder 4"/>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69050755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522E557-C391-49A5-BBF9-B2326D756DF1}" type="datetimeFigureOut">
              <a:rPr lang="en-MY" smtClean="0"/>
              <a:t>24/11/2022</a:t>
            </a:fld>
            <a:endParaRPr lang="en-MY"/>
          </a:p>
        </p:txBody>
      </p:sp>
      <p:sp>
        <p:nvSpPr>
          <p:cNvPr id="3" name="Footer Placeholder 2"/>
          <p:cNvSpPr>
            <a:spLocks noGrp="1"/>
          </p:cNvSpPr>
          <p:nvPr>
            <p:ph type="ftr" sz="quarter" idx="11"/>
          </p:nvPr>
        </p:nvSpPr>
        <p:spPr/>
        <p:txBody>
          <a:bodyPr/>
          <a:lstStyle/>
          <a:p>
            <a:endParaRPr lang="en-MY"/>
          </a:p>
        </p:txBody>
      </p:sp>
      <p:sp>
        <p:nvSpPr>
          <p:cNvPr id="4" name="Slide Number Placeholder 3"/>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01258768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17228" y="609600"/>
            <a:ext cx="3932237" cy="2362200"/>
          </a:xfrm>
        </p:spPr>
        <p:txBody>
          <a:bodyPr anchor="b">
            <a:normAutofit/>
          </a:bodyPr>
          <a:lstStyle>
            <a:lvl1pPr>
              <a:defRPr sz="2800"/>
            </a:lvl1pPr>
          </a:lstStyle>
          <a:p>
            <a:r>
              <a:rPr lang="en-US"/>
              <a:t>Click to edit Master title style</a:t>
            </a:r>
          </a:p>
        </p:txBody>
      </p:sp>
      <p:sp>
        <p:nvSpPr>
          <p:cNvPr id="3" name="Content Placeholder 2"/>
          <p:cNvSpPr>
            <a:spLocks noGrp="1"/>
          </p:cNvSpPr>
          <p:nvPr>
            <p:ph idx="1"/>
          </p:nvPr>
        </p:nvSpPr>
        <p:spPr>
          <a:xfrm>
            <a:off x="5078064" y="609600"/>
            <a:ext cx="6189492" cy="5181600"/>
          </a:xfrm>
        </p:spPr>
        <p:txBody>
          <a:bodyPr anchor="ct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917228" y="2971800"/>
            <a:ext cx="3932237" cy="2819399"/>
          </a:xfrm>
        </p:spPr>
        <p:txBody>
          <a:bodyPr/>
          <a:lstStyle>
            <a:lvl1pPr marL="0" indent="0" algn="ctr">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44180651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17227" y="609600"/>
            <a:ext cx="5929773" cy="2362200"/>
          </a:xfrm>
        </p:spPr>
        <p:txBody>
          <a:bodyPr anchor="b">
            <a:normAutofit/>
          </a:bodyPr>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7424804" y="758881"/>
            <a:ext cx="3255356" cy="4883038"/>
          </a:xfrm>
          <a:noFill/>
          <a:ln w="1905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txBody>
          <a:bodyPr anchor="t"/>
          <a:lstStyle>
            <a:lvl1pPr marL="0" indent="0" algn="ctr">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913794" y="2971800"/>
            <a:ext cx="5934950" cy="2819400"/>
          </a:xfrm>
        </p:spPr>
        <p:txBody>
          <a:bodyPr>
            <a:normAutofit/>
          </a:bodyPr>
          <a:lstStyle>
            <a:lvl1pPr marL="0" indent="0" algn="ctr">
              <a:buNone/>
              <a:defRPr sz="18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92949442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13806" y="4289372"/>
            <a:ext cx="10367564" cy="819355"/>
          </a:xfrm>
        </p:spPr>
        <p:txBody>
          <a:bodyPr anchor="b">
            <a:normAutofit/>
          </a:bodyPr>
          <a:lstStyle>
            <a:lvl1pPr>
              <a:defRPr sz="2800"/>
            </a:lvl1pPr>
          </a:lstStyle>
          <a:p>
            <a:r>
              <a:rPr lang="en-US"/>
              <a:t>Click to edit Master title style</a:t>
            </a:r>
          </a:p>
        </p:txBody>
      </p:sp>
      <p:sp>
        <p:nvSpPr>
          <p:cNvPr id="3" name="Picture Placeholder 2"/>
          <p:cNvSpPr>
            <a:spLocks noGrp="1" noChangeAspect="1"/>
          </p:cNvSpPr>
          <p:nvPr>
            <p:ph type="pic" idx="1"/>
          </p:nvPr>
        </p:nvSpPr>
        <p:spPr>
          <a:xfrm>
            <a:off x="913806" y="621321"/>
            <a:ext cx="10367564" cy="3379735"/>
          </a:xfrm>
          <a:noFill/>
          <a:ln w="1905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txBody>
          <a:bodyPr anchor="t"/>
          <a:lstStyle>
            <a:lvl1pPr marL="0" indent="0" algn="ctr">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913795" y="5108728"/>
            <a:ext cx="10365998" cy="682472"/>
          </a:xfrm>
        </p:spPr>
        <p:txBody>
          <a:bodyPr>
            <a:normAutofit/>
          </a:bodyPr>
          <a:lstStyle>
            <a:lvl1pPr marL="0" indent="0" algn="ctr">
              <a:buNone/>
              <a:defRPr sz="18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76244145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sp>
        <p:nvSpPr>
          <p:cNvPr id="2" name="Title 1"/>
          <p:cNvSpPr>
            <a:spLocks noGrp="1"/>
          </p:cNvSpPr>
          <p:nvPr>
            <p:ph type="title"/>
          </p:nvPr>
        </p:nvSpPr>
        <p:spPr>
          <a:xfrm>
            <a:off x="913795" y="609600"/>
            <a:ext cx="10353762" cy="3424859"/>
          </a:xfrm>
        </p:spPr>
        <p:txBody>
          <a:bodyPr anchor="ctr"/>
          <a:lstStyle>
            <a:lvl1pPr>
              <a:defRPr sz="3200"/>
            </a:lvl1pPr>
          </a:lstStyle>
          <a:p>
            <a:r>
              <a:rPr lang="en-US"/>
              <a:t>Click to edit Master title style</a:t>
            </a:r>
          </a:p>
        </p:txBody>
      </p:sp>
      <p:sp>
        <p:nvSpPr>
          <p:cNvPr id="4" name="Text Placeholder 3"/>
          <p:cNvSpPr>
            <a:spLocks noGrp="1"/>
          </p:cNvSpPr>
          <p:nvPr>
            <p:ph type="body" sz="half" idx="2"/>
          </p:nvPr>
        </p:nvSpPr>
        <p:spPr>
          <a:xfrm>
            <a:off x="913795" y="4204820"/>
            <a:ext cx="10353761" cy="1592186"/>
          </a:xfrm>
        </p:spPr>
        <p:txBody>
          <a:bodyPr anchor="ctr"/>
          <a:lstStyle>
            <a:lvl1pPr marL="0" indent="0" algn="ctr">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47000669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446212" y="609600"/>
            <a:ext cx="9302752" cy="2992904"/>
          </a:xfrm>
        </p:spPr>
        <p:txBody>
          <a:bodyPr anchor="ctr"/>
          <a:lstStyle>
            <a:lvl1pPr>
              <a:defRPr sz="3200"/>
            </a:lvl1pPr>
          </a:lstStyle>
          <a:p>
            <a:r>
              <a:rPr lang="en-US"/>
              <a:t>Click to edit Master title style</a:t>
            </a:r>
          </a:p>
        </p:txBody>
      </p:sp>
      <p:sp>
        <p:nvSpPr>
          <p:cNvPr id="12" name="Text Placeholder 3"/>
          <p:cNvSpPr>
            <a:spLocks noGrp="1"/>
          </p:cNvSpPr>
          <p:nvPr>
            <p:ph type="body" sz="half" idx="13"/>
          </p:nvPr>
        </p:nvSpPr>
        <p:spPr>
          <a:xfrm>
            <a:off x="1720644" y="3610032"/>
            <a:ext cx="8752299" cy="426812"/>
          </a:xfrm>
        </p:spPr>
        <p:txBody>
          <a:bodyPr anchor="t">
            <a:normAutofit/>
          </a:bodyPr>
          <a:lstStyle>
            <a:lvl1pPr marL="0" indent="0" algn="r">
              <a:buNone/>
              <a:defRPr sz="14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4" name="Text Placeholder 3"/>
          <p:cNvSpPr>
            <a:spLocks noGrp="1"/>
          </p:cNvSpPr>
          <p:nvPr>
            <p:ph type="body" sz="half" idx="2"/>
          </p:nvPr>
        </p:nvSpPr>
        <p:spPr>
          <a:xfrm>
            <a:off x="913794" y="4204821"/>
            <a:ext cx="10353762" cy="1586380"/>
          </a:xfrm>
        </p:spPr>
        <p:txBody>
          <a:bodyPr anchor="ctr">
            <a:normAutofit/>
          </a:bodyPr>
          <a:lstStyle>
            <a:lvl1pPr marL="0" indent="0" algn="ctr">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
        <p:nvSpPr>
          <p:cNvPr id="11" name="TextBox 10"/>
          <p:cNvSpPr txBox="1"/>
          <p:nvPr/>
        </p:nvSpPr>
        <p:spPr>
          <a:xfrm>
            <a:off x="836612" y="735241"/>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r>
              <a:rPr lang="en-US" sz="8000">
                <a:solidFill>
                  <a:schemeClr val="tx1"/>
                </a:solidFill>
                <a:effectLst/>
              </a:rPr>
              <a:t>“</a:t>
            </a:r>
          </a:p>
        </p:txBody>
      </p:sp>
      <p:sp>
        <p:nvSpPr>
          <p:cNvPr id="13" name="TextBox 12"/>
          <p:cNvSpPr txBox="1"/>
          <p:nvPr/>
        </p:nvSpPr>
        <p:spPr>
          <a:xfrm>
            <a:off x="10657956" y="2972093"/>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8000">
                <a:solidFill>
                  <a:schemeClr val="tx1"/>
                </a:solidFill>
                <a:effectLst/>
              </a:rPr>
              <a:t>”</a:t>
            </a:r>
          </a:p>
        </p:txBody>
      </p:sp>
    </p:spTree>
    <p:extLst>
      <p:ext uri="{BB962C8B-B14F-4D97-AF65-F5344CB8AC3E}">
        <p14:creationId xmlns:p14="http://schemas.microsoft.com/office/powerpoint/2010/main" val="352411674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sp>
        <p:nvSpPr>
          <p:cNvPr id="2" name="Title 1"/>
          <p:cNvSpPr>
            <a:spLocks noGrp="1"/>
          </p:cNvSpPr>
          <p:nvPr>
            <p:ph type="title"/>
          </p:nvPr>
        </p:nvSpPr>
        <p:spPr>
          <a:xfrm>
            <a:off x="913806" y="2126942"/>
            <a:ext cx="10355327" cy="2511835"/>
          </a:xfrm>
        </p:spPr>
        <p:txBody>
          <a:bodyPr anchor="b"/>
          <a:lstStyle>
            <a:lvl1pPr>
              <a:defRPr sz="3200"/>
            </a:lvl1pPr>
          </a:lstStyle>
          <a:p>
            <a:r>
              <a:rPr lang="en-US"/>
              <a:t>Click to edit Master title style</a:t>
            </a:r>
          </a:p>
        </p:txBody>
      </p:sp>
      <p:sp>
        <p:nvSpPr>
          <p:cNvPr id="4" name="Text Placeholder 3"/>
          <p:cNvSpPr>
            <a:spLocks noGrp="1"/>
          </p:cNvSpPr>
          <p:nvPr>
            <p:ph type="body" sz="half" idx="2"/>
          </p:nvPr>
        </p:nvSpPr>
        <p:spPr>
          <a:xfrm>
            <a:off x="913794" y="4650556"/>
            <a:ext cx="10353763" cy="1140644"/>
          </a:xfrm>
        </p:spPr>
        <p:txBody>
          <a:bodyPr anchor="t"/>
          <a:lstStyle>
            <a:lvl1pPr marL="0" indent="0" algn="ctr">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A522E557-C391-49A5-BBF9-B2326D756DF1}" type="datetimeFigureOut">
              <a:rPr lang="en-MY" smtClean="0"/>
              <a:t>24/11/2022</a:t>
            </a:fld>
            <a:endParaRPr lang="en-MY"/>
          </a:p>
        </p:txBody>
      </p:sp>
      <p:sp>
        <p:nvSpPr>
          <p:cNvPr id="6" name="Footer Placeholder 5"/>
          <p:cNvSpPr>
            <a:spLocks noGrp="1"/>
          </p:cNvSpPr>
          <p:nvPr>
            <p:ph type="ftr" sz="quarter" idx="11"/>
          </p:nvPr>
        </p:nvSpPr>
        <p:spPr/>
        <p:txBody>
          <a:bodyPr/>
          <a:lstStyle/>
          <a:p>
            <a:endParaRPr lang="en-MY"/>
          </a:p>
        </p:txBody>
      </p:sp>
      <p:sp>
        <p:nvSpPr>
          <p:cNvPr id="7" name="Slide Number Placeholder 6"/>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258435938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5" name="Title 1"/>
          <p:cNvSpPr>
            <a:spLocks noGrp="1"/>
          </p:cNvSpPr>
          <p:nvPr>
            <p:ph type="title"/>
          </p:nvPr>
        </p:nvSpPr>
        <p:spPr>
          <a:xfrm>
            <a:off x="913794" y="609600"/>
            <a:ext cx="10353762" cy="1325563"/>
          </a:xfrm>
        </p:spPr>
        <p:txBody>
          <a:bodyPr/>
          <a:lstStyle/>
          <a:p>
            <a:r>
              <a:rPr lang="en-US"/>
              <a:t>Click to edit Master title style</a:t>
            </a:r>
          </a:p>
        </p:txBody>
      </p:sp>
      <p:sp>
        <p:nvSpPr>
          <p:cNvPr id="7" name="Text Placeholder 2"/>
          <p:cNvSpPr>
            <a:spLocks noGrp="1"/>
          </p:cNvSpPr>
          <p:nvPr>
            <p:ph type="body" idx="1"/>
          </p:nvPr>
        </p:nvSpPr>
        <p:spPr>
          <a:xfrm>
            <a:off x="913794" y="2088319"/>
            <a:ext cx="3298956" cy="823305"/>
          </a:xfrm>
        </p:spPr>
        <p:txBody>
          <a:bodyPr anchor="b">
            <a:noAutofit/>
          </a:bodyPr>
          <a:lstStyle>
            <a:lvl1pPr marL="0" indent="0" algn="ctr">
              <a:lnSpc>
                <a:spcPct val="100000"/>
              </a:lnSpc>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Text Placeholder 3"/>
          <p:cNvSpPr>
            <a:spLocks noGrp="1"/>
          </p:cNvSpPr>
          <p:nvPr>
            <p:ph type="body" sz="half" idx="15"/>
          </p:nvPr>
        </p:nvSpPr>
        <p:spPr>
          <a:xfrm>
            <a:off x="913794" y="2911624"/>
            <a:ext cx="3298956" cy="2879576"/>
          </a:xfrm>
        </p:spPr>
        <p:txBody>
          <a:bodyPr anchor="t">
            <a:normAutofit/>
          </a:bodyPr>
          <a:lstStyle>
            <a:lvl1pPr marL="0" indent="0" algn="ctr">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4"/>
          <p:cNvSpPr>
            <a:spLocks noGrp="1"/>
          </p:cNvSpPr>
          <p:nvPr>
            <p:ph type="body" sz="quarter" idx="3"/>
          </p:nvPr>
        </p:nvSpPr>
        <p:spPr>
          <a:xfrm>
            <a:off x="4444878" y="2088320"/>
            <a:ext cx="3298558" cy="823304"/>
          </a:xfrm>
        </p:spPr>
        <p:txBody>
          <a:bodyPr anchor="b">
            <a:noAutofit/>
          </a:bodyPr>
          <a:lstStyle>
            <a:lvl1pPr marL="0" indent="0" algn="ctr">
              <a:lnSpc>
                <a:spcPct val="100000"/>
              </a:lnSpc>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0" name="Text Placeholder 3"/>
          <p:cNvSpPr>
            <a:spLocks noGrp="1"/>
          </p:cNvSpPr>
          <p:nvPr>
            <p:ph type="body" sz="half" idx="16"/>
          </p:nvPr>
        </p:nvSpPr>
        <p:spPr>
          <a:xfrm>
            <a:off x="4444878" y="2911624"/>
            <a:ext cx="3299821" cy="2879576"/>
          </a:xfrm>
        </p:spPr>
        <p:txBody>
          <a:bodyPr anchor="t">
            <a:normAutofit/>
          </a:bodyPr>
          <a:lstStyle>
            <a:lvl1pPr marL="0" indent="0" algn="ctr">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1" name="Text Placeholder 4"/>
          <p:cNvSpPr>
            <a:spLocks noGrp="1"/>
          </p:cNvSpPr>
          <p:nvPr>
            <p:ph type="body" sz="quarter" idx="13"/>
          </p:nvPr>
        </p:nvSpPr>
        <p:spPr>
          <a:xfrm>
            <a:off x="7973298" y="2088320"/>
            <a:ext cx="3291211" cy="823304"/>
          </a:xfrm>
        </p:spPr>
        <p:txBody>
          <a:bodyPr anchor="b">
            <a:noAutofit/>
          </a:bodyPr>
          <a:lstStyle>
            <a:lvl1pPr marL="0" indent="0" algn="ctr">
              <a:lnSpc>
                <a:spcPct val="100000"/>
              </a:lnSpc>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Text Placeholder 3"/>
          <p:cNvSpPr>
            <a:spLocks noGrp="1"/>
          </p:cNvSpPr>
          <p:nvPr>
            <p:ph type="body" sz="half" idx="17"/>
          </p:nvPr>
        </p:nvSpPr>
        <p:spPr>
          <a:xfrm>
            <a:off x="7976346" y="2911624"/>
            <a:ext cx="3291211" cy="2879576"/>
          </a:xfrm>
        </p:spPr>
        <p:txBody>
          <a:bodyPr anchor="t">
            <a:normAutofit/>
          </a:bodyPr>
          <a:lstStyle>
            <a:lvl1pPr marL="0" indent="0" algn="ctr">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3" name="Date Placeholder 2"/>
          <p:cNvSpPr>
            <a:spLocks noGrp="1"/>
          </p:cNvSpPr>
          <p:nvPr>
            <p:ph type="dt" sz="half" idx="10"/>
          </p:nvPr>
        </p:nvSpPr>
        <p:spPr/>
        <p:txBody>
          <a:bodyPr/>
          <a:lstStyle/>
          <a:p>
            <a:fld id="{A522E557-C391-49A5-BBF9-B2326D756DF1}" type="datetimeFigureOut">
              <a:rPr lang="en-MY" smtClean="0"/>
              <a:t>24/11/2022</a:t>
            </a:fld>
            <a:endParaRPr lang="en-MY"/>
          </a:p>
        </p:txBody>
      </p:sp>
      <p:sp>
        <p:nvSpPr>
          <p:cNvPr id="4" name="Footer Placeholder 3"/>
          <p:cNvSpPr>
            <a:spLocks noGrp="1"/>
          </p:cNvSpPr>
          <p:nvPr>
            <p:ph type="ftr" sz="quarter" idx="11"/>
          </p:nvPr>
        </p:nvSpPr>
        <p:spPr/>
        <p:txBody>
          <a:bodyPr/>
          <a:lstStyle/>
          <a:p>
            <a:endParaRPr lang="en-MY"/>
          </a:p>
        </p:txBody>
      </p:sp>
      <p:sp>
        <p:nvSpPr>
          <p:cNvPr id="5" name="Slide Number Placeholder 4"/>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33590401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30" name="Title 1"/>
          <p:cNvSpPr>
            <a:spLocks noGrp="1"/>
          </p:cNvSpPr>
          <p:nvPr>
            <p:ph type="title"/>
          </p:nvPr>
        </p:nvSpPr>
        <p:spPr>
          <a:xfrm>
            <a:off x="913795" y="609600"/>
            <a:ext cx="10353762" cy="1325563"/>
          </a:xfrm>
        </p:spPr>
        <p:txBody>
          <a:bodyPr/>
          <a:lstStyle/>
          <a:p>
            <a:r>
              <a:rPr lang="en-US"/>
              <a:t>Click to edit Master title style</a:t>
            </a:r>
          </a:p>
        </p:txBody>
      </p:sp>
      <p:sp>
        <p:nvSpPr>
          <p:cNvPr id="19" name="Text Placeholder 2"/>
          <p:cNvSpPr>
            <a:spLocks noGrp="1"/>
          </p:cNvSpPr>
          <p:nvPr>
            <p:ph type="body" idx="1"/>
          </p:nvPr>
        </p:nvSpPr>
        <p:spPr>
          <a:xfrm>
            <a:off x="913795" y="4195899"/>
            <a:ext cx="3298955" cy="576262"/>
          </a:xfrm>
        </p:spPr>
        <p:txBody>
          <a:bodyPr anchor="b">
            <a:noAutofit/>
          </a:bodyPr>
          <a:lstStyle>
            <a:lvl1pPr marL="0" indent="0" algn="ctr">
              <a:lnSpc>
                <a:spcPct val="100000"/>
              </a:lnSpc>
              <a:buNone/>
              <a:defRPr sz="20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0" name="Picture Placeholder 2"/>
          <p:cNvSpPr>
            <a:spLocks noGrp="1" noChangeAspect="1"/>
          </p:cNvSpPr>
          <p:nvPr>
            <p:ph type="pic" idx="15"/>
          </p:nvPr>
        </p:nvSpPr>
        <p:spPr>
          <a:xfrm>
            <a:off x="1092020" y="2298987"/>
            <a:ext cx="2940050" cy="1524000"/>
          </a:xfrm>
          <a:prstGeom prst="roundRect">
            <a:avLst>
              <a:gd name="adj" fmla="val 0"/>
            </a:avLst>
          </a:prstGeom>
          <a:noFill/>
          <a:ln w="14605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p>
        </p:txBody>
      </p:sp>
      <p:sp>
        <p:nvSpPr>
          <p:cNvPr id="21" name="Text Placeholder 3"/>
          <p:cNvSpPr>
            <a:spLocks noGrp="1"/>
          </p:cNvSpPr>
          <p:nvPr>
            <p:ph type="body" sz="half" idx="18"/>
          </p:nvPr>
        </p:nvSpPr>
        <p:spPr>
          <a:xfrm>
            <a:off x="913795" y="4772161"/>
            <a:ext cx="3298955" cy="1019038"/>
          </a:xfrm>
        </p:spPr>
        <p:txBody>
          <a:bodyPr anchor="t">
            <a:normAutofit/>
          </a:bodyPr>
          <a:lstStyle>
            <a:lvl1pPr marL="0" indent="0" algn="ctr">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22" name="Text Placeholder 4"/>
          <p:cNvSpPr>
            <a:spLocks noGrp="1"/>
          </p:cNvSpPr>
          <p:nvPr>
            <p:ph type="body" sz="quarter" idx="3"/>
          </p:nvPr>
        </p:nvSpPr>
        <p:spPr>
          <a:xfrm>
            <a:off x="4442701" y="4195899"/>
            <a:ext cx="3298983" cy="576262"/>
          </a:xfrm>
        </p:spPr>
        <p:txBody>
          <a:bodyPr anchor="b">
            <a:noAutofit/>
          </a:bodyPr>
          <a:lstStyle>
            <a:lvl1pPr marL="0" indent="0" algn="ctr">
              <a:lnSpc>
                <a:spcPct val="100000"/>
              </a:lnSpc>
              <a:buNone/>
              <a:defRPr sz="20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3" name="Picture Placeholder 2"/>
          <p:cNvSpPr>
            <a:spLocks noGrp="1" noChangeAspect="1"/>
          </p:cNvSpPr>
          <p:nvPr>
            <p:ph type="pic" idx="21"/>
          </p:nvPr>
        </p:nvSpPr>
        <p:spPr>
          <a:xfrm>
            <a:off x="4568996" y="2298987"/>
            <a:ext cx="2930525" cy="1524000"/>
          </a:xfrm>
          <a:prstGeom prst="roundRect">
            <a:avLst>
              <a:gd name="adj" fmla="val 0"/>
            </a:avLst>
          </a:prstGeom>
          <a:noFill/>
          <a:ln w="14605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p>
        </p:txBody>
      </p:sp>
      <p:sp>
        <p:nvSpPr>
          <p:cNvPr id="24" name="Text Placeholder 3"/>
          <p:cNvSpPr>
            <a:spLocks noGrp="1"/>
          </p:cNvSpPr>
          <p:nvPr>
            <p:ph type="body" sz="half" idx="19"/>
          </p:nvPr>
        </p:nvSpPr>
        <p:spPr>
          <a:xfrm>
            <a:off x="4441348" y="4772160"/>
            <a:ext cx="3300336" cy="1019038"/>
          </a:xfrm>
        </p:spPr>
        <p:txBody>
          <a:bodyPr anchor="t">
            <a:normAutofit/>
          </a:bodyPr>
          <a:lstStyle>
            <a:lvl1pPr marL="0" indent="0" algn="ctr">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25" name="Text Placeholder 4"/>
          <p:cNvSpPr>
            <a:spLocks noGrp="1"/>
          </p:cNvSpPr>
          <p:nvPr>
            <p:ph type="body" sz="quarter" idx="13"/>
          </p:nvPr>
        </p:nvSpPr>
        <p:spPr>
          <a:xfrm>
            <a:off x="7973423" y="4195899"/>
            <a:ext cx="3289900" cy="576262"/>
          </a:xfrm>
        </p:spPr>
        <p:txBody>
          <a:bodyPr anchor="b">
            <a:noAutofit/>
          </a:bodyPr>
          <a:lstStyle>
            <a:lvl1pPr marL="0" indent="0" algn="ctr">
              <a:lnSpc>
                <a:spcPct val="100000"/>
              </a:lnSpc>
              <a:buNone/>
              <a:defRPr sz="20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6" name="Picture Placeholder 2"/>
          <p:cNvSpPr>
            <a:spLocks noGrp="1" noChangeAspect="1"/>
          </p:cNvSpPr>
          <p:nvPr>
            <p:ph type="pic" idx="22"/>
          </p:nvPr>
        </p:nvSpPr>
        <p:spPr>
          <a:xfrm>
            <a:off x="8152803" y="2298987"/>
            <a:ext cx="2932113" cy="1524000"/>
          </a:xfrm>
          <a:prstGeom prst="roundRect">
            <a:avLst>
              <a:gd name="adj" fmla="val 0"/>
            </a:avLst>
          </a:prstGeom>
          <a:noFill/>
          <a:ln w="14605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p>
        </p:txBody>
      </p:sp>
      <p:sp>
        <p:nvSpPr>
          <p:cNvPr id="27" name="Text Placeholder 3"/>
          <p:cNvSpPr>
            <a:spLocks noGrp="1"/>
          </p:cNvSpPr>
          <p:nvPr>
            <p:ph type="body" sz="half" idx="20"/>
          </p:nvPr>
        </p:nvSpPr>
        <p:spPr>
          <a:xfrm>
            <a:off x="7973298" y="4772161"/>
            <a:ext cx="3294258" cy="1019037"/>
          </a:xfrm>
        </p:spPr>
        <p:txBody>
          <a:bodyPr anchor="t">
            <a:normAutofit/>
          </a:bodyPr>
          <a:lstStyle>
            <a:lvl1pPr marL="0" indent="0" algn="ctr">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3" name="Date Placeholder 2"/>
          <p:cNvSpPr>
            <a:spLocks noGrp="1"/>
          </p:cNvSpPr>
          <p:nvPr>
            <p:ph type="dt" sz="half" idx="10"/>
          </p:nvPr>
        </p:nvSpPr>
        <p:spPr/>
        <p:txBody>
          <a:bodyPr/>
          <a:lstStyle/>
          <a:p>
            <a:fld id="{A522E557-C391-49A5-BBF9-B2326D756DF1}" type="datetimeFigureOut">
              <a:rPr lang="en-MY" smtClean="0"/>
              <a:t>24/11/2022</a:t>
            </a:fld>
            <a:endParaRPr lang="en-MY"/>
          </a:p>
        </p:txBody>
      </p:sp>
      <p:sp>
        <p:nvSpPr>
          <p:cNvPr id="4" name="Footer Placeholder 3"/>
          <p:cNvSpPr>
            <a:spLocks noGrp="1"/>
          </p:cNvSpPr>
          <p:nvPr>
            <p:ph type="ftr" sz="quarter" idx="11"/>
          </p:nvPr>
        </p:nvSpPr>
        <p:spPr/>
        <p:txBody>
          <a:bodyPr/>
          <a:lstStyle/>
          <a:p>
            <a:endParaRPr lang="en-MY"/>
          </a:p>
        </p:txBody>
      </p:sp>
      <p:sp>
        <p:nvSpPr>
          <p:cNvPr id="5" name="Slide Number Placeholder 4"/>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163571355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p:cNvSpPr>
            <a:spLocks noGrp="1"/>
          </p:cNvSpPr>
          <p:nvPr>
            <p:ph type="ftr" sz="quarter" idx="11"/>
          </p:nvPr>
        </p:nvSpPr>
        <p:spPr/>
        <p:txBody>
          <a:bodyPr/>
          <a:lstStyle/>
          <a:p>
            <a:endParaRPr lang="en-MY"/>
          </a:p>
        </p:txBody>
      </p:sp>
      <p:sp>
        <p:nvSpPr>
          <p:cNvPr id="6" name="Slide Number Placeholder 5"/>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77040189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609599"/>
            <a:ext cx="2542657" cy="5181601"/>
          </a:xfrm>
        </p:spPr>
        <p:txBody>
          <a:bodyPr vert="eaVert"/>
          <a:lstStyle>
            <a:lvl1pPr algn="l">
              <a:defRPr/>
            </a:lvl1pPr>
          </a:lstStyle>
          <a:p>
            <a:r>
              <a:rPr lang="en-US"/>
              <a:t>Click to edit Master title style</a:t>
            </a:r>
          </a:p>
        </p:txBody>
      </p:sp>
      <p:sp>
        <p:nvSpPr>
          <p:cNvPr id="3" name="Vertical Text Placeholder 2"/>
          <p:cNvSpPr>
            <a:spLocks noGrp="1"/>
          </p:cNvSpPr>
          <p:nvPr>
            <p:ph type="body" orient="vert" idx="1"/>
          </p:nvPr>
        </p:nvSpPr>
        <p:spPr>
          <a:xfrm>
            <a:off x="913794" y="609599"/>
            <a:ext cx="7658705" cy="518160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522E557-C391-49A5-BBF9-B2326D756DF1}" type="datetimeFigureOut">
              <a:rPr lang="en-MY" smtClean="0"/>
              <a:t>24/11/2022</a:t>
            </a:fld>
            <a:endParaRPr lang="en-MY"/>
          </a:p>
        </p:txBody>
      </p:sp>
      <p:sp>
        <p:nvSpPr>
          <p:cNvPr id="5" name="Footer Placeholder 4"/>
          <p:cNvSpPr>
            <a:spLocks noGrp="1"/>
          </p:cNvSpPr>
          <p:nvPr>
            <p:ph type="ftr" sz="quarter" idx="11"/>
          </p:nvPr>
        </p:nvSpPr>
        <p:spPr/>
        <p:txBody>
          <a:bodyPr/>
          <a:lstStyle/>
          <a:p>
            <a:endParaRPr lang="en-MY"/>
          </a:p>
        </p:txBody>
      </p:sp>
      <p:sp>
        <p:nvSpPr>
          <p:cNvPr id="6" name="Slide Number Placeholder 5"/>
          <p:cNvSpPr>
            <a:spLocks noGrp="1"/>
          </p:cNvSpPr>
          <p:nvPr>
            <p:ph type="sldNum" sz="quarter" idx="12"/>
          </p:nvPr>
        </p:nvSpPr>
        <p:spPr/>
        <p:txBody>
          <a:bodyPr/>
          <a:lstStyle/>
          <a:p>
            <a:fld id="{AE0E5DFB-8609-4E33-A5FC-FAE4612C42A3}" type="slidenum">
              <a:rPr lang="en-MY" smtClean="0"/>
              <a:t>‹#›</a:t>
            </a:fld>
            <a:endParaRPr lang="en-MY"/>
          </a:p>
        </p:txBody>
      </p:sp>
    </p:spTree>
    <p:extLst>
      <p:ext uri="{BB962C8B-B14F-4D97-AF65-F5344CB8AC3E}">
        <p14:creationId xmlns:p14="http://schemas.microsoft.com/office/powerpoint/2010/main" val="70439823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 name="arrow.wav"/>
          </p:stSnd>
        </p:sndAc>
      </p:transition>
    </mc:Choice>
    <mc:Fallback>
      <p:transition spd="slow">
        <p:fade/>
        <p:sndAc>
          <p:stSnd>
            <p:snd r:embed="rId1" name="arrow.wav"/>
          </p:stSnd>
        </p:sndAc>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audio" Target="../media/audio1.wav"/><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18" Type="http://schemas.openxmlformats.org/officeDocument/2006/relationships/theme" Target="../theme/theme2.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17" Type="http://schemas.openxmlformats.org/officeDocument/2006/relationships/slideLayout" Target="../slideLayouts/slideLayout30.xml"/><Relationship Id="rId2" Type="http://schemas.openxmlformats.org/officeDocument/2006/relationships/slideLayout" Target="../slideLayouts/slideLayout15.xml"/><Relationship Id="rId16" Type="http://schemas.openxmlformats.org/officeDocument/2006/relationships/slideLayout" Target="../slideLayouts/slideLayout29.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5" Type="http://schemas.openxmlformats.org/officeDocument/2006/relationships/slideLayout" Target="../slideLayouts/slideLayout28.xml"/><Relationship Id="rId10" Type="http://schemas.openxmlformats.org/officeDocument/2006/relationships/slideLayout" Target="../slideLayouts/slideLayout23.xml"/><Relationship Id="rId19" Type="http://schemas.openxmlformats.org/officeDocument/2006/relationships/audio" Target="../media/audio1.wav"/><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E16055E-F5AF-5976-288B-ACF008C9448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MY"/>
          </a:p>
        </p:txBody>
      </p:sp>
      <p:sp>
        <p:nvSpPr>
          <p:cNvPr id="3" name="Text Placeholder 2">
            <a:extLst>
              <a:ext uri="{FF2B5EF4-FFF2-40B4-BE49-F238E27FC236}">
                <a16:creationId xmlns:a16="http://schemas.microsoft.com/office/drawing/2014/main" id="{059A9B75-D3FD-E7DF-8665-04866034A63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MY"/>
          </a:p>
        </p:txBody>
      </p:sp>
      <p:sp>
        <p:nvSpPr>
          <p:cNvPr id="4" name="Date Placeholder 3">
            <a:extLst>
              <a:ext uri="{FF2B5EF4-FFF2-40B4-BE49-F238E27FC236}">
                <a16:creationId xmlns:a16="http://schemas.microsoft.com/office/drawing/2014/main" id="{1D145573-CE2A-C087-973C-D0D270EA440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522E557-C391-49A5-BBF9-B2326D756DF1}" type="datetimeFigureOut">
              <a:rPr lang="en-MY" smtClean="0"/>
              <a:t>24/11/2022</a:t>
            </a:fld>
            <a:endParaRPr lang="en-MY"/>
          </a:p>
        </p:txBody>
      </p:sp>
      <p:sp>
        <p:nvSpPr>
          <p:cNvPr id="5" name="Footer Placeholder 4">
            <a:extLst>
              <a:ext uri="{FF2B5EF4-FFF2-40B4-BE49-F238E27FC236}">
                <a16:creationId xmlns:a16="http://schemas.microsoft.com/office/drawing/2014/main" id="{392908FC-F886-4B81-196B-BE742889836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MY"/>
          </a:p>
        </p:txBody>
      </p:sp>
      <p:sp>
        <p:nvSpPr>
          <p:cNvPr id="6" name="Slide Number Placeholder 5">
            <a:extLst>
              <a:ext uri="{FF2B5EF4-FFF2-40B4-BE49-F238E27FC236}">
                <a16:creationId xmlns:a16="http://schemas.microsoft.com/office/drawing/2014/main" id="{7AA592D5-CFEE-017F-9B73-EE56EE171C7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E0E5DFB-8609-4E33-A5FC-FAE4612C42A3}" type="slidenum">
              <a:rPr lang="en-MY" smtClean="0"/>
              <a:t>‹#›</a:t>
            </a:fld>
            <a:endParaRPr lang="en-MY"/>
          </a:p>
        </p:txBody>
      </p:sp>
    </p:spTree>
    <p:extLst>
      <p:ext uri="{BB962C8B-B14F-4D97-AF65-F5344CB8AC3E}">
        <p14:creationId xmlns:p14="http://schemas.microsoft.com/office/powerpoint/2010/main" val="403733610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79" r:id="rId13"/>
  </p:sldLayoutIdLst>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5" name="arrow.wav"/>
          </p:stSnd>
        </p:sndAc>
      </p:transition>
    </mc:Choice>
    <mc:Fallback>
      <p:transition spd="slow">
        <p:fade/>
        <p:sndAc>
          <p:stSnd>
            <p:snd r:embed="rId15" name="arrow.wav"/>
          </p:stSnd>
        </p:sndAc>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3795" y="609600"/>
            <a:ext cx="10353761" cy="1326321"/>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913795" y="2096064"/>
            <a:ext cx="10353762" cy="369513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7678736" y="5883275"/>
            <a:ext cx="2743200" cy="365125"/>
          </a:xfrm>
          <a:prstGeom prst="rect">
            <a:avLst/>
          </a:prstGeom>
        </p:spPr>
        <p:txBody>
          <a:bodyPr vert="horz" lIns="91440" tIns="45720" rIns="91440" bIns="45720" rtlCol="0" anchor="ctr"/>
          <a:lstStyle>
            <a:lvl1pPr algn="r">
              <a:defRPr sz="1000">
                <a:solidFill>
                  <a:schemeClr val="tx1">
                    <a:tint val="75000"/>
                  </a:schemeClr>
                </a:solidFill>
              </a:defRPr>
            </a:lvl1pPr>
          </a:lstStyle>
          <a:p>
            <a:fld id="{A522E557-C391-49A5-BBF9-B2326D756DF1}" type="datetimeFigureOut">
              <a:rPr lang="en-MY" smtClean="0"/>
              <a:t>24/11/2022</a:t>
            </a:fld>
            <a:endParaRPr lang="en-MY"/>
          </a:p>
        </p:txBody>
      </p:sp>
      <p:sp>
        <p:nvSpPr>
          <p:cNvPr id="5" name="Footer Placeholder 4"/>
          <p:cNvSpPr>
            <a:spLocks noGrp="1"/>
          </p:cNvSpPr>
          <p:nvPr>
            <p:ph type="ftr" sz="quarter" idx="3"/>
          </p:nvPr>
        </p:nvSpPr>
        <p:spPr>
          <a:xfrm>
            <a:off x="913794" y="5883275"/>
            <a:ext cx="6672865" cy="365125"/>
          </a:xfrm>
          <a:prstGeom prst="rect">
            <a:avLst/>
          </a:prstGeom>
        </p:spPr>
        <p:txBody>
          <a:bodyPr vert="horz" lIns="91440" tIns="45720" rIns="91440" bIns="45720" rtlCol="0" anchor="ctr"/>
          <a:lstStyle>
            <a:lvl1pPr algn="l">
              <a:defRPr sz="1000">
                <a:solidFill>
                  <a:schemeClr val="tx1">
                    <a:tint val="75000"/>
                  </a:schemeClr>
                </a:solidFill>
              </a:defRPr>
            </a:lvl1pPr>
          </a:lstStyle>
          <a:p>
            <a:endParaRPr lang="en-MY"/>
          </a:p>
        </p:txBody>
      </p:sp>
      <p:sp>
        <p:nvSpPr>
          <p:cNvPr id="6" name="Slide Number Placeholder 5"/>
          <p:cNvSpPr>
            <a:spLocks noGrp="1"/>
          </p:cNvSpPr>
          <p:nvPr>
            <p:ph type="sldNum" sz="quarter" idx="4"/>
          </p:nvPr>
        </p:nvSpPr>
        <p:spPr>
          <a:xfrm>
            <a:off x="10514011" y="5883275"/>
            <a:ext cx="753545" cy="365125"/>
          </a:xfrm>
          <a:prstGeom prst="rect">
            <a:avLst/>
          </a:prstGeom>
        </p:spPr>
        <p:txBody>
          <a:bodyPr vert="horz" lIns="91440" tIns="45720" rIns="91440" bIns="45720" rtlCol="0" anchor="ctr"/>
          <a:lstStyle>
            <a:lvl1pPr algn="r">
              <a:defRPr sz="1000">
                <a:solidFill>
                  <a:schemeClr val="tx1">
                    <a:tint val="75000"/>
                  </a:schemeClr>
                </a:solidFill>
              </a:defRPr>
            </a:lvl1pPr>
          </a:lstStyle>
          <a:p>
            <a:fld id="{AE0E5DFB-8609-4E33-A5FC-FAE4612C42A3}" type="slidenum">
              <a:rPr lang="en-MY" smtClean="0"/>
              <a:t>‹#›</a:t>
            </a:fld>
            <a:endParaRPr lang="en-MY"/>
          </a:p>
        </p:txBody>
      </p:sp>
    </p:spTree>
    <p:extLst>
      <p:ext uri="{BB962C8B-B14F-4D97-AF65-F5344CB8AC3E}">
        <p14:creationId xmlns:p14="http://schemas.microsoft.com/office/powerpoint/2010/main" val="3480514100"/>
      </p:ext>
    </p:extLst>
  </p:cSld>
  <p:clrMap bg1="dk1" tx1="lt1" bg2="dk2" tx2="lt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678" r:id="rId17"/>
  </p:sldLayoutIdLst>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19" name="arrow.wav"/>
          </p:stSnd>
        </p:sndAc>
      </p:transition>
    </mc:Choice>
    <mc:Fallback>
      <p:transition spd="slow">
        <p:fade/>
        <p:sndAc>
          <p:stSnd>
            <p:snd r:embed="rId19" name="arrow.wav"/>
          </p:stSnd>
        </p:sndAc>
      </p:transition>
    </mc:Fallback>
  </mc:AlternateContent>
  <p:txStyles>
    <p:titleStyle>
      <a:lvl1pPr algn="ctr" defTabSz="914400" rtl="0" eaLnBrk="1" latinLnBrk="0" hangingPunct="1">
        <a:lnSpc>
          <a:spcPct val="90000"/>
        </a:lnSpc>
        <a:spcBef>
          <a:spcPct val="0"/>
        </a:spcBef>
        <a:buNone/>
        <a:defRPr sz="3400" b="1" i="0" kern="1200" cap="all">
          <a:solidFill>
            <a:schemeClr val="tx1"/>
          </a:solidFill>
          <a:effectLst>
            <a:outerShdw blurRad="50800" dist="63500" dir="2700000" algn="tl" rotWithShape="0">
              <a:srgbClr val="000000">
                <a:alpha val="48000"/>
              </a:srgbClr>
            </a:outerShdw>
          </a:effectLst>
          <a:latin typeface="+mj-lt"/>
          <a:ea typeface="+mj-ea"/>
          <a:cs typeface="+mj-cs"/>
        </a:defRPr>
      </a:lvl1pPr>
    </p:titleStyle>
    <p:bodyStyle>
      <a:lvl1pPr marL="228600" indent="-228600" algn="l" defTabSz="914400" rtl="0" eaLnBrk="1" latinLnBrk="0" hangingPunct="1">
        <a:lnSpc>
          <a:spcPct val="120000"/>
        </a:lnSpc>
        <a:spcBef>
          <a:spcPts val="1000"/>
        </a:spcBef>
        <a:buFont typeface="Arial" panose="020B0604020202020204" pitchFamily="34" charset="0"/>
        <a:buChar char="•"/>
        <a:defRPr sz="2000" kern="1200">
          <a:solidFill>
            <a:schemeClr val="tx1"/>
          </a:solidFill>
          <a:effectLst>
            <a:outerShdw blurRad="50800" dist="38100" dir="2700000" algn="tl" rotWithShape="0">
              <a:srgbClr val="000000">
                <a:alpha val="48000"/>
              </a:srgbClr>
            </a:outerShdw>
          </a:effectLst>
          <a:latin typeface="+mn-lt"/>
          <a:ea typeface="+mn-ea"/>
          <a:cs typeface="+mn-cs"/>
        </a:defRPr>
      </a:lvl1pPr>
      <a:lvl2pPr marL="685800" indent="-228600" algn="l" defTabSz="914400" rtl="0" eaLnBrk="1" latinLnBrk="0" hangingPunct="1">
        <a:lnSpc>
          <a:spcPct val="120000"/>
        </a:lnSpc>
        <a:spcBef>
          <a:spcPts val="500"/>
        </a:spcBef>
        <a:buFont typeface="Arial" panose="020B0604020202020204" pitchFamily="34" charset="0"/>
        <a:buChar char="•"/>
        <a:defRPr sz="1800" kern="1200">
          <a:solidFill>
            <a:schemeClr val="tx1"/>
          </a:solidFill>
          <a:effectLst>
            <a:outerShdw blurRad="50800" dist="38100" dir="2700000" algn="tl" rotWithShape="0">
              <a:srgbClr val="000000">
                <a:alpha val="48000"/>
              </a:srgbClr>
            </a:outerShdw>
          </a:effectLst>
          <a:latin typeface="+mn-lt"/>
          <a:ea typeface="+mn-ea"/>
          <a:cs typeface="+mn-cs"/>
        </a:defRPr>
      </a:lvl2pPr>
      <a:lvl3pPr marL="1143000" indent="-228600" algn="l" defTabSz="914400" rtl="0" eaLnBrk="1" latinLnBrk="0" hangingPunct="1">
        <a:lnSpc>
          <a:spcPct val="120000"/>
        </a:lnSpc>
        <a:spcBef>
          <a:spcPts val="500"/>
        </a:spcBef>
        <a:buFont typeface="Arial" panose="020B0604020202020204" pitchFamily="34" charset="0"/>
        <a:buChar char="•"/>
        <a:defRPr sz="1600" kern="1200">
          <a:solidFill>
            <a:schemeClr val="tx1"/>
          </a:solidFill>
          <a:effectLst>
            <a:outerShdw blurRad="50800" dist="38100" dir="2700000" algn="tl" rotWithShape="0">
              <a:srgbClr val="000000">
                <a:alpha val="48000"/>
              </a:srgbClr>
            </a:outerShdw>
          </a:effectLst>
          <a:latin typeface="+mn-lt"/>
          <a:ea typeface="+mn-ea"/>
          <a:cs typeface="+mn-cs"/>
        </a:defRPr>
      </a:lvl3pPr>
      <a:lvl4pPr marL="1600200" indent="-228600" algn="l" defTabSz="914400" rtl="0" eaLnBrk="1" latinLnBrk="0" hangingPunct="1">
        <a:lnSpc>
          <a:spcPct val="120000"/>
        </a:lnSpc>
        <a:spcBef>
          <a:spcPts val="500"/>
        </a:spcBef>
        <a:buFont typeface="Arial" panose="020B0604020202020204" pitchFamily="34" charset="0"/>
        <a:buChar char="•"/>
        <a:defRPr sz="1400" kern="1200">
          <a:solidFill>
            <a:schemeClr val="tx1"/>
          </a:solidFill>
          <a:effectLst>
            <a:outerShdw blurRad="50800" dist="38100" dir="2700000" algn="tl" rotWithShape="0">
              <a:srgbClr val="000000">
                <a:alpha val="48000"/>
              </a:srgbClr>
            </a:outerShdw>
          </a:effectLst>
          <a:latin typeface="+mn-lt"/>
          <a:ea typeface="+mn-ea"/>
          <a:cs typeface="+mn-cs"/>
        </a:defRPr>
      </a:lvl4pPr>
      <a:lvl5pPr marL="2057400" indent="-228600" algn="l" defTabSz="914400" rtl="0" eaLnBrk="1" latinLnBrk="0" hangingPunct="1">
        <a:lnSpc>
          <a:spcPct val="120000"/>
        </a:lnSpc>
        <a:spcBef>
          <a:spcPts val="500"/>
        </a:spcBef>
        <a:buFont typeface="Arial" panose="020B0604020202020204" pitchFamily="34" charset="0"/>
        <a:buChar char="•"/>
        <a:defRPr sz="1200" kern="1200">
          <a:solidFill>
            <a:schemeClr val="tx1"/>
          </a:solidFill>
          <a:effectLst>
            <a:outerShdw blurRad="50800" dist="38100" dir="2700000" algn="tl" rotWithShape="0">
              <a:srgbClr val="000000">
                <a:alpha val="48000"/>
              </a:srgbClr>
            </a:outerShdw>
          </a:effectLst>
          <a:latin typeface="+mn-lt"/>
          <a:ea typeface="+mn-ea"/>
          <a:cs typeface="+mn-cs"/>
        </a:defRPr>
      </a:lvl5pPr>
      <a:lvl6pPr marL="2514600" indent="-228600" algn="l" defTabSz="914400" rtl="0" eaLnBrk="1" latinLnBrk="0" hangingPunct="1">
        <a:lnSpc>
          <a:spcPct val="120000"/>
        </a:lnSpc>
        <a:spcBef>
          <a:spcPts val="500"/>
        </a:spcBef>
        <a:buFont typeface="Arial" panose="020B0604020202020204" pitchFamily="34" charset="0"/>
        <a:buChar char="•"/>
        <a:defRPr sz="1200" kern="1200">
          <a:solidFill>
            <a:schemeClr val="tx1"/>
          </a:solidFill>
          <a:effectLst>
            <a:outerShdw blurRad="50800" dist="38100" dir="2700000" algn="tl" rotWithShape="0">
              <a:srgbClr val="000000">
                <a:alpha val="48000"/>
              </a:srgbClr>
            </a:outerShdw>
          </a:effectLst>
          <a:latin typeface="+mn-lt"/>
          <a:ea typeface="+mn-ea"/>
          <a:cs typeface="+mn-cs"/>
        </a:defRPr>
      </a:lvl6pPr>
      <a:lvl7pPr marL="2971800" indent="-228600" algn="l" defTabSz="914400" rtl="0" eaLnBrk="1" latinLnBrk="0" hangingPunct="1">
        <a:lnSpc>
          <a:spcPct val="120000"/>
        </a:lnSpc>
        <a:spcBef>
          <a:spcPts val="500"/>
        </a:spcBef>
        <a:buFont typeface="Arial" panose="020B0604020202020204" pitchFamily="34" charset="0"/>
        <a:buChar char="•"/>
        <a:defRPr sz="1200" kern="1200">
          <a:solidFill>
            <a:schemeClr val="tx1"/>
          </a:solidFill>
          <a:effectLst>
            <a:outerShdw blurRad="50800" dist="38100" dir="2700000" algn="tl" rotWithShape="0">
              <a:srgbClr val="000000">
                <a:alpha val="48000"/>
              </a:srgbClr>
            </a:outerShdw>
          </a:effectLst>
          <a:latin typeface="+mn-lt"/>
          <a:ea typeface="+mn-ea"/>
          <a:cs typeface="+mn-cs"/>
        </a:defRPr>
      </a:lvl7pPr>
      <a:lvl8pPr marL="3429000" indent="-228600" algn="l" defTabSz="914400" rtl="0" eaLnBrk="1" latinLnBrk="0" hangingPunct="1">
        <a:lnSpc>
          <a:spcPct val="120000"/>
        </a:lnSpc>
        <a:spcBef>
          <a:spcPts val="500"/>
        </a:spcBef>
        <a:buFont typeface="Arial" panose="020B0604020202020204" pitchFamily="34" charset="0"/>
        <a:buChar char="•"/>
        <a:defRPr sz="1200" kern="1200">
          <a:solidFill>
            <a:schemeClr val="tx1"/>
          </a:solidFill>
          <a:effectLst>
            <a:outerShdw blurRad="50800" dist="38100" dir="2700000" algn="tl" rotWithShape="0">
              <a:srgbClr val="000000">
                <a:alpha val="48000"/>
              </a:srgbClr>
            </a:outerShdw>
          </a:effectLst>
          <a:latin typeface="+mn-lt"/>
          <a:ea typeface="+mn-ea"/>
          <a:cs typeface="+mn-cs"/>
        </a:defRPr>
      </a:lvl8pPr>
      <a:lvl9pPr marL="3886200" indent="-228600" algn="l" defTabSz="914400" rtl="0" eaLnBrk="1" latinLnBrk="0" hangingPunct="1">
        <a:lnSpc>
          <a:spcPct val="120000"/>
        </a:lnSpc>
        <a:spcBef>
          <a:spcPts val="500"/>
        </a:spcBef>
        <a:buFont typeface="Arial" panose="020B0604020202020204" pitchFamily="34" charset="0"/>
        <a:buChar char="•"/>
        <a:defRPr sz="1200" kern="1200">
          <a:solidFill>
            <a:schemeClr val="tx1"/>
          </a:solidFill>
          <a:effectLst>
            <a:outerShdw blurRad="50800" dist="38100" dir="2700000" algn="tl" rotWithShape="0">
              <a:srgbClr val="000000">
                <a:alpha val="48000"/>
              </a:srgbClr>
            </a:outerShdw>
          </a:effectLst>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audio" Target="../media/audio1.wav"/><Relationship Id="rId1" Type="http://schemas.openxmlformats.org/officeDocument/2006/relationships/slideLayout" Target="../slideLayouts/slideLayout12.xml"/><Relationship Id="rId5" Type="http://schemas.openxmlformats.org/officeDocument/2006/relationships/image" Target="../media/image4.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8" Type="http://schemas.openxmlformats.org/officeDocument/2006/relationships/slide" Target="slide19.xml"/><Relationship Id="rId3" Type="http://schemas.openxmlformats.org/officeDocument/2006/relationships/audio" Target="../media/audio1.wav"/><Relationship Id="rId7" Type="http://schemas.openxmlformats.org/officeDocument/2006/relationships/slide" Target="slide16.xml"/><Relationship Id="rId2" Type="http://schemas.openxmlformats.org/officeDocument/2006/relationships/notesSlide" Target="../notesSlides/notesSlide3.xml"/><Relationship Id="rId1" Type="http://schemas.openxmlformats.org/officeDocument/2006/relationships/slideLayout" Target="../slideLayouts/slideLayout20.xml"/><Relationship Id="rId6" Type="http://schemas.openxmlformats.org/officeDocument/2006/relationships/slide" Target="slide12.xml"/><Relationship Id="rId5" Type="http://schemas.openxmlformats.org/officeDocument/2006/relationships/slide" Target="slide10.xml"/><Relationship Id="rId4" Type="http://schemas.openxmlformats.org/officeDocument/2006/relationships/slide" Target="slide7.xml"/></Relationships>
</file>

<file path=ppt/slides/_rels/slide5.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8.png"/><Relationship Id="rId2" Type="http://schemas.openxmlformats.org/officeDocument/2006/relationships/notesSlide" Target="../notesSlides/notesSlide4.xml"/><Relationship Id="rId1" Type="http://schemas.openxmlformats.org/officeDocument/2006/relationships/slideLayout" Target="../slideLayouts/slideLayout13.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jpeg"/></Relationships>
</file>

<file path=ppt/slides/_rels/slide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6.xml"/><Relationship Id="rId1" Type="http://schemas.openxmlformats.org/officeDocument/2006/relationships/slideLayout" Target="../slideLayouts/slideLayout13.xml"/><Relationship Id="rId5" Type="http://schemas.openxmlformats.org/officeDocument/2006/relationships/image" Target="../media/image10.png"/><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7.xml"/><Relationship Id="rId1" Type="http://schemas.openxmlformats.org/officeDocument/2006/relationships/slideLayout" Target="../slideLayouts/slideLayout13.xml"/><Relationship Id="rId4" Type="http://schemas.openxmlformats.org/officeDocument/2006/relationships/image" Target="../media/image11.png"/></Relationships>
</file>

<file path=ppt/slides/_rels/slide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8.xml"/><Relationship Id="rId1" Type="http://schemas.openxmlformats.org/officeDocument/2006/relationships/slideLayout" Target="../slideLayouts/slideLayout13.xml"/><Relationship Id="rId4" Type="http://schemas.openxmlformats.org/officeDocument/2006/relationships/image" Target="../media/image11.png"/></Relationships>
</file>

<file path=ppt/slides/_rels/slide1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9.xml"/><Relationship Id="rId1" Type="http://schemas.openxmlformats.org/officeDocument/2006/relationships/slideLayout" Target="../slideLayouts/slideLayout13.xml"/><Relationship Id="rId5" Type="http://schemas.openxmlformats.org/officeDocument/2006/relationships/image" Target="../media/image13.png"/><Relationship Id="rId4" Type="http://schemas.openxmlformats.org/officeDocument/2006/relationships/image" Target="../media/image12.png"/></Relationships>
</file>

<file path=ppt/slides/_rels/slide1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0.xml"/><Relationship Id="rId1" Type="http://schemas.openxmlformats.org/officeDocument/2006/relationships/slideLayout" Target="../slideLayouts/slideLayout13.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1.xml"/><Relationship Id="rId1" Type="http://schemas.openxmlformats.org/officeDocument/2006/relationships/slideLayout" Target="../slideLayouts/slideLayout13.xml"/><Relationship Id="rId5" Type="http://schemas.openxmlformats.org/officeDocument/2006/relationships/image" Target="../media/image13.png"/><Relationship Id="rId4" Type="http://schemas.openxmlformats.org/officeDocument/2006/relationships/image" Target="../media/image17.png"/></Relationships>
</file>

<file path=ppt/slides/_rels/slide1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2.xml"/><Relationship Id="rId1" Type="http://schemas.openxmlformats.org/officeDocument/2006/relationships/slideLayout" Target="../slideLayouts/slideLayout13.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3.xml"/><Relationship Id="rId1" Type="http://schemas.openxmlformats.org/officeDocument/2006/relationships/slideLayout" Target="../slideLayouts/slideLayout13.xml"/><Relationship Id="rId5" Type="http://schemas.openxmlformats.org/officeDocument/2006/relationships/image" Target="../media/image19.png"/><Relationship Id="rId4" Type="http://schemas.openxmlformats.org/officeDocument/2006/relationships/image" Target="../media/image18.png"/></Relationships>
</file>

<file path=ppt/slides/_rels/slide1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4.xml"/><Relationship Id="rId1" Type="http://schemas.openxmlformats.org/officeDocument/2006/relationships/slideLayout" Target="../slideLayouts/slideLayout13.xml"/><Relationship Id="rId5" Type="http://schemas.openxmlformats.org/officeDocument/2006/relationships/image" Target="../media/image21.png"/><Relationship Id="rId4" Type="http://schemas.openxmlformats.org/officeDocument/2006/relationships/image" Target="../media/image20.png"/></Relationships>
</file>

<file path=ppt/slides/_rels/slide1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6.xml"/><Relationship Id="rId1" Type="http://schemas.openxmlformats.org/officeDocument/2006/relationships/slideLayout" Target="../slideLayouts/slideLayout13.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1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7.xml"/><Relationship Id="rId1" Type="http://schemas.openxmlformats.org/officeDocument/2006/relationships/slideLayout" Target="../slideLayouts/slideLayout13.xml"/><Relationship Id="rId5" Type="http://schemas.openxmlformats.org/officeDocument/2006/relationships/image" Target="../media/image26.png"/><Relationship Id="rId4" Type="http://schemas.openxmlformats.org/officeDocument/2006/relationships/image" Target="../media/image25.png"/></Relationships>
</file>

<file path=ppt/slides/_rels/slide1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0.xml"/><Relationship Id="rId1" Type="http://schemas.openxmlformats.org/officeDocument/2006/relationships/slideLayout" Target="../slideLayouts/slideLayout13.xml"/><Relationship Id="rId5" Type="http://schemas.openxmlformats.org/officeDocument/2006/relationships/image" Target="../media/image28.png"/><Relationship Id="rId4" Type="http://schemas.openxmlformats.org/officeDocument/2006/relationships/image" Target="../media/image27.png"/></Relationships>
</file>

<file path=ppt/slides/_rels/slide2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2.xml"/><Relationship Id="rId1" Type="http://schemas.openxmlformats.org/officeDocument/2006/relationships/slideLayout" Target="../slideLayouts/slideLayout13.xml"/><Relationship Id="rId5" Type="http://schemas.openxmlformats.org/officeDocument/2006/relationships/image" Target="../media/image30.png"/><Relationship Id="rId4" Type="http://schemas.openxmlformats.org/officeDocument/2006/relationships/image" Target="../media/image29.png"/></Relationships>
</file>

<file path=ppt/slides/_rels/slide2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4.xml"/><Relationship Id="rId1" Type="http://schemas.openxmlformats.org/officeDocument/2006/relationships/slideLayout" Target="../slideLayouts/slideLayout13.xml"/><Relationship Id="rId5" Type="http://schemas.openxmlformats.org/officeDocument/2006/relationships/image" Target="../media/image30.png"/><Relationship Id="rId4" Type="http://schemas.openxmlformats.org/officeDocument/2006/relationships/image" Target="../media/image29.png"/></Relationships>
</file>

<file path=ppt/slides/_rels/slide26.xml.rels><?xml version="1.0" encoding="UTF-8" standalone="yes"?>
<Relationships xmlns="http://schemas.openxmlformats.org/package/2006/relationships"><Relationship Id="rId8" Type="http://schemas.openxmlformats.org/officeDocument/2006/relationships/image" Target="../media/image31.wmf"/><Relationship Id="rId3" Type="http://schemas.openxmlformats.org/officeDocument/2006/relationships/slideLayout" Target="../slideLayouts/slideLayout13.xml"/><Relationship Id="rId7" Type="http://schemas.openxmlformats.org/officeDocument/2006/relationships/oleObject" Target="../embeddings/oleObject1.bin"/><Relationship Id="rId2" Type="http://schemas.openxmlformats.org/officeDocument/2006/relationships/video" Target="https://www.youtube.com/embed/zfQ8uOBoIj8?start=5&amp;feature=oembed" TargetMode="External"/><Relationship Id="rId1" Type="http://schemas.openxmlformats.org/officeDocument/2006/relationships/vmlDrawing" Target="../drawings/vmlDrawing1.vml"/><Relationship Id="rId6" Type="http://schemas.openxmlformats.org/officeDocument/2006/relationships/image" Target="../media/image32.jpeg"/><Relationship Id="rId5" Type="http://schemas.openxmlformats.org/officeDocument/2006/relationships/audio" Target="../media/audio1.wav"/><Relationship Id="rId4"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6.xml"/><Relationship Id="rId1" Type="http://schemas.openxmlformats.org/officeDocument/2006/relationships/slideLayout" Target="../slideLayouts/slideLayout7.xml"/><Relationship Id="rId4" Type="http://schemas.openxmlformats.org/officeDocument/2006/relationships/hyperlink" Target="http://1"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62"/>
        <p:cNvGrpSpPr/>
        <p:nvPr/>
      </p:nvGrpSpPr>
      <p:grpSpPr>
        <a:xfrm>
          <a:off x="0" y="0"/>
          <a:ext cx="0" cy="0"/>
          <a:chOff x="0" y="0"/>
          <a:chExt cx="0" cy="0"/>
        </a:xfrm>
      </p:grpSpPr>
      <p:grpSp>
        <p:nvGrpSpPr>
          <p:cNvPr id="63" name="Google Shape;63;p12"/>
          <p:cNvGrpSpPr/>
          <p:nvPr/>
        </p:nvGrpSpPr>
        <p:grpSpPr>
          <a:xfrm>
            <a:off x="6829903" y="890669"/>
            <a:ext cx="5121524" cy="5191071"/>
            <a:chOff x="5122427" y="668001"/>
            <a:chExt cx="3841143" cy="3893303"/>
          </a:xfrm>
        </p:grpSpPr>
        <p:grpSp>
          <p:nvGrpSpPr>
            <p:cNvPr id="64" name="Google Shape;64;p12"/>
            <p:cNvGrpSpPr/>
            <p:nvPr/>
          </p:nvGrpSpPr>
          <p:grpSpPr>
            <a:xfrm>
              <a:off x="5144045" y="893590"/>
              <a:ext cx="2833667" cy="2964311"/>
              <a:chOff x="3860721" y="1330073"/>
              <a:chExt cx="3544299" cy="3707706"/>
            </a:xfrm>
          </p:grpSpPr>
          <p:sp>
            <p:nvSpPr>
              <p:cNvPr id="65" name="Google Shape;65;p12"/>
              <p:cNvSpPr/>
              <p:nvPr/>
            </p:nvSpPr>
            <p:spPr>
              <a:xfrm>
                <a:off x="5336000" y="1330073"/>
                <a:ext cx="2069020" cy="2805419"/>
              </a:xfrm>
              <a:custGeom>
                <a:avLst/>
                <a:gdLst/>
                <a:ahLst/>
                <a:cxnLst/>
                <a:rect l="l" t="t" r="r" b="b"/>
                <a:pathLst>
                  <a:path w="2069020" h="2805419" extrusionOk="0">
                    <a:moveTo>
                      <a:pt x="2019014" y="2799395"/>
                    </a:moveTo>
                    <a:lnTo>
                      <a:pt x="50006" y="1662586"/>
                    </a:lnTo>
                    <a:cubicBezTo>
                      <a:pt x="22384" y="1646680"/>
                      <a:pt x="0" y="1603912"/>
                      <a:pt x="0" y="1567336"/>
                    </a:cubicBezTo>
                    <a:lnTo>
                      <a:pt x="0" y="43908"/>
                    </a:lnTo>
                    <a:cubicBezTo>
                      <a:pt x="0" y="7141"/>
                      <a:pt x="22384" y="-9813"/>
                      <a:pt x="50006" y="5808"/>
                    </a:cubicBezTo>
                    <a:lnTo>
                      <a:pt x="2019014" y="1142998"/>
                    </a:lnTo>
                    <a:cubicBezTo>
                      <a:pt x="2046637" y="1158904"/>
                      <a:pt x="2069020" y="1201672"/>
                      <a:pt x="2069020" y="1238248"/>
                    </a:cubicBezTo>
                    <a:lnTo>
                      <a:pt x="2069020" y="2761295"/>
                    </a:lnTo>
                    <a:cubicBezTo>
                      <a:pt x="2069020" y="2798443"/>
                      <a:pt x="2046637" y="2815397"/>
                      <a:pt x="2019014" y="2799395"/>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66" name="Google Shape;66;p12"/>
              <p:cNvSpPr/>
              <p:nvPr/>
            </p:nvSpPr>
            <p:spPr>
              <a:xfrm>
                <a:off x="7365110" y="4067936"/>
                <a:ext cx="21907" cy="77247"/>
              </a:xfrm>
              <a:custGeom>
                <a:avLst/>
                <a:gdLst/>
                <a:ahLst/>
                <a:cxnLst/>
                <a:rect l="l" t="t" r="r" b="b"/>
                <a:pathLst>
                  <a:path w="21907" h="77247" extrusionOk="0">
                    <a:moveTo>
                      <a:pt x="0" y="77248"/>
                    </a:moveTo>
                    <a:lnTo>
                      <a:pt x="21908" y="64675"/>
                    </a:lnTo>
                    <a:lnTo>
                      <a:pt x="12383" y="0"/>
                    </a:lnTo>
                    <a:lnTo>
                      <a:pt x="0" y="77248"/>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67" name="Google Shape;67;p12"/>
              <p:cNvSpPr/>
              <p:nvPr/>
            </p:nvSpPr>
            <p:spPr>
              <a:xfrm>
                <a:off x="5332475" y="1333214"/>
                <a:ext cx="52292" cy="22389"/>
              </a:xfrm>
              <a:custGeom>
                <a:avLst/>
                <a:gdLst/>
                <a:ahLst/>
                <a:cxnLst/>
                <a:rect l="l" t="t" r="r" b="b"/>
                <a:pathLst>
                  <a:path w="52292" h="22389" extrusionOk="0">
                    <a:moveTo>
                      <a:pt x="0" y="12383"/>
                    </a:moveTo>
                    <a:lnTo>
                      <a:pt x="21431" y="0"/>
                    </a:lnTo>
                    <a:lnTo>
                      <a:pt x="52292" y="17621"/>
                    </a:lnTo>
                    <a:cubicBezTo>
                      <a:pt x="52292" y="17621"/>
                      <a:pt x="19431" y="22574"/>
                      <a:pt x="18669" y="22384"/>
                    </a:cubicBezTo>
                    <a:cubicBezTo>
                      <a:pt x="17907" y="22193"/>
                      <a:pt x="0" y="12383"/>
                      <a:pt x="0" y="12383"/>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68" name="Google Shape;68;p12"/>
              <p:cNvSpPr/>
              <p:nvPr/>
            </p:nvSpPr>
            <p:spPr>
              <a:xfrm>
                <a:off x="5317902" y="1340537"/>
                <a:ext cx="2069115" cy="2805383"/>
              </a:xfrm>
              <a:custGeom>
                <a:avLst/>
                <a:gdLst/>
                <a:ahLst/>
                <a:cxnLst/>
                <a:rect l="l" t="t" r="r" b="b"/>
                <a:pathLst>
                  <a:path w="2069115" h="2805383" extrusionOk="0">
                    <a:moveTo>
                      <a:pt x="2019110" y="2799409"/>
                    </a:moveTo>
                    <a:lnTo>
                      <a:pt x="50006" y="1662600"/>
                    </a:lnTo>
                    <a:cubicBezTo>
                      <a:pt x="22384" y="1646598"/>
                      <a:pt x="0" y="1603831"/>
                      <a:pt x="0" y="1567350"/>
                    </a:cubicBezTo>
                    <a:lnTo>
                      <a:pt x="0" y="43921"/>
                    </a:lnTo>
                    <a:cubicBezTo>
                      <a:pt x="0" y="7060"/>
                      <a:pt x="22384" y="-9800"/>
                      <a:pt x="50006" y="5821"/>
                    </a:cubicBezTo>
                    <a:lnTo>
                      <a:pt x="2019110" y="1142916"/>
                    </a:lnTo>
                    <a:cubicBezTo>
                      <a:pt x="2046732" y="1158823"/>
                      <a:pt x="2069116" y="1201685"/>
                      <a:pt x="2069116" y="1238166"/>
                    </a:cubicBezTo>
                    <a:lnTo>
                      <a:pt x="2069116" y="2761595"/>
                    </a:lnTo>
                    <a:cubicBezTo>
                      <a:pt x="2069116" y="2798361"/>
                      <a:pt x="2046732" y="2815315"/>
                      <a:pt x="2019110" y="2799409"/>
                    </a:cubicBezTo>
                    <a:close/>
                  </a:path>
                </a:pathLst>
              </a:custGeom>
              <a:solidFill>
                <a:srgbClr val="E4E7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69" name="Google Shape;69;p12"/>
              <p:cNvSpPr/>
              <p:nvPr/>
            </p:nvSpPr>
            <p:spPr>
              <a:xfrm>
                <a:off x="5314473" y="1342497"/>
                <a:ext cx="2069020" cy="2805423"/>
              </a:xfrm>
              <a:custGeom>
                <a:avLst/>
                <a:gdLst/>
                <a:ahLst/>
                <a:cxnLst/>
                <a:rect l="l" t="t" r="r" b="b"/>
                <a:pathLst>
                  <a:path w="2069020" h="2805423" extrusionOk="0">
                    <a:moveTo>
                      <a:pt x="2019014" y="2799449"/>
                    </a:moveTo>
                    <a:lnTo>
                      <a:pt x="50006" y="1662545"/>
                    </a:lnTo>
                    <a:cubicBezTo>
                      <a:pt x="22384" y="1646638"/>
                      <a:pt x="0" y="1603871"/>
                      <a:pt x="0" y="1567295"/>
                    </a:cubicBezTo>
                    <a:lnTo>
                      <a:pt x="0" y="43962"/>
                    </a:lnTo>
                    <a:cubicBezTo>
                      <a:pt x="0" y="7100"/>
                      <a:pt x="22384" y="-9855"/>
                      <a:pt x="50006" y="5862"/>
                    </a:cubicBezTo>
                    <a:lnTo>
                      <a:pt x="2019014" y="1142956"/>
                    </a:lnTo>
                    <a:cubicBezTo>
                      <a:pt x="2046637" y="1158863"/>
                      <a:pt x="2069021" y="1201630"/>
                      <a:pt x="2069021" y="1238206"/>
                    </a:cubicBezTo>
                    <a:lnTo>
                      <a:pt x="2069021" y="2761635"/>
                    </a:lnTo>
                    <a:cubicBezTo>
                      <a:pt x="2069021" y="2798401"/>
                      <a:pt x="2046637" y="2815356"/>
                      <a:pt x="2019014" y="2799449"/>
                    </a:cubicBezTo>
                    <a:close/>
                  </a:path>
                </a:pathLst>
              </a:custGeom>
              <a:solidFill>
                <a:srgbClr val="D6D8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0" name="Google Shape;70;p12"/>
              <p:cNvSpPr/>
              <p:nvPr/>
            </p:nvSpPr>
            <p:spPr>
              <a:xfrm>
                <a:off x="5339429" y="1375389"/>
                <a:ext cx="2018061" cy="2673878"/>
              </a:xfrm>
              <a:custGeom>
                <a:avLst/>
                <a:gdLst/>
                <a:ahLst/>
                <a:cxnLst/>
                <a:rect l="l" t="t" r="r" b="b"/>
                <a:pathLst>
                  <a:path w="2018061" h="2673878" extrusionOk="0">
                    <a:moveTo>
                      <a:pt x="2017014" y="2673878"/>
                    </a:moveTo>
                    <a:lnTo>
                      <a:pt x="0" y="1509352"/>
                    </a:lnTo>
                    <a:lnTo>
                      <a:pt x="1048" y="17165"/>
                    </a:lnTo>
                    <a:cubicBezTo>
                      <a:pt x="1048" y="1830"/>
                      <a:pt x="11811" y="-4361"/>
                      <a:pt x="25051" y="3259"/>
                    </a:cubicBezTo>
                    <a:lnTo>
                      <a:pt x="1994059" y="1140163"/>
                    </a:lnTo>
                    <a:cubicBezTo>
                      <a:pt x="2008213" y="1149354"/>
                      <a:pt x="2017138" y="1164747"/>
                      <a:pt x="2018062" y="1181596"/>
                    </a:cubicBezTo>
                    <a:close/>
                  </a:path>
                </a:pathLst>
              </a:custGeom>
              <a:solidFill>
                <a:srgbClr val="FFFFF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1" name="Google Shape;71;p12"/>
              <p:cNvSpPr/>
              <p:nvPr/>
            </p:nvSpPr>
            <p:spPr>
              <a:xfrm>
                <a:off x="5339238" y="1374339"/>
                <a:ext cx="2018061" cy="2673785"/>
              </a:xfrm>
              <a:custGeom>
                <a:avLst/>
                <a:gdLst/>
                <a:ahLst/>
                <a:cxnLst/>
                <a:rect l="l" t="t" r="r" b="b"/>
                <a:pathLst>
                  <a:path w="2018061" h="2673785" extrusionOk="0">
                    <a:moveTo>
                      <a:pt x="2017014" y="2673785"/>
                    </a:moveTo>
                    <a:lnTo>
                      <a:pt x="0" y="1509354"/>
                    </a:lnTo>
                    <a:lnTo>
                      <a:pt x="1048" y="17072"/>
                    </a:lnTo>
                    <a:cubicBezTo>
                      <a:pt x="1048" y="1832"/>
                      <a:pt x="11811" y="-4359"/>
                      <a:pt x="25051" y="3261"/>
                    </a:cubicBezTo>
                    <a:lnTo>
                      <a:pt x="1994059" y="1140260"/>
                    </a:lnTo>
                    <a:cubicBezTo>
                      <a:pt x="2008232" y="1149481"/>
                      <a:pt x="2017147" y="1164911"/>
                      <a:pt x="2018062" y="1181789"/>
                    </a:cubicBezTo>
                    <a:close/>
                  </a:path>
                </a:pathLst>
              </a:custGeom>
              <a:solidFill>
                <a:srgbClr val="FFFFF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2" name="Google Shape;72;p12"/>
              <p:cNvSpPr/>
              <p:nvPr/>
            </p:nvSpPr>
            <p:spPr>
              <a:xfrm>
                <a:off x="3860721" y="3051171"/>
                <a:ext cx="3440851" cy="1986608"/>
              </a:xfrm>
              <a:custGeom>
                <a:avLst/>
                <a:gdLst/>
                <a:ahLst/>
                <a:cxnLst/>
                <a:rect l="l" t="t" r="r" b="b"/>
                <a:pathLst>
                  <a:path w="3440851" h="1986608" extrusionOk="0">
                    <a:moveTo>
                      <a:pt x="1987629" y="1975838"/>
                    </a:moveTo>
                    <a:lnTo>
                      <a:pt x="18621" y="838934"/>
                    </a:lnTo>
                    <a:cubicBezTo>
                      <a:pt x="-9002" y="823027"/>
                      <a:pt x="-5477" y="795214"/>
                      <a:pt x="26432" y="776736"/>
                    </a:cubicBezTo>
                    <a:lnTo>
                      <a:pt x="1345454" y="15212"/>
                    </a:lnTo>
                    <a:cubicBezTo>
                      <a:pt x="1377362" y="-3172"/>
                      <a:pt x="1425559" y="-5172"/>
                      <a:pt x="1453181" y="10735"/>
                    </a:cubicBezTo>
                    <a:lnTo>
                      <a:pt x="3422189" y="1147544"/>
                    </a:lnTo>
                    <a:cubicBezTo>
                      <a:pt x="3449812" y="1163546"/>
                      <a:pt x="3446383" y="1191359"/>
                      <a:pt x="3414474" y="1209742"/>
                    </a:cubicBezTo>
                    <a:lnTo>
                      <a:pt x="2095452" y="1971742"/>
                    </a:lnTo>
                    <a:cubicBezTo>
                      <a:pt x="2063829" y="1989744"/>
                      <a:pt x="2015347" y="1991745"/>
                      <a:pt x="1987629" y="1975838"/>
                    </a:cubicBez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3" name="Google Shape;73;p12"/>
              <p:cNvSpPr/>
              <p:nvPr/>
            </p:nvSpPr>
            <p:spPr>
              <a:xfrm>
                <a:off x="3903733" y="3024882"/>
                <a:ext cx="3440892" cy="1987084"/>
              </a:xfrm>
              <a:custGeom>
                <a:avLst/>
                <a:gdLst/>
                <a:ahLst/>
                <a:cxnLst/>
                <a:rect l="l" t="t" r="r" b="b"/>
                <a:pathLst>
                  <a:path w="3440892" h="1987084" extrusionOk="0">
                    <a:moveTo>
                      <a:pt x="1987670" y="1976314"/>
                    </a:moveTo>
                    <a:lnTo>
                      <a:pt x="18662" y="839410"/>
                    </a:lnTo>
                    <a:cubicBezTo>
                      <a:pt x="-8961" y="823503"/>
                      <a:pt x="-5532" y="795690"/>
                      <a:pt x="26377" y="777212"/>
                    </a:cubicBezTo>
                    <a:lnTo>
                      <a:pt x="1345495" y="15212"/>
                    </a:lnTo>
                    <a:cubicBezTo>
                      <a:pt x="1377308" y="-3172"/>
                      <a:pt x="1425600" y="-5172"/>
                      <a:pt x="1453222" y="10735"/>
                    </a:cubicBezTo>
                    <a:lnTo>
                      <a:pt x="3422230" y="1148020"/>
                    </a:lnTo>
                    <a:cubicBezTo>
                      <a:pt x="3449853" y="1164022"/>
                      <a:pt x="3446424" y="1191835"/>
                      <a:pt x="3414515" y="1210218"/>
                    </a:cubicBezTo>
                    <a:lnTo>
                      <a:pt x="2095493" y="1972218"/>
                    </a:lnTo>
                    <a:cubicBezTo>
                      <a:pt x="2063584" y="1990220"/>
                      <a:pt x="2015292" y="1992221"/>
                      <a:pt x="1987670" y="1976314"/>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4" name="Google Shape;74;p12"/>
              <p:cNvSpPr/>
              <p:nvPr/>
            </p:nvSpPr>
            <p:spPr>
              <a:xfrm>
                <a:off x="3903726" y="3801522"/>
                <a:ext cx="41719" cy="37052"/>
              </a:xfrm>
              <a:custGeom>
                <a:avLst/>
                <a:gdLst/>
                <a:ahLst/>
                <a:cxnLst/>
                <a:rect l="l" t="t" r="r" b="b"/>
                <a:pathLst>
                  <a:path w="41719" h="37052" extrusionOk="0">
                    <a:moveTo>
                      <a:pt x="0" y="37052"/>
                    </a:moveTo>
                    <a:lnTo>
                      <a:pt x="0" y="0"/>
                    </a:lnTo>
                    <a:lnTo>
                      <a:pt x="41719" y="17431"/>
                    </a:lnTo>
                    <a:lnTo>
                      <a:pt x="0" y="37052"/>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5" name="Google Shape;75;p12"/>
              <p:cNvSpPr/>
              <p:nvPr/>
            </p:nvSpPr>
            <p:spPr>
              <a:xfrm>
                <a:off x="7313771" y="4164425"/>
                <a:ext cx="30860" cy="40671"/>
              </a:xfrm>
              <a:custGeom>
                <a:avLst/>
                <a:gdLst/>
                <a:ahLst/>
                <a:cxnLst/>
                <a:rect l="l" t="t" r="r" b="b"/>
                <a:pathLst>
                  <a:path w="30860" h="40671" extrusionOk="0">
                    <a:moveTo>
                      <a:pt x="30861" y="36290"/>
                    </a:moveTo>
                    <a:lnTo>
                      <a:pt x="30861" y="0"/>
                    </a:lnTo>
                    <a:lnTo>
                      <a:pt x="0" y="10573"/>
                    </a:lnTo>
                    <a:lnTo>
                      <a:pt x="20479" y="40672"/>
                    </a:lnTo>
                    <a:lnTo>
                      <a:pt x="30861" y="36290"/>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6" name="Google Shape;76;p12"/>
              <p:cNvSpPr/>
              <p:nvPr/>
            </p:nvSpPr>
            <p:spPr>
              <a:xfrm>
                <a:off x="3903733" y="2994046"/>
                <a:ext cx="3440892" cy="1986618"/>
              </a:xfrm>
              <a:custGeom>
                <a:avLst/>
                <a:gdLst/>
                <a:ahLst/>
                <a:cxnLst/>
                <a:rect l="l" t="t" r="r" b="b"/>
                <a:pathLst>
                  <a:path w="3440892" h="1986618" extrusionOk="0">
                    <a:moveTo>
                      <a:pt x="1987670" y="1975813"/>
                    </a:moveTo>
                    <a:lnTo>
                      <a:pt x="18662" y="839005"/>
                    </a:lnTo>
                    <a:cubicBezTo>
                      <a:pt x="-8961" y="823098"/>
                      <a:pt x="-5532" y="795190"/>
                      <a:pt x="26377" y="776806"/>
                    </a:cubicBezTo>
                    <a:lnTo>
                      <a:pt x="1345495" y="15283"/>
                    </a:lnTo>
                    <a:cubicBezTo>
                      <a:pt x="1377308" y="-3196"/>
                      <a:pt x="1425600" y="-5196"/>
                      <a:pt x="1453222" y="10806"/>
                    </a:cubicBezTo>
                    <a:lnTo>
                      <a:pt x="3422230" y="1147615"/>
                    </a:lnTo>
                    <a:cubicBezTo>
                      <a:pt x="3449853" y="1163521"/>
                      <a:pt x="3446424" y="1191430"/>
                      <a:pt x="3414515" y="1209813"/>
                    </a:cubicBezTo>
                    <a:lnTo>
                      <a:pt x="2095493" y="1971336"/>
                    </a:lnTo>
                    <a:cubicBezTo>
                      <a:pt x="2063584" y="1989815"/>
                      <a:pt x="2015292" y="1991815"/>
                      <a:pt x="1987670" y="1975813"/>
                    </a:cubicBezTo>
                    <a:close/>
                  </a:path>
                </a:pathLst>
              </a:custGeom>
              <a:solidFill>
                <a:srgbClr val="E4E7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7" name="Google Shape;77;p12"/>
              <p:cNvSpPr/>
              <p:nvPr/>
            </p:nvSpPr>
            <p:spPr>
              <a:xfrm>
                <a:off x="3903733" y="2989259"/>
                <a:ext cx="3440892" cy="1986608"/>
              </a:xfrm>
              <a:custGeom>
                <a:avLst/>
                <a:gdLst/>
                <a:ahLst/>
                <a:cxnLst/>
                <a:rect l="l" t="t" r="r" b="b"/>
                <a:pathLst>
                  <a:path w="3440892" h="1986608" extrusionOk="0">
                    <a:moveTo>
                      <a:pt x="1987670" y="1975838"/>
                    </a:moveTo>
                    <a:lnTo>
                      <a:pt x="18662" y="838934"/>
                    </a:lnTo>
                    <a:cubicBezTo>
                      <a:pt x="-8961" y="823027"/>
                      <a:pt x="-5532" y="795214"/>
                      <a:pt x="26377" y="776736"/>
                    </a:cubicBezTo>
                    <a:lnTo>
                      <a:pt x="1345495" y="15212"/>
                    </a:lnTo>
                    <a:cubicBezTo>
                      <a:pt x="1377308" y="-3172"/>
                      <a:pt x="1425600" y="-5172"/>
                      <a:pt x="1453222" y="10735"/>
                    </a:cubicBezTo>
                    <a:lnTo>
                      <a:pt x="3422230" y="1147544"/>
                    </a:lnTo>
                    <a:cubicBezTo>
                      <a:pt x="3449853" y="1163546"/>
                      <a:pt x="3446424" y="1191359"/>
                      <a:pt x="3414515" y="1209742"/>
                    </a:cubicBezTo>
                    <a:lnTo>
                      <a:pt x="2095493" y="1971742"/>
                    </a:lnTo>
                    <a:cubicBezTo>
                      <a:pt x="2063584" y="1989744"/>
                      <a:pt x="2015292" y="1991745"/>
                      <a:pt x="1987670" y="1975838"/>
                    </a:cubicBezTo>
                    <a:close/>
                  </a:path>
                </a:pathLst>
              </a:custGeom>
              <a:solidFill>
                <a:srgbClr val="D6D8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8" name="Google Shape;78;p12"/>
              <p:cNvSpPr/>
              <p:nvPr/>
            </p:nvSpPr>
            <p:spPr>
              <a:xfrm>
                <a:off x="5115918" y="3136967"/>
                <a:ext cx="220549" cy="127281"/>
              </a:xfrm>
              <a:custGeom>
                <a:avLst/>
                <a:gdLst/>
                <a:ahLst/>
                <a:cxnLst/>
                <a:rect l="l" t="t" r="r" b="b"/>
                <a:pathLst>
                  <a:path w="220549" h="127281" extrusionOk="0">
                    <a:moveTo>
                      <a:pt x="96733" y="124392"/>
                    </a:moveTo>
                    <a:lnTo>
                      <a:pt x="5007" y="71433"/>
                    </a:lnTo>
                    <a:cubicBezTo>
                      <a:pt x="-2422" y="67147"/>
                      <a:pt x="-1470" y="59623"/>
                      <a:pt x="7103" y="54574"/>
                    </a:cubicBezTo>
                    <a:lnTo>
                      <a:pt x="94638" y="4092"/>
                    </a:lnTo>
                    <a:cubicBezTo>
                      <a:pt x="103610" y="-890"/>
                      <a:pt x="114421" y="-1347"/>
                      <a:pt x="123784" y="2853"/>
                    </a:cubicBezTo>
                    <a:lnTo>
                      <a:pt x="215510" y="55812"/>
                    </a:lnTo>
                    <a:cubicBezTo>
                      <a:pt x="222939" y="60099"/>
                      <a:pt x="222082" y="67719"/>
                      <a:pt x="213414" y="72672"/>
                    </a:cubicBezTo>
                    <a:lnTo>
                      <a:pt x="125880" y="123154"/>
                    </a:lnTo>
                    <a:cubicBezTo>
                      <a:pt x="116917" y="128183"/>
                      <a:pt x="106096" y="128641"/>
                      <a:pt x="96733" y="1243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79" name="Google Shape;79;p12"/>
              <p:cNvSpPr/>
              <p:nvPr/>
            </p:nvSpPr>
            <p:spPr>
              <a:xfrm>
                <a:off x="5245712" y="3211893"/>
                <a:ext cx="220524" cy="127281"/>
              </a:xfrm>
              <a:custGeom>
                <a:avLst/>
                <a:gdLst/>
                <a:ahLst/>
                <a:cxnLst/>
                <a:rect l="l" t="t" r="r" b="b"/>
                <a:pathLst>
                  <a:path w="220524" h="127281" extrusionOk="0">
                    <a:moveTo>
                      <a:pt x="96765" y="124428"/>
                    </a:moveTo>
                    <a:lnTo>
                      <a:pt x="5039" y="71469"/>
                    </a:lnTo>
                    <a:cubicBezTo>
                      <a:pt x="-2390" y="67183"/>
                      <a:pt x="-1533" y="59563"/>
                      <a:pt x="7135" y="54610"/>
                    </a:cubicBezTo>
                    <a:lnTo>
                      <a:pt x="94670" y="4127"/>
                    </a:lnTo>
                    <a:cubicBezTo>
                      <a:pt x="103633" y="-902"/>
                      <a:pt x="114453" y="-1359"/>
                      <a:pt x="123816" y="2889"/>
                    </a:cubicBezTo>
                    <a:lnTo>
                      <a:pt x="215447" y="55848"/>
                    </a:lnTo>
                    <a:cubicBezTo>
                      <a:pt x="222971" y="60134"/>
                      <a:pt x="222019" y="67659"/>
                      <a:pt x="213351" y="72707"/>
                    </a:cubicBezTo>
                    <a:lnTo>
                      <a:pt x="125912" y="123190"/>
                    </a:lnTo>
                    <a:cubicBezTo>
                      <a:pt x="116930" y="128171"/>
                      <a:pt x="106128" y="128628"/>
                      <a:pt x="96765"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0" name="Google Shape;80;p12"/>
              <p:cNvSpPr/>
              <p:nvPr/>
            </p:nvSpPr>
            <p:spPr>
              <a:xfrm>
                <a:off x="5376617" y="3287669"/>
                <a:ext cx="220517" cy="127212"/>
              </a:xfrm>
              <a:custGeom>
                <a:avLst/>
                <a:gdLst/>
                <a:ahLst/>
                <a:cxnLst/>
                <a:rect l="l" t="t" r="r" b="b"/>
                <a:pathLst>
                  <a:path w="220517" h="127212" extrusionOk="0">
                    <a:moveTo>
                      <a:pt x="97114" y="124376"/>
                    </a:moveTo>
                    <a:lnTo>
                      <a:pt x="5007" y="71512"/>
                    </a:lnTo>
                    <a:cubicBezTo>
                      <a:pt x="-2422" y="67131"/>
                      <a:pt x="-1470" y="59606"/>
                      <a:pt x="7103" y="54653"/>
                    </a:cubicBezTo>
                    <a:lnTo>
                      <a:pt x="94638" y="4075"/>
                    </a:lnTo>
                    <a:cubicBezTo>
                      <a:pt x="103620" y="-925"/>
                      <a:pt x="114440" y="-1345"/>
                      <a:pt x="123784" y="2932"/>
                    </a:cubicBezTo>
                    <a:lnTo>
                      <a:pt x="215510" y="55796"/>
                    </a:lnTo>
                    <a:cubicBezTo>
                      <a:pt x="222939" y="60177"/>
                      <a:pt x="221987" y="67702"/>
                      <a:pt x="213414" y="72655"/>
                    </a:cubicBezTo>
                    <a:lnTo>
                      <a:pt x="125880" y="123233"/>
                    </a:lnTo>
                    <a:cubicBezTo>
                      <a:pt x="117002" y="128100"/>
                      <a:pt x="106353" y="128529"/>
                      <a:pt x="97114"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1" name="Google Shape;81;p12"/>
              <p:cNvSpPr/>
              <p:nvPr/>
            </p:nvSpPr>
            <p:spPr>
              <a:xfrm>
                <a:off x="5505300" y="3361757"/>
                <a:ext cx="220517" cy="127281"/>
              </a:xfrm>
              <a:custGeom>
                <a:avLst/>
                <a:gdLst/>
                <a:ahLst/>
                <a:cxnLst/>
                <a:rect l="l" t="t" r="r" b="b"/>
                <a:pathLst>
                  <a:path w="220517" h="127281" extrusionOk="0">
                    <a:moveTo>
                      <a:pt x="96733" y="124393"/>
                    </a:moveTo>
                    <a:lnTo>
                      <a:pt x="5007" y="71434"/>
                    </a:lnTo>
                    <a:cubicBezTo>
                      <a:pt x="-2422" y="67147"/>
                      <a:pt x="-1470" y="59622"/>
                      <a:pt x="7103" y="54574"/>
                    </a:cubicBezTo>
                    <a:lnTo>
                      <a:pt x="94638" y="4092"/>
                    </a:lnTo>
                    <a:cubicBezTo>
                      <a:pt x="103620" y="-890"/>
                      <a:pt x="114421" y="-1347"/>
                      <a:pt x="123784" y="2854"/>
                    </a:cubicBezTo>
                    <a:lnTo>
                      <a:pt x="215510" y="55813"/>
                    </a:lnTo>
                    <a:cubicBezTo>
                      <a:pt x="222939" y="60099"/>
                      <a:pt x="221987" y="67719"/>
                      <a:pt x="213414" y="72672"/>
                    </a:cubicBezTo>
                    <a:lnTo>
                      <a:pt x="125880" y="123154"/>
                    </a:lnTo>
                    <a:cubicBezTo>
                      <a:pt x="116917" y="128184"/>
                      <a:pt x="106096" y="128641"/>
                      <a:pt x="96733" y="12439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2" name="Google Shape;82;p12"/>
              <p:cNvSpPr/>
              <p:nvPr/>
            </p:nvSpPr>
            <p:spPr>
              <a:xfrm>
                <a:off x="5635055" y="3436683"/>
                <a:ext cx="220563" cy="127281"/>
              </a:xfrm>
              <a:custGeom>
                <a:avLst/>
                <a:gdLst/>
                <a:ahLst/>
                <a:cxnLst/>
                <a:rect l="l" t="t" r="r" b="b"/>
                <a:pathLst>
                  <a:path w="220563" h="127281" extrusionOk="0">
                    <a:moveTo>
                      <a:pt x="96709" y="124428"/>
                    </a:moveTo>
                    <a:lnTo>
                      <a:pt x="5078" y="71469"/>
                    </a:lnTo>
                    <a:cubicBezTo>
                      <a:pt x="-2447" y="67183"/>
                      <a:pt x="-1494" y="59563"/>
                      <a:pt x="7174" y="54610"/>
                    </a:cubicBezTo>
                    <a:lnTo>
                      <a:pt x="94613" y="4127"/>
                    </a:lnTo>
                    <a:cubicBezTo>
                      <a:pt x="103614" y="-902"/>
                      <a:pt x="114463" y="-1359"/>
                      <a:pt x="123855" y="2889"/>
                    </a:cubicBezTo>
                    <a:lnTo>
                      <a:pt x="215485" y="55848"/>
                    </a:lnTo>
                    <a:cubicBezTo>
                      <a:pt x="223010" y="60134"/>
                      <a:pt x="222058" y="67659"/>
                      <a:pt x="213390" y="72707"/>
                    </a:cubicBezTo>
                    <a:lnTo>
                      <a:pt x="125950" y="123190"/>
                    </a:lnTo>
                    <a:cubicBezTo>
                      <a:pt x="116940" y="128171"/>
                      <a:pt x="106110" y="128628"/>
                      <a:pt x="96709"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3" name="Google Shape;83;p12"/>
              <p:cNvSpPr/>
              <p:nvPr/>
            </p:nvSpPr>
            <p:spPr>
              <a:xfrm>
                <a:off x="5764856" y="3511602"/>
                <a:ext cx="220517" cy="127307"/>
              </a:xfrm>
              <a:custGeom>
                <a:avLst/>
                <a:gdLst/>
                <a:ahLst/>
                <a:cxnLst/>
                <a:rect l="l" t="t" r="r" b="b"/>
                <a:pathLst>
                  <a:path w="220517" h="127307" extrusionOk="0">
                    <a:moveTo>
                      <a:pt x="96733" y="124376"/>
                    </a:moveTo>
                    <a:lnTo>
                      <a:pt x="5007" y="71512"/>
                    </a:lnTo>
                    <a:cubicBezTo>
                      <a:pt x="-2422" y="67131"/>
                      <a:pt x="-1470" y="59606"/>
                      <a:pt x="7103" y="54653"/>
                    </a:cubicBezTo>
                    <a:lnTo>
                      <a:pt x="94638" y="4075"/>
                    </a:lnTo>
                    <a:cubicBezTo>
                      <a:pt x="103620" y="-925"/>
                      <a:pt x="114440" y="-1345"/>
                      <a:pt x="123784" y="2932"/>
                    </a:cubicBezTo>
                    <a:lnTo>
                      <a:pt x="215510" y="55796"/>
                    </a:lnTo>
                    <a:cubicBezTo>
                      <a:pt x="222939" y="60177"/>
                      <a:pt x="221987" y="67702"/>
                      <a:pt x="213414" y="72655"/>
                    </a:cubicBezTo>
                    <a:lnTo>
                      <a:pt x="125880" y="123233"/>
                    </a:lnTo>
                    <a:cubicBezTo>
                      <a:pt x="116898" y="128234"/>
                      <a:pt x="106077" y="128652"/>
                      <a:pt x="96733"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4" name="Google Shape;84;p12"/>
              <p:cNvSpPr/>
              <p:nvPr/>
            </p:nvSpPr>
            <p:spPr>
              <a:xfrm>
                <a:off x="5894611" y="3586162"/>
                <a:ext cx="220563" cy="127549"/>
              </a:xfrm>
              <a:custGeom>
                <a:avLst/>
                <a:gdLst/>
                <a:ahLst/>
                <a:cxnLst/>
                <a:rect l="l" t="t" r="r" b="b"/>
                <a:pathLst>
                  <a:path w="220563" h="127549" extrusionOk="0">
                    <a:moveTo>
                      <a:pt x="96613" y="124777"/>
                    </a:moveTo>
                    <a:lnTo>
                      <a:pt x="5078" y="71437"/>
                    </a:lnTo>
                    <a:cubicBezTo>
                      <a:pt x="-2447" y="67151"/>
                      <a:pt x="-1494" y="59626"/>
                      <a:pt x="7174" y="54578"/>
                    </a:cubicBezTo>
                    <a:lnTo>
                      <a:pt x="94613" y="4096"/>
                    </a:lnTo>
                    <a:cubicBezTo>
                      <a:pt x="103624" y="-886"/>
                      <a:pt x="114454" y="-1353"/>
                      <a:pt x="123855" y="2857"/>
                    </a:cubicBezTo>
                    <a:lnTo>
                      <a:pt x="215485" y="55816"/>
                    </a:lnTo>
                    <a:cubicBezTo>
                      <a:pt x="223010" y="60103"/>
                      <a:pt x="222058" y="67722"/>
                      <a:pt x="213390" y="72676"/>
                    </a:cubicBezTo>
                    <a:lnTo>
                      <a:pt x="125950" y="123158"/>
                    </a:lnTo>
                    <a:cubicBezTo>
                      <a:pt x="116997" y="128378"/>
                      <a:pt x="106081" y="128978"/>
                      <a:pt x="96613" y="124777"/>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5" name="Google Shape;85;p12"/>
              <p:cNvSpPr/>
              <p:nvPr/>
            </p:nvSpPr>
            <p:spPr>
              <a:xfrm>
                <a:off x="6024246" y="3661473"/>
                <a:ext cx="220563" cy="127238"/>
              </a:xfrm>
              <a:custGeom>
                <a:avLst/>
                <a:gdLst/>
                <a:ahLst/>
                <a:cxnLst/>
                <a:rect l="l" t="t" r="r" b="b"/>
                <a:pathLst>
                  <a:path w="220563" h="127238" extrusionOk="0">
                    <a:moveTo>
                      <a:pt x="96899" y="124428"/>
                    </a:moveTo>
                    <a:lnTo>
                      <a:pt x="5078" y="71469"/>
                    </a:lnTo>
                    <a:cubicBezTo>
                      <a:pt x="-2447" y="67183"/>
                      <a:pt x="-1494" y="59563"/>
                      <a:pt x="7174" y="54610"/>
                    </a:cubicBezTo>
                    <a:lnTo>
                      <a:pt x="94613" y="4127"/>
                    </a:lnTo>
                    <a:cubicBezTo>
                      <a:pt x="103576" y="-902"/>
                      <a:pt x="114397" y="-1359"/>
                      <a:pt x="123760" y="2889"/>
                    </a:cubicBezTo>
                    <a:lnTo>
                      <a:pt x="215485" y="55848"/>
                    </a:lnTo>
                    <a:cubicBezTo>
                      <a:pt x="223010" y="60134"/>
                      <a:pt x="222058" y="67659"/>
                      <a:pt x="213390" y="72707"/>
                    </a:cubicBezTo>
                    <a:lnTo>
                      <a:pt x="125855" y="123190"/>
                    </a:lnTo>
                    <a:cubicBezTo>
                      <a:pt x="116930" y="128114"/>
                      <a:pt x="106215" y="128571"/>
                      <a:pt x="96899"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6" name="Google Shape;86;p12"/>
              <p:cNvSpPr/>
              <p:nvPr/>
            </p:nvSpPr>
            <p:spPr>
              <a:xfrm>
                <a:off x="6154238" y="3736400"/>
                <a:ext cx="220517" cy="127300"/>
              </a:xfrm>
              <a:custGeom>
                <a:avLst/>
                <a:gdLst/>
                <a:ahLst/>
                <a:cxnLst/>
                <a:rect l="l" t="t" r="r" b="b"/>
                <a:pathLst>
                  <a:path w="220517" h="127300" extrusionOk="0">
                    <a:moveTo>
                      <a:pt x="96733" y="124368"/>
                    </a:moveTo>
                    <a:lnTo>
                      <a:pt x="5007" y="71504"/>
                    </a:lnTo>
                    <a:cubicBezTo>
                      <a:pt x="-2422" y="67123"/>
                      <a:pt x="-1470" y="59598"/>
                      <a:pt x="7103" y="54645"/>
                    </a:cubicBezTo>
                    <a:lnTo>
                      <a:pt x="94637" y="4163"/>
                    </a:lnTo>
                    <a:cubicBezTo>
                      <a:pt x="103591" y="-914"/>
                      <a:pt x="114430" y="-1371"/>
                      <a:pt x="123784" y="2924"/>
                    </a:cubicBezTo>
                    <a:lnTo>
                      <a:pt x="215510" y="55884"/>
                    </a:lnTo>
                    <a:cubicBezTo>
                      <a:pt x="222939" y="60170"/>
                      <a:pt x="221987" y="67694"/>
                      <a:pt x="213414" y="72647"/>
                    </a:cubicBezTo>
                    <a:lnTo>
                      <a:pt x="125879" y="123225"/>
                    </a:lnTo>
                    <a:cubicBezTo>
                      <a:pt x="116897" y="128226"/>
                      <a:pt x="106077" y="128645"/>
                      <a:pt x="96733" y="12436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7" name="Google Shape;87;p12"/>
              <p:cNvSpPr/>
              <p:nvPr/>
            </p:nvSpPr>
            <p:spPr>
              <a:xfrm>
                <a:off x="6283993" y="3811354"/>
                <a:ext cx="220563" cy="127264"/>
              </a:xfrm>
              <a:custGeom>
                <a:avLst/>
                <a:gdLst/>
                <a:ahLst/>
                <a:cxnLst/>
                <a:rect l="l" t="t" r="r" b="b"/>
                <a:pathLst>
                  <a:path w="220563" h="127264" extrusionOk="0">
                    <a:moveTo>
                      <a:pt x="96709" y="124376"/>
                    </a:moveTo>
                    <a:lnTo>
                      <a:pt x="5078" y="71417"/>
                    </a:lnTo>
                    <a:cubicBezTo>
                      <a:pt x="-2446" y="67131"/>
                      <a:pt x="-1494" y="59606"/>
                      <a:pt x="7174" y="54558"/>
                    </a:cubicBezTo>
                    <a:lnTo>
                      <a:pt x="94613" y="4075"/>
                    </a:lnTo>
                    <a:cubicBezTo>
                      <a:pt x="103624" y="-925"/>
                      <a:pt x="114482" y="-1345"/>
                      <a:pt x="123855" y="2932"/>
                    </a:cubicBezTo>
                    <a:lnTo>
                      <a:pt x="215485" y="55796"/>
                    </a:lnTo>
                    <a:cubicBezTo>
                      <a:pt x="223010" y="60177"/>
                      <a:pt x="222058" y="67702"/>
                      <a:pt x="213390" y="72655"/>
                    </a:cubicBezTo>
                    <a:lnTo>
                      <a:pt x="125950" y="123138"/>
                    </a:lnTo>
                    <a:cubicBezTo>
                      <a:pt x="116949" y="128167"/>
                      <a:pt x="106100" y="128624"/>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8" name="Google Shape;88;p12"/>
              <p:cNvSpPr/>
              <p:nvPr/>
            </p:nvSpPr>
            <p:spPr>
              <a:xfrm>
                <a:off x="6413794" y="3886299"/>
                <a:ext cx="220517" cy="127246"/>
              </a:xfrm>
              <a:custGeom>
                <a:avLst/>
                <a:gdLst/>
                <a:ahLst/>
                <a:cxnLst/>
                <a:rect l="l" t="t" r="r" b="b"/>
                <a:pathLst>
                  <a:path w="220517" h="127246" extrusionOk="0">
                    <a:moveTo>
                      <a:pt x="96733" y="124393"/>
                    </a:moveTo>
                    <a:lnTo>
                      <a:pt x="5008" y="71434"/>
                    </a:lnTo>
                    <a:cubicBezTo>
                      <a:pt x="-2422" y="67147"/>
                      <a:pt x="-1470" y="59622"/>
                      <a:pt x="7103" y="54574"/>
                    </a:cubicBezTo>
                    <a:lnTo>
                      <a:pt x="94638" y="4092"/>
                    </a:lnTo>
                    <a:cubicBezTo>
                      <a:pt x="103610" y="-890"/>
                      <a:pt x="114412" y="-1347"/>
                      <a:pt x="123784" y="2854"/>
                    </a:cubicBezTo>
                    <a:lnTo>
                      <a:pt x="215510" y="55813"/>
                    </a:lnTo>
                    <a:cubicBezTo>
                      <a:pt x="222939" y="60099"/>
                      <a:pt x="221987" y="67623"/>
                      <a:pt x="213414" y="72672"/>
                    </a:cubicBezTo>
                    <a:lnTo>
                      <a:pt x="125880" y="123154"/>
                    </a:lnTo>
                    <a:cubicBezTo>
                      <a:pt x="116898" y="128136"/>
                      <a:pt x="106096" y="128593"/>
                      <a:pt x="96733" y="12439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89" name="Google Shape;89;p12"/>
              <p:cNvSpPr/>
              <p:nvPr/>
            </p:nvSpPr>
            <p:spPr>
              <a:xfrm>
                <a:off x="6543549" y="3961225"/>
                <a:ext cx="220563" cy="127264"/>
              </a:xfrm>
              <a:custGeom>
                <a:avLst/>
                <a:gdLst/>
                <a:ahLst/>
                <a:cxnLst/>
                <a:rect l="l" t="t" r="r" b="b"/>
                <a:pathLst>
                  <a:path w="220563" h="127264" extrusionOk="0">
                    <a:moveTo>
                      <a:pt x="96709" y="124333"/>
                    </a:moveTo>
                    <a:lnTo>
                      <a:pt x="5078" y="71469"/>
                    </a:lnTo>
                    <a:cubicBezTo>
                      <a:pt x="-2446" y="67087"/>
                      <a:pt x="-1494" y="59563"/>
                      <a:pt x="7174" y="54609"/>
                    </a:cubicBezTo>
                    <a:lnTo>
                      <a:pt x="94613" y="4127"/>
                    </a:lnTo>
                    <a:cubicBezTo>
                      <a:pt x="103614" y="-902"/>
                      <a:pt x="114463" y="-1359"/>
                      <a:pt x="123855" y="2889"/>
                    </a:cubicBezTo>
                    <a:lnTo>
                      <a:pt x="215485" y="55848"/>
                    </a:lnTo>
                    <a:cubicBezTo>
                      <a:pt x="223010" y="60134"/>
                      <a:pt x="222058" y="67659"/>
                      <a:pt x="213390" y="72612"/>
                    </a:cubicBezTo>
                    <a:lnTo>
                      <a:pt x="125950" y="123190"/>
                    </a:lnTo>
                    <a:cubicBezTo>
                      <a:pt x="116940" y="128190"/>
                      <a:pt x="106081" y="128609"/>
                      <a:pt x="96709" y="12433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0" name="Google Shape;90;p12"/>
              <p:cNvSpPr/>
              <p:nvPr/>
            </p:nvSpPr>
            <p:spPr>
              <a:xfrm>
                <a:off x="6673375" y="4036144"/>
                <a:ext cx="220524" cy="127300"/>
              </a:xfrm>
              <a:custGeom>
                <a:avLst/>
                <a:gdLst/>
                <a:ahLst/>
                <a:cxnLst/>
                <a:rect l="l" t="t" r="r" b="b"/>
                <a:pathLst>
                  <a:path w="220524" h="127300" extrusionOk="0">
                    <a:moveTo>
                      <a:pt x="96709" y="124376"/>
                    </a:moveTo>
                    <a:lnTo>
                      <a:pt x="5078" y="71417"/>
                    </a:lnTo>
                    <a:cubicBezTo>
                      <a:pt x="-2447" y="67131"/>
                      <a:pt x="-1494" y="59606"/>
                      <a:pt x="7174" y="54653"/>
                    </a:cubicBezTo>
                    <a:lnTo>
                      <a:pt x="94613" y="4075"/>
                    </a:lnTo>
                    <a:cubicBezTo>
                      <a:pt x="103595" y="-926"/>
                      <a:pt x="114416" y="-1344"/>
                      <a:pt x="123760" y="2932"/>
                    </a:cubicBezTo>
                    <a:lnTo>
                      <a:pt x="215485" y="55796"/>
                    </a:lnTo>
                    <a:cubicBezTo>
                      <a:pt x="222915" y="60177"/>
                      <a:pt x="222058" y="67702"/>
                      <a:pt x="213390" y="72655"/>
                    </a:cubicBezTo>
                    <a:lnTo>
                      <a:pt x="125855" y="123138"/>
                    </a:lnTo>
                    <a:cubicBezTo>
                      <a:pt x="116902" y="128215"/>
                      <a:pt x="106062" y="128672"/>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1" name="Google Shape;91;p12"/>
              <p:cNvSpPr/>
              <p:nvPr/>
            </p:nvSpPr>
            <p:spPr>
              <a:xfrm>
                <a:off x="6803525" y="4111089"/>
                <a:ext cx="283033" cy="163345"/>
              </a:xfrm>
              <a:custGeom>
                <a:avLst/>
                <a:gdLst/>
                <a:ahLst/>
                <a:cxnLst/>
                <a:rect l="l" t="t" r="r" b="b"/>
                <a:pathLst>
                  <a:path w="283033" h="163345" extrusionOk="0">
                    <a:moveTo>
                      <a:pt x="159249" y="160492"/>
                    </a:moveTo>
                    <a:lnTo>
                      <a:pt x="5039" y="71433"/>
                    </a:lnTo>
                    <a:cubicBezTo>
                      <a:pt x="-2390" y="67147"/>
                      <a:pt x="-1533" y="59622"/>
                      <a:pt x="7135" y="54574"/>
                    </a:cubicBezTo>
                    <a:lnTo>
                      <a:pt x="94670" y="4092"/>
                    </a:lnTo>
                    <a:cubicBezTo>
                      <a:pt x="103652" y="-890"/>
                      <a:pt x="114453" y="-1347"/>
                      <a:pt x="123816" y="2854"/>
                    </a:cubicBezTo>
                    <a:lnTo>
                      <a:pt x="278026" y="91912"/>
                    </a:lnTo>
                    <a:cubicBezTo>
                      <a:pt x="285455" y="96198"/>
                      <a:pt x="284503" y="103723"/>
                      <a:pt x="275930" y="108772"/>
                    </a:cubicBezTo>
                    <a:lnTo>
                      <a:pt x="188396" y="159254"/>
                    </a:lnTo>
                    <a:cubicBezTo>
                      <a:pt x="179414" y="164236"/>
                      <a:pt x="168612" y="164693"/>
                      <a:pt x="159249" y="1604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2" name="Google Shape;92;p12"/>
              <p:cNvSpPr/>
              <p:nvPr/>
            </p:nvSpPr>
            <p:spPr>
              <a:xfrm>
                <a:off x="5182617" y="3320721"/>
                <a:ext cx="220563" cy="127308"/>
              </a:xfrm>
              <a:custGeom>
                <a:avLst/>
                <a:gdLst/>
                <a:ahLst/>
                <a:cxnLst/>
                <a:rect l="l" t="t" r="r" b="b"/>
                <a:pathLst>
                  <a:path w="220563" h="127308" extrusionOk="0">
                    <a:moveTo>
                      <a:pt x="96804" y="124376"/>
                    </a:moveTo>
                    <a:lnTo>
                      <a:pt x="5078" y="71512"/>
                    </a:lnTo>
                    <a:cubicBezTo>
                      <a:pt x="-2447" y="67131"/>
                      <a:pt x="-1494" y="59606"/>
                      <a:pt x="7174" y="54653"/>
                    </a:cubicBezTo>
                    <a:lnTo>
                      <a:pt x="94613" y="4075"/>
                    </a:lnTo>
                    <a:cubicBezTo>
                      <a:pt x="103624" y="-925"/>
                      <a:pt x="114482" y="-1345"/>
                      <a:pt x="123855" y="2932"/>
                    </a:cubicBezTo>
                    <a:lnTo>
                      <a:pt x="215485" y="55796"/>
                    </a:lnTo>
                    <a:cubicBezTo>
                      <a:pt x="223010" y="60177"/>
                      <a:pt x="222058" y="67702"/>
                      <a:pt x="213390" y="72655"/>
                    </a:cubicBezTo>
                    <a:lnTo>
                      <a:pt x="125950" y="123233"/>
                    </a:lnTo>
                    <a:cubicBezTo>
                      <a:pt x="116968" y="128234"/>
                      <a:pt x="106148" y="128653"/>
                      <a:pt x="96804"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3" name="Google Shape;93;p12"/>
              <p:cNvSpPr/>
              <p:nvPr/>
            </p:nvSpPr>
            <p:spPr>
              <a:xfrm>
                <a:off x="5312634" y="3395587"/>
                <a:ext cx="220563" cy="127548"/>
              </a:xfrm>
              <a:custGeom>
                <a:avLst/>
                <a:gdLst/>
                <a:ahLst/>
                <a:cxnLst/>
                <a:rect l="l" t="t" r="r" b="b"/>
                <a:pathLst>
                  <a:path w="220563" h="127548" extrusionOk="0">
                    <a:moveTo>
                      <a:pt x="96709" y="124566"/>
                    </a:moveTo>
                    <a:lnTo>
                      <a:pt x="5078" y="71512"/>
                    </a:lnTo>
                    <a:cubicBezTo>
                      <a:pt x="-2447" y="67131"/>
                      <a:pt x="-1494" y="59606"/>
                      <a:pt x="7174" y="54653"/>
                    </a:cubicBezTo>
                    <a:lnTo>
                      <a:pt x="94613" y="4075"/>
                    </a:lnTo>
                    <a:cubicBezTo>
                      <a:pt x="103624" y="-925"/>
                      <a:pt x="114482" y="-1345"/>
                      <a:pt x="123855" y="2932"/>
                    </a:cubicBezTo>
                    <a:lnTo>
                      <a:pt x="215485" y="55796"/>
                    </a:lnTo>
                    <a:cubicBezTo>
                      <a:pt x="223010" y="60177"/>
                      <a:pt x="222058" y="67702"/>
                      <a:pt x="213390" y="72655"/>
                    </a:cubicBezTo>
                    <a:lnTo>
                      <a:pt x="126141" y="123424"/>
                    </a:lnTo>
                    <a:cubicBezTo>
                      <a:pt x="117073" y="128491"/>
                      <a:pt x="106138" y="128910"/>
                      <a:pt x="96709" y="12456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4" name="Google Shape;94;p12"/>
              <p:cNvSpPr/>
              <p:nvPr/>
            </p:nvSpPr>
            <p:spPr>
              <a:xfrm>
                <a:off x="5442650" y="3470843"/>
                <a:ext cx="220563" cy="127300"/>
              </a:xfrm>
              <a:custGeom>
                <a:avLst/>
                <a:gdLst/>
                <a:ahLst/>
                <a:cxnLst/>
                <a:rect l="l" t="t" r="r" b="b"/>
                <a:pathLst>
                  <a:path w="220563" h="127300" extrusionOk="0">
                    <a:moveTo>
                      <a:pt x="96709" y="124368"/>
                    </a:moveTo>
                    <a:lnTo>
                      <a:pt x="5078" y="71504"/>
                    </a:lnTo>
                    <a:cubicBezTo>
                      <a:pt x="-2447" y="67123"/>
                      <a:pt x="-1494" y="59598"/>
                      <a:pt x="7174" y="54645"/>
                    </a:cubicBezTo>
                    <a:lnTo>
                      <a:pt x="94613" y="4163"/>
                    </a:lnTo>
                    <a:cubicBezTo>
                      <a:pt x="103595" y="-914"/>
                      <a:pt x="114473" y="-1371"/>
                      <a:pt x="123855" y="2924"/>
                    </a:cubicBezTo>
                    <a:lnTo>
                      <a:pt x="215485" y="55883"/>
                    </a:lnTo>
                    <a:cubicBezTo>
                      <a:pt x="223010" y="60170"/>
                      <a:pt x="222058" y="67694"/>
                      <a:pt x="213390" y="72647"/>
                    </a:cubicBezTo>
                    <a:lnTo>
                      <a:pt x="125950" y="123225"/>
                    </a:lnTo>
                    <a:cubicBezTo>
                      <a:pt x="116940" y="128226"/>
                      <a:pt x="106081" y="128645"/>
                      <a:pt x="96709" y="12436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5" name="Google Shape;95;p12"/>
              <p:cNvSpPr/>
              <p:nvPr/>
            </p:nvSpPr>
            <p:spPr>
              <a:xfrm>
                <a:off x="5572666" y="3545935"/>
                <a:ext cx="220563" cy="127264"/>
              </a:xfrm>
              <a:custGeom>
                <a:avLst/>
                <a:gdLst/>
                <a:ahLst/>
                <a:cxnLst/>
                <a:rect l="l" t="t" r="r" b="b"/>
                <a:pathLst>
                  <a:path w="220563" h="127264" extrusionOk="0">
                    <a:moveTo>
                      <a:pt x="96709" y="124333"/>
                    </a:moveTo>
                    <a:lnTo>
                      <a:pt x="5078" y="71469"/>
                    </a:lnTo>
                    <a:cubicBezTo>
                      <a:pt x="-2447" y="67087"/>
                      <a:pt x="-1494" y="59563"/>
                      <a:pt x="7174" y="54610"/>
                    </a:cubicBezTo>
                    <a:lnTo>
                      <a:pt x="94613" y="4127"/>
                    </a:lnTo>
                    <a:cubicBezTo>
                      <a:pt x="103614" y="-902"/>
                      <a:pt x="114463" y="-1359"/>
                      <a:pt x="123855" y="2889"/>
                    </a:cubicBezTo>
                    <a:lnTo>
                      <a:pt x="215485" y="55848"/>
                    </a:lnTo>
                    <a:cubicBezTo>
                      <a:pt x="223010" y="60134"/>
                      <a:pt x="222058" y="67659"/>
                      <a:pt x="213390" y="72612"/>
                    </a:cubicBezTo>
                    <a:lnTo>
                      <a:pt x="125950" y="123190"/>
                    </a:lnTo>
                    <a:cubicBezTo>
                      <a:pt x="116940" y="128190"/>
                      <a:pt x="106081" y="128609"/>
                      <a:pt x="96709" y="12433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6" name="Google Shape;96;p12"/>
              <p:cNvSpPr/>
              <p:nvPr/>
            </p:nvSpPr>
            <p:spPr>
              <a:xfrm>
                <a:off x="5701635" y="3620377"/>
                <a:ext cx="220563" cy="127300"/>
              </a:xfrm>
              <a:custGeom>
                <a:avLst/>
                <a:gdLst/>
                <a:ahLst/>
                <a:cxnLst/>
                <a:rect l="l" t="t" r="r" b="b"/>
                <a:pathLst>
                  <a:path w="220563" h="127300" extrusionOk="0">
                    <a:moveTo>
                      <a:pt x="96709" y="124376"/>
                    </a:moveTo>
                    <a:lnTo>
                      <a:pt x="5078" y="71417"/>
                    </a:lnTo>
                    <a:cubicBezTo>
                      <a:pt x="-2447" y="67131"/>
                      <a:pt x="-1494" y="59606"/>
                      <a:pt x="7174" y="54653"/>
                    </a:cubicBezTo>
                    <a:lnTo>
                      <a:pt x="94613" y="4075"/>
                    </a:lnTo>
                    <a:cubicBezTo>
                      <a:pt x="103624" y="-925"/>
                      <a:pt x="114482" y="-1345"/>
                      <a:pt x="123855" y="2932"/>
                    </a:cubicBezTo>
                    <a:lnTo>
                      <a:pt x="215485" y="55796"/>
                    </a:lnTo>
                    <a:cubicBezTo>
                      <a:pt x="223010" y="60178"/>
                      <a:pt x="222058" y="67702"/>
                      <a:pt x="213390" y="72655"/>
                    </a:cubicBezTo>
                    <a:lnTo>
                      <a:pt x="125950" y="123138"/>
                    </a:lnTo>
                    <a:cubicBezTo>
                      <a:pt x="116968" y="128215"/>
                      <a:pt x="106091" y="128672"/>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7" name="Google Shape;97;p12"/>
              <p:cNvSpPr/>
              <p:nvPr/>
            </p:nvSpPr>
            <p:spPr>
              <a:xfrm>
                <a:off x="5831651" y="3695149"/>
                <a:ext cx="220563" cy="127308"/>
              </a:xfrm>
              <a:custGeom>
                <a:avLst/>
                <a:gdLst/>
                <a:ahLst/>
                <a:cxnLst/>
                <a:rect l="l" t="t" r="r" b="b"/>
                <a:pathLst>
                  <a:path w="220563" h="127308" extrusionOk="0">
                    <a:moveTo>
                      <a:pt x="96709" y="124376"/>
                    </a:moveTo>
                    <a:lnTo>
                      <a:pt x="5078" y="71512"/>
                    </a:lnTo>
                    <a:cubicBezTo>
                      <a:pt x="-2447" y="67131"/>
                      <a:pt x="-1494" y="59606"/>
                      <a:pt x="7174" y="54653"/>
                    </a:cubicBezTo>
                    <a:lnTo>
                      <a:pt x="94613" y="4075"/>
                    </a:lnTo>
                    <a:cubicBezTo>
                      <a:pt x="103624" y="-925"/>
                      <a:pt x="114482" y="-1345"/>
                      <a:pt x="123855" y="2932"/>
                    </a:cubicBezTo>
                    <a:lnTo>
                      <a:pt x="215485" y="55796"/>
                    </a:lnTo>
                    <a:cubicBezTo>
                      <a:pt x="223010" y="60178"/>
                      <a:pt x="222058" y="67702"/>
                      <a:pt x="213390" y="72655"/>
                    </a:cubicBezTo>
                    <a:lnTo>
                      <a:pt x="125950" y="123233"/>
                    </a:lnTo>
                    <a:cubicBezTo>
                      <a:pt x="116940" y="128234"/>
                      <a:pt x="106081" y="128653"/>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8" name="Google Shape;98;p12"/>
              <p:cNvSpPr/>
              <p:nvPr/>
            </p:nvSpPr>
            <p:spPr>
              <a:xfrm>
                <a:off x="5961667" y="3770491"/>
                <a:ext cx="220563" cy="127308"/>
              </a:xfrm>
              <a:custGeom>
                <a:avLst/>
                <a:gdLst/>
                <a:ahLst/>
                <a:cxnLst/>
                <a:rect l="l" t="t" r="r" b="b"/>
                <a:pathLst>
                  <a:path w="220563" h="127308" extrusionOk="0">
                    <a:moveTo>
                      <a:pt x="96709" y="124376"/>
                    </a:moveTo>
                    <a:lnTo>
                      <a:pt x="5078" y="71512"/>
                    </a:lnTo>
                    <a:cubicBezTo>
                      <a:pt x="-2447" y="67131"/>
                      <a:pt x="-1494" y="59606"/>
                      <a:pt x="7174" y="54653"/>
                    </a:cubicBezTo>
                    <a:lnTo>
                      <a:pt x="94613" y="4075"/>
                    </a:lnTo>
                    <a:cubicBezTo>
                      <a:pt x="103624" y="-925"/>
                      <a:pt x="114482" y="-1345"/>
                      <a:pt x="123855" y="2932"/>
                    </a:cubicBezTo>
                    <a:lnTo>
                      <a:pt x="215485" y="55796"/>
                    </a:lnTo>
                    <a:cubicBezTo>
                      <a:pt x="223010" y="60178"/>
                      <a:pt x="222058" y="67702"/>
                      <a:pt x="213390" y="72655"/>
                    </a:cubicBezTo>
                    <a:lnTo>
                      <a:pt x="125950" y="123233"/>
                    </a:lnTo>
                    <a:cubicBezTo>
                      <a:pt x="116940" y="128234"/>
                      <a:pt x="106081" y="128653"/>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99" name="Google Shape;99;p12"/>
              <p:cNvSpPr/>
              <p:nvPr/>
            </p:nvSpPr>
            <p:spPr>
              <a:xfrm>
                <a:off x="6091683" y="3845548"/>
                <a:ext cx="220563" cy="127308"/>
              </a:xfrm>
              <a:custGeom>
                <a:avLst/>
                <a:gdLst/>
                <a:ahLst/>
                <a:cxnLst/>
                <a:rect l="l" t="t" r="r" b="b"/>
                <a:pathLst>
                  <a:path w="220563" h="127308" extrusionOk="0">
                    <a:moveTo>
                      <a:pt x="96709" y="124376"/>
                    </a:moveTo>
                    <a:lnTo>
                      <a:pt x="5078" y="71512"/>
                    </a:lnTo>
                    <a:cubicBezTo>
                      <a:pt x="-2447" y="67131"/>
                      <a:pt x="-1494" y="59606"/>
                      <a:pt x="7174" y="54653"/>
                    </a:cubicBezTo>
                    <a:lnTo>
                      <a:pt x="94613" y="4075"/>
                    </a:lnTo>
                    <a:cubicBezTo>
                      <a:pt x="103595" y="-925"/>
                      <a:pt x="114416" y="-1345"/>
                      <a:pt x="123760" y="2932"/>
                    </a:cubicBezTo>
                    <a:lnTo>
                      <a:pt x="215486" y="55796"/>
                    </a:lnTo>
                    <a:cubicBezTo>
                      <a:pt x="223010" y="60177"/>
                      <a:pt x="222058" y="67702"/>
                      <a:pt x="213390" y="72655"/>
                    </a:cubicBezTo>
                    <a:lnTo>
                      <a:pt x="125950" y="123233"/>
                    </a:lnTo>
                    <a:cubicBezTo>
                      <a:pt x="116940" y="128234"/>
                      <a:pt x="106081" y="128653"/>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0" name="Google Shape;100;p12"/>
              <p:cNvSpPr/>
              <p:nvPr/>
            </p:nvSpPr>
            <p:spPr>
              <a:xfrm>
                <a:off x="6221700" y="3920605"/>
                <a:ext cx="220524" cy="127307"/>
              </a:xfrm>
              <a:custGeom>
                <a:avLst/>
                <a:gdLst/>
                <a:ahLst/>
                <a:cxnLst/>
                <a:rect l="l" t="t" r="r" b="b"/>
                <a:pathLst>
                  <a:path w="220524" h="127307" extrusionOk="0">
                    <a:moveTo>
                      <a:pt x="96709" y="124376"/>
                    </a:moveTo>
                    <a:lnTo>
                      <a:pt x="5078" y="71512"/>
                    </a:lnTo>
                    <a:cubicBezTo>
                      <a:pt x="-2447" y="67131"/>
                      <a:pt x="-1494" y="59606"/>
                      <a:pt x="7174" y="54653"/>
                    </a:cubicBezTo>
                    <a:lnTo>
                      <a:pt x="94613" y="4075"/>
                    </a:lnTo>
                    <a:cubicBezTo>
                      <a:pt x="103595" y="-925"/>
                      <a:pt x="114416" y="-1345"/>
                      <a:pt x="123760" y="2932"/>
                    </a:cubicBezTo>
                    <a:lnTo>
                      <a:pt x="215485" y="55891"/>
                    </a:lnTo>
                    <a:cubicBezTo>
                      <a:pt x="222915" y="60177"/>
                      <a:pt x="222058" y="67702"/>
                      <a:pt x="213390" y="72655"/>
                    </a:cubicBezTo>
                    <a:lnTo>
                      <a:pt x="125855" y="123233"/>
                    </a:lnTo>
                    <a:cubicBezTo>
                      <a:pt x="116873" y="128234"/>
                      <a:pt x="106053" y="128652"/>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1" name="Google Shape;101;p12"/>
              <p:cNvSpPr/>
              <p:nvPr/>
            </p:nvSpPr>
            <p:spPr>
              <a:xfrm>
                <a:off x="6351691" y="3995706"/>
                <a:ext cx="220549" cy="127264"/>
              </a:xfrm>
              <a:custGeom>
                <a:avLst/>
                <a:gdLst/>
                <a:ahLst/>
                <a:cxnLst/>
                <a:rect l="l" t="t" r="r" b="b"/>
                <a:pathLst>
                  <a:path w="220549" h="127264" extrusionOk="0">
                    <a:moveTo>
                      <a:pt x="96733" y="124333"/>
                    </a:moveTo>
                    <a:lnTo>
                      <a:pt x="5007" y="71469"/>
                    </a:lnTo>
                    <a:cubicBezTo>
                      <a:pt x="-2422" y="67087"/>
                      <a:pt x="-1470" y="59563"/>
                      <a:pt x="7103" y="54610"/>
                    </a:cubicBezTo>
                    <a:lnTo>
                      <a:pt x="94638" y="4127"/>
                    </a:lnTo>
                    <a:cubicBezTo>
                      <a:pt x="103601" y="-902"/>
                      <a:pt x="114421" y="-1359"/>
                      <a:pt x="123784" y="2889"/>
                    </a:cubicBezTo>
                    <a:lnTo>
                      <a:pt x="215510" y="55848"/>
                    </a:lnTo>
                    <a:cubicBezTo>
                      <a:pt x="222939" y="60134"/>
                      <a:pt x="222082" y="67659"/>
                      <a:pt x="213414" y="72612"/>
                    </a:cubicBezTo>
                    <a:lnTo>
                      <a:pt x="125880" y="123190"/>
                    </a:lnTo>
                    <a:cubicBezTo>
                      <a:pt x="116898" y="128190"/>
                      <a:pt x="106077" y="128609"/>
                      <a:pt x="96733" y="12433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2" name="Google Shape;102;p12"/>
              <p:cNvSpPr/>
              <p:nvPr/>
            </p:nvSpPr>
            <p:spPr>
              <a:xfrm>
                <a:off x="6481517" y="4070763"/>
                <a:ext cx="220517" cy="127215"/>
              </a:xfrm>
              <a:custGeom>
                <a:avLst/>
                <a:gdLst/>
                <a:ahLst/>
                <a:cxnLst/>
                <a:rect l="l" t="t" r="r" b="b"/>
                <a:pathLst>
                  <a:path w="220517" h="127215" extrusionOk="0">
                    <a:moveTo>
                      <a:pt x="96924" y="124333"/>
                    </a:moveTo>
                    <a:lnTo>
                      <a:pt x="5007" y="71469"/>
                    </a:lnTo>
                    <a:cubicBezTo>
                      <a:pt x="-2422" y="67087"/>
                      <a:pt x="-1470" y="59563"/>
                      <a:pt x="7103" y="54609"/>
                    </a:cubicBezTo>
                    <a:lnTo>
                      <a:pt x="94638" y="4127"/>
                    </a:lnTo>
                    <a:cubicBezTo>
                      <a:pt x="103601" y="-902"/>
                      <a:pt x="114421" y="-1359"/>
                      <a:pt x="123784" y="2889"/>
                    </a:cubicBezTo>
                    <a:lnTo>
                      <a:pt x="215510" y="55848"/>
                    </a:lnTo>
                    <a:cubicBezTo>
                      <a:pt x="222939" y="60134"/>
                      <a:pt x="221987" y="67659"/>
                      <a:pt x="213414" y="72612"/>
                    </a:cubicBezTo>
                    <a:lnTo>
                      <a:pt x="125880" y="123190"/>
                    </a:lnTo>
                    <a:cubicBezTo>
                      <a:pt x="116955" y="128124"/>
                      <a:pt x="106210" y="128543"/>
                      <a:pt x="96924" y="12433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3" name="Google Shape;103;p12"/>
              <p:cNvSpPr/>
              <p:nvPr/>
            </p:nvSpPr>
            <p:spPr>
              <a:xfrm>
                <a:off x="6611724" y="4145820"/>
                <a:ext cx="220517" cy="127281"/>
              </a:xfrm>
              <a:custGeom>
                <a:avLst/>
                <a:gdLst/>
                <a:ahLst/>
                <a:cxnLst/>
                <a:rect l="l" t="t" r="r" b="b"/>
                <a:pathLst>
                  <a:path w="220517" h="127281" extrusionOk="0">
                    <a:moveTo>
                      <a:pt x="96733" y="124428"/>
                    </a:moveTo>
                    <a:lnTo>
                      <a:pt x="5007" y="71469"/>
                    </a:lnTo>
                    <a:cubicBezTo>
                      <a:pt x="-2422" y="67087"/>
                      <a:pt x="-1470" y="59563"/>
                      <a:pt x="7103" y="54610"/>
                    </a:cubicBezTo>
                    <a:lnTo>
                      <a:pt x="94637" y="4127"/>
                    </a:lnTo>
                    <a:cubicBezTo>
                      <a:pt x="103601" y="-902"/>
                      <a:pt x="114421" y="-1359"/>
                      <a:pt x="123784" y="2889"/>
                    </a:cubicBezTo>
                    <a:lnTo>
                      <a:pt x="215510" y="55848"/>
                    </a:lnTo>
                    <a:cubicBezTo>
                      <a:pt x="222939" y="60134"/>
                      <a:pt x="221987" y="67659"/>
                      <a:pt x="213414" y="72707"/>
                    </a:cubicBezTo>
                    <a:lnTo>
                      <a:pt x="125879" y="123190"/>
                    </a:lnTo>
                    <a:cubicBezTo>
                      <a:pt x="116897" y="128171"/>
                      <a:pt x="106096" y="128628"/>
                      <a:pt x="96733"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4" name="Google Shape;104;p12"/>
              <p:cNvSpPr/>
              <p:nvPr/>
            </p:nvSpPr>
            <p:spPr>
              <a:xfrm>
                <a:off x="4990117" y="3209572"/>
                <a:ext cx="283047" cy="163399"/>
              </a:xfrm>
              <a:custGeom>
                <a:avLst/>
                <a:gdLst/>
                <a:ahLst/>
                <a:cxnLst/>
                <a:rect l="l" t="t" r="r" b="b"/>
                <a:pathLst>
                  <a:path w="283047" h="163399" extrusionOk="0">
                    <a:moveTo>
                      <a:pt x="159288" y="160468"/>
                    </a:moveTo>
                    <a:lnTo>
                      <a:pt x="5078" y="71504"/>
                    </a:lnTo>
                    <a:cubicBezTo>
                      <a:pt x="-2447" y="67123"/>
                      <a:pt x="-1494" y="59598"/>
                      <a:pt x="7174" y="54645"/>
                    </a:cubicBezTo>
                    <a:lnTo>
                      <a:pt x="94613" y="4163"/>
                    </a:lnTo>
                    <a:cubicBezTo>
                      <a:pt x="103595" y="-914"/>
                      <a:pt x="114473" y="-1371"/>
                      <a:pt x="123855" y="2924"/>
                    </a:cubicBezTo>
                    <a:lnTo>
                      <a:pt x="277969" y="91888"/>
                    </a:lnTo>
                    <a:cubicBezTo>
                      <a:pt x="285494" y="96269"/>
                      <a:pt x="284542" y="103794"/>
                      <a:pt x="275874" y="108747"/>
                    </a:cubicBezTo>
                    <a:lnTo>
                      <a:pt x="188434" y="159325"/>
                    </a:lnTo>
                    <a:cubicBezTo>
                      <a:pt x="179452" y="164325"/>
                      <a:pt x="168632" y="164745"/>
                      <a:pt x="159288" y="16046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5" name="Google Shape;105;p12"/>
              <p:cNvSpPr/>
              <p:nvPr/>
            </p:nvSpPr>
            <p:spPr>
              <a:xfrm>
                <a:off x="6648640" y="4220618"/>
                <a:ext cx="313122" cy="199558"/>
              </a:xfrm>
              <a:custGeom>
                <a:avLst/>
                <a:gdLst/>
                <a:ahLst/>
                <a:cxnLst/>
                <a:rect l="l" t="t" r="r" b="b"/>
                <a:pathLst>
                  <a:path w="313122" h="199558" extrusionOk="0">
                    <a:moveTo>
                      <a:pt x="307467" y="56107"/>
                    </a:moveTo>
                    <a:lnTo>
                      <a:pt x="215836" y="3243"/>
                    </a:lnTo>
                    <a:cubicBezTo>
                      <a:pt x="207274" y="-1081"/>
                      <a:pt x="197158" y="-1081"/>
                      <a:pt x="188595" y="3243"/>
                    </a:cubicBezTo>
                    <a:lnTo>
                      <a:pt x="96107" y="56107"/>
                    </a:lnTo>
                    <a:cubicBezTo>
                      <a:pt x="91764" y="57564"/>
                      <a:pt x="89430" y="62260"/>
                      <a:pt x="90878" y="66594"/>
                    </a:cubicBezTo>
                    <a:cubicBezTo>
                      <a:pt x="91707" y="69061"/>
                      <a:pt x="93640" y="70994"/>
                      <a:pt x="96107" y="71823"/>
                    </a:cubicBezTo>
                    <a:lnTo>
                      <a:pt x="103442" y="76014"/>
                    </a:lnTo>
                    <a:cubicBezTo>
                      <a:pt x="107442" y="77329"/>
                      <a:pt x="109614" y="81634"/>
                      <a:pt x="108299" y="85635"/>
                    </a:cubicBezTo>
                    <a:cubicBezTo>
                      <a:pt x="107547" y="87930"/>
                      <a:pt x="105737" y="89740"/>
                      <a:pt x="103442" y="90492"/>
                    </a:cubicBezTo>
                    <a:lnTo>
                      <a:pt x="5715" y="146880"/>
                    </a:lnTo>
                    <a:cubicBezTo>
                      <a:pt x="-1905" y="151262"/>
                      <a:pt x="-1905" y="158310"/>
                      <a:pt x="5715" y="162596"/>
                    </a:cubicBezTo>
                    <a:lnTo>
                      <a:pt x="64103" y="196315"/>
                    </a:lnTo>
                    <a:cubicBezTo>
                      <a:pt x="72666" y="200639"/>
                      <a:pt x="82782" y="200639"/>
                      <a:pt x="91345" y="196315"/>
                    </a:cubicBezTo>
                    <a:lnTo>
                      <a:pt x="182690" y="143546"/>
                    </a:lnTo>
                    <a:lnTo>
                      <a:pt x="201740" y="132593"/>
                    </a:lnTo>
                    <a:lnTo>
                      <a:pt x="215360" y="124782"/>
                    </a:lnTo>
                    <a:lnTo>
                      <a:pt x="229076" y="116877"/>
                    </a:lnTo>
                    <a:lnTo>
                      <a:pt x="307848" y="71347"/>
                    </a:lnTo>
                    <a:cubicBezTo>
                      <a:pt x="314896" y="67061"/>
                      <a:pt x="314992" y="60108"/>
                      <a:pt x="307467" y="56107"/>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6" name="Google Shape;106;p12"/>
              <p:cNvSpPr/>
              <p:nvPr/>
            </p:nvSpPr>
            <p:spPr>
              <a:xfrm>
                <a:off x="4613284" y="3427765"/>
                <a:ext cx="220517" cy="127281"/>
              </a:xfrm>
              <a:custGeom>
                <a:avLst/>
                <a:gdLst/>
                <a:ahLst/>
                <a:cxnLst/>
                <a:rect l="l" t="t" r="r" b="b"/>
                <a:pathLst>
                  <a:path w="220517" h="127281" extrusionOk="0">
                    <a:moveTo>
                      <a:pt x="96733" y="124392"/>
                    </a:moveTo>
                    <a:lnTo>
                      <a:pt x="5007" y="71433"/>
                    </a:lnTo>
                    <a:cubicBezTo>
                      <a:pt x="-2422" y="67147"/>
                      <a:pt x="-1470" y="59623"/>
                      <a:pt x="7103" y="54574"/>
                    </a:cubicBezTo>
                    <a:lnTo>
                      <a:pt x="94638" y="4092"/>
                    </a:lnTo>
                    <a:cubicBezTo>
                      <a:pt x="103620" y="-890"/>
                      <a:pt x="114421" y="-1347"/>
                      <a:pt x="123784" y="2853"/>
                    </a:cubicBezTo>
                    <a:lnTo>
                      <a:pt x="215510" y="55812"/>
                    </a:lnTo>
                    <a:cubicBezTo>
                      <a:pt x="222939" y="60194"/>
                      <a:pt x="221987" y="67719"/>
                      <a:pt x="213414" y="72672"/>
                    </a:cubicBezTo>
                    <a:lnTo>
                      <a:pt x="125880" y="123154"/>
                    </a:lnTo>
                    <a:cubicBezTo>
                      <a:pt x="116917" y="128183"/>
                      <a:pt x="106096" y="128641"/>
                      <a:pt x="96733" y="1243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7" name="Google Shape;107;p12"/>
              <p:cNvSpPr/>
              <p:nvPr/>
            </p:nvSpPr>
            <p:spPr>
              <a:xfrm>
                <a:off x="4742658" y="3502501"/>
                <a:ext cx="220563" cy="127281"/>
              </a:xfrm>
              <a:custGeom>
                <a:avLst/>
                <a:gdLst/>
                <a:ahLst/>
                <a:cxnLst/>
                <a:rect l="l" t="t" r="r" b="b"/>
                <a:pathLst>
                  <a:path w="220563" h="127281" extrusionOk="0">
                    <a:moveTo>
                      <a:pt x="96709" y="124428"/>
                    </a:moveTo>
                    <a:lnTo>
                      <a:pt x="5078" y="71469"/>
                    </a:lnTo>
                    <a:cubicBezTo>
                      <a:pt x="-2447" y="67087"/>
                      <a:pt x="-1494" y="59563"/>
                      <a:pt x="7174" y="54610"/>
                    </a:cubicBezTo>
                    <a:lnTo>
                      <a:pt x="94613" y="4127"/>
                    </a:lnTo>
                    <a:cubicBezTo>
                      <a:pt x="103614" y="-902"/>
                      <a:pt x="114463" y="-1359"/>
                      <a:pt x="123855" y="2889"/>
                    </a:cubicBezTo>
                    <a:lnTo>
                      <a:pt x="215485" y="55848"/>
                    </a:lnTo>
                    <a:cubicBezTo>
                      <a:pt x="223010" y="60134"/>
                      <a:pt x="222058" y="67659"/>
                      <a:pt x="213390" y="72707"/>
                    </a:cubicBezTo>
                    <a:lnTo>
                      <a:pt x="125950" y="123190"/>
                    </a:lnTo>
                    <a:cubicBezTo>
                      <a:pt x="116940" y="128171"/>
                      <a:pt x="106110" y="128628"/>
                      <a:pt x="96709"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8" name="Google Shape;108;p12"/>
              <p:cNvSpPr/>
              <p:nvPr/>
            </p:nvSpPr>
            <p:spPr>
              <a:xfrm>
                <a:off x="4871721" y="3577213"/>
                <a:ext cx="220563" cy="127189"/>
              </a:xfrm>
              <a:custGeom>
                <a:avLst/>
                <a:gdLst/>
                <a:ahLst/>
                <a:cxnLst/>
                <a:rect l="l" t="t" r="r" b="b"/>
                <a:pathLst>
                  <a:path w="220563" h="127189" extrusionOk="0">
                    <a:moveTo>
                      <a:pt x="97090" y="124392"/>
                    </a:moveTo>
                    <a:lnTo>
                      <a:pt x="5078" y="71433"/>
                    </a:lnTo>
                    <a:cubicBezTo>
                      <a:pt x="-2447" y="67147"/>
                      <a:pt x="-1494" y="59623"/>
                      <a:pt x="7174" y="54574"/>
                    </a:cubicBezTo>
                    <a:lnTo>
                      <a:pt x="94613" y="4092"/>
                    </a:lnTo>
                    <a:cubicBezTo>
                      <a:pt x="103595" y="-890"/>
                      <a:pt x="114397" y="-1347"/>
                      <a:pt x="123760" y="2853"/>
                    </a:cubicBezTo>
                    <a:lnTo>
                      <a:pt x="215485" y="55813"/>
                    </a:lnTo>
                    <a:cubicBezTo>
                      <a:pt x="223010" y="60099"/>
                      <a:pt x="222058" y="67719"/>
                      <a:pt x="213390" y="72672"/>
                    </a:cubicBezTo>
                    <a:lnTo>
                      <a:pt x="125950" y="123154"/>
                    </a:lnTo>
                    <a:cubicBezTo>
                      <a:pt x="117054" y="128060"/>
                      <a:pt x="106376" y="128517"/>
                      <a:pt x="97090" y="1243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09" name="Google Shape;109;p12"/>
              <p:cNvSpPr/>
              <p:nvPr/>
            </p:nvSpPr>
            <p:spPr>
              <a:xfrm>
                <a:off x="5974216" y="4213507"/>
                <a:ext cx="220549" cy="127300"/>
              </a:xfrm>
              <a:custGeom>
                <a:avLst/>
                <a:gdLst/>
                <a:ahLst/>
                <a:cxnLst/>
                <a:rect l="l" t="t" r="r" b="b"/>
                <a:pathLst>
                  <a:path w="220549" h="127300" extrusionOk="0">
                    <a:moveTo>
                      <a:pt x="96733" y="124368"/>
                    </a:moveTo>
                    <a:lnTo>
                      <a:pt x="5007" y="71504"/>
                    </a:lnTo>
                    <a:cubicBezTo>
                      <a:pt x="-2422" y="67123"/>
                      <a:pt x="-1470" y="59598"/>
                      <a:pt x="7103" y="54645"/>
                    </a:cubicBezTo>
                    <a:lnTo>
                      <a:pt x="94638" y="4162"/>
                    </a:lnTo>
                    <a:cubicBezTo>
                      <a:pt x="103591" y="-914"/>
                      <a:pt x="114430" y="-1371"/>
                      <a:pt x="123784" y="2924"/>
                    </a:cubicBezTo>
                    <a:lnTo>
                      <a:pt x="215510" y="55883"/>
                    </a:lnTo>
                    <a:cubicBezTo>
                      <a:pt x="222939" y="60170"/>
                      <a:pt x="222082" y="67694"/>
                      <a:pt x="213414" y="72647"/>
                    </a:cubicBezTo>
                    <a:lnTo>
                      <a:pt x="125879" y="123225"/>
                    </a:lnTo>
                    <a:cubicBezTo>
                      <a:pt x="116897" y="128226"/>
                      <a:pt x="106077" y="128645"/>
                      <a:pt x="96733" y="12436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0" name="Google Shape;110;p12"/>
              <p:cNvSpPr/>
              <p:nvPr/>
            </p:nvSpPr>
            <p:spPr>
              <a:xfrm>
                <a:off x="6104041" y="4288254"/>
                <a:ext cx="220517" cy="127281"/>
              </a:xfrm>
              <a:custGeom>
                <a:avLst/>
                <a:gdLst/>
                <a:ahLst/>
                <a:cxnLst/>
                <a:rect l="l" t="t" r="r" b="b"/>
                <a:pathLst>
                  <a:path w="220517" h="127281" extrusionOk="0">
                    <a:moveTo>
                      <a:pt x="96733" y="124392"/>
                    </a:moveTo>
                    <a:lnTo>
                      <a:pt x="5007" y="71433"/>
                    </a:lnTo>
                    <a:cubicBezTo>
                      <a:pt x="-2422" y="67147"/>
                      <a:pt x="-1470" y="59622"/>
                      <a:pt x="7103" y="54574"/>
                    </a:cubicBezTo>
                    <a:lnTo>
                      <a:pt x="94638" y="4092"/>
                    </a:lnTo>
                    <a:cubicBezTo>
                      <a:pt x="103620" y="-890"/>
                      <a:pt x="114421" y="-1347"/>
                      <a:pt x="123784" y="2854"/>
                    </a:cubicBezTo>
                    <a:lnTo>
                      <a:pt x="215510" y="55813"/>
                    </a:lnTo>
                    <a:cubicBezTo>
                      <a:pt x="222939" y="60099"/>
                      <a:pt x="221987" y="67719"/>
                      <a:pt x="213414" y="72672"/>
                    </a:cubicBezTo>
                    <a:lnTo>
                      <a:pt x="125880" y="123154"/>
                    </a:lnTo>
                    <a:cubicBezTo>
                      <a:pt x="116916" y="128183"/>
                      <a:pt x="106096" y="128641"/>
                      <a:pt x="96733" y="1243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1" name="Google Shape;111;p12"/>
              <p:cNvSpPr/>
              <p:nvPr/>
            </p:nvSpPr>
            <p:spPr>
              <a:xfrm>
                <a:off x="6233034" y="4362946"/>
                <a:ext cx="220563" cy="127351"/>
              </a:xfrm>
              <a:custGeom>
                <a:avLst/>
                <a:gdLst/>
                <a:ahLst/>
                <a:cxnLst/>
                <a:rect l="l" t="t" r="r" b="b"/>
                <a:pathLst>
                  <a:path w="220563" h="127351" extrusionOk="0">
                    <a:moveTo>
                      <a:pt x="96709" y="124376"/>
                    </a:moveTo>
                    <a:lnTo>
                      <a:pt x="5078" y="71512"/>
                    </a:lnTo>
                    <a:cubicBezTo>
                      <a:pt x="-2447" y="67131"/>
                      <a:pt x="-1494" y="59606"/>
                      <a:pt x="7174" y="54653"/>
                    </a:cubicBezTo>
                    <a:lnTo>
                      <a:pt x="94613" y="4075"/>
                    </a:lnTo>
                    <a:cubicBezTo>
                      <a:pt x="103624" y="-926"/>
                      <a:pt x="114482" y="-1344"/>
                      <a:pt x="123855" y="2932"/>
                    </a:cubicBezTo>
                    <a:lnTo>
                      <a:pt x="215485" y="55796"/>
                    </a:lnTo>
                    <a:cubicBezTo>
                      <a:pt x="223010" y="60177"/>
                      <a:pt x="222058" y="67702"/>
                      <a:pt x="213390" y="72655"/>
                    </a:cubicBezTo>
                    <a:lnTo>
                      <a:pt x="125950" y="123328"/>
                    </a:lnTo>
                    <a:cubicBezTo>
                      <a:pt x="116920" y="128300"/>
                      <a:pt x="106072" y="128681"/>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2" name="Google Shape;112;p12"/>
              <p:cNvSpPr/>
              <p:nvPr/>
            </p:nvSpPr>
            <p:spPr>
              <a:xfrm>
                <a:off x="6362479" y="4438082"/>
                <a:ext cx="220563" cy="127246"/>
              </a:xfrm>
              <a:custGeom>
                <a:avLst/>
                <a:gdLst/>
                <a:ahLst/>
                <a:cxnLst/>
                <a:rect l="l" t="t" r="r" b="b"/>
                <a:pathLst>
                  <a:path w="220563" h="127246" extrusionOk="0">
                    <a:moveTo>
                      <a:pt x="96709" y="124393"/>
                    </a:moveTo>
                    <a:lnTo>
                      <a:pt x="5078" y="71434"/>
                    </a:lnTo>
                    <a:cubicBezTo>
                      <a:pt x="-2447" y="67147"/>
                      <a:pt x="-1494" y="59623"/>
                      <a:pt x="7174" y="54574"/>
                    </a:cubicBezTo>
                    <a:lnTo>
                      <a:pt x="94613" y="4092"/>
                    </a:lnTo>
                    <a:cubicBezTo>
                      <a:pt x="103595" y="-890"/>
                      <a:pt x="114397" y="-1347"/>
                      <a:pt x="123760" y="2853"/>
                    </a:cubicBezTo>
                    <a:lnTo>
                      <a:pt x="215485" y="55812"/>
                    </a:lnTo>
                    <a:cubicBezTo>
                      <a:pt x="223010" y="60099"/>
                      <a:pt x="222058" y="67624"/>
                      <a:pt x="213390" y="72672"/>
                    </a:cubicBezTo>
                    <a:lnTo>
                      <a:pt x="125950" y="123154"/>
                    </a:lnTo>
                    <a:cubicBezTo>
                      <a:pt x="116940" y="128136"/>
                      <a:pt x="106110" y="128593"/>
                      <a:pt x="96709" y="12439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3" name="Google Shape;113;p12"/>
              <p:cNvSpPr/>
              <p:nvPr/>
            </p:nvSpPr>
            <p:spPr>
              <a:xfrm>
                <a:off x="5001523" y="3651913"/>
                <a:ext cx="253854" cy="146540"/>
              </a:xfrm>
              <a:custGeom>
                <a:avLst/>
                <a:gdLst/>
                <a:ahLst/>
                <a:cxnLst/>
                <a:rect l="l" t="t" r="r" b="b"/>
                <a:pathLst>
                  <a:path w="253854" h="146540" extrusionOk="0">
                    <a:moveTo>
                      <a:pt x="130071" y="143609"/>
                    </a:moveTo>
                    <a:lnTo>
                      <a:pt x="5007" y="71504"/>
                    </a:lnTo>
                    <a:cubicBezTo>
                      <a:pt x="-2422" y="67123"/>
                      <a:pt x="-1470" y="59598"/>
                      <a:pt x="7103" y="54645"/>
                    </a:cubicBezTo>
                    <a:lnTo>
                      <a:pt x="94638" y="4163"/>
                    </a:lnTo>
                    <a:cubicBezTo>
                      <a:pt x="103591" y="-914"/>
                      <a:pt x="114431" y="-1371"/>
                      <a:pt x="123784" y="2924"/>
                    </a:cubicBezTo>
                    <a:lnTo>
                      <a:pt x="248847" y="75124"/>
                    </a:lnTo>
                    <a:cubicBezTo>
                      <a:pt x="256277" y="79410"/>
                      <a:pt x="255324" y="86935"/>
                      <a:pt x="246752" y="91888"/>
                    </a:cubicBezTo>
                    <a:lnTo>
                      <a:pt x="159217" y="142465"/>
                    </a:lnTo>
                    <a:cubicBezTo>
                      <a:pt x="150235" y="147466"/>
                      <a:pt x="139415" y="147885"/>
                      <a:pt x="130071" y="143609"/>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4" name="Google Shape;114;p12"/>
              <p:cNvSpPr/>
              <p:nvPr/>
            </p:nvSpPr>
            <p:spPr>
              <a:xfrm>
                <a:off x="5811458" y="4119562"/>
                <a:ext cx="253901" cy="146525"/>
              </a:xfrm>
              <a:custGeom>
                <a:avLst/>
                <a:gdLst/>
                <a:ahLst/>
                <a:cxnLst/>
                <a:rect l="l" t="t" r="r" b="b"/>
                <a:pathLst>
                  <a:path w="253901" h="146525" extrusionOk="0">
                    <a:moveTo>
                      <a:pt x="130046" y="143637"/>
                    </a:moveTo>
                    <a:lnTo>
                      <a:pt x="5078" y="71437"/>
                    </a:lnTo>
                    <a:cubicBezTo>
                      <a:pt x="-2447" y="67151"/>
                      <a:pt x="-1494" y="59626"/>
                      <a:pt x="7174" y="54578"/>
                    </a:cubicBezTo>
                    <a:lnTo>
                      <a:pt x="94613" y="4096"/>
                    </a:lnTo>
                    <a:cubicBezTo>
                      <a:pt x="103624" y="-886"/>
                      <a:pt x="114454" y="-1353"/>
                      <a:pt x="123855" y="2857"/>
                    </a:cubicBezTo>
                    <a:lnTo>
                      <a:pt x="248823" y="75057"/>
                    </a:lnTo>
                    <a:cubicBezTo>
                      <a:pt x="256348" y="79343"/>
                      <a:pt x="255395" y="86963"/>
                      <a:pt x="246727" y="91916"/>
                    </a:cubicBezTo>
                    <a:lnTo>
                      <a:pt x="159288" y="142399"/>
                    </a:lnTo>
                    <a:cubicBezTo>
                      <a:pt x="150287" y="147428"/>
                      <a:pt x="139438" y="147885"/>
                      <a:pt x="130046" y="143637"/>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5" name="Google Shape;115;p12"/>
              <p:cNvSpPr/>
              <p:nvPr/>
            </p:nvSpPr>
            <p:spPr>
              <a:xfrm>
                <a:off x="5164178" y="3745900"/>
                <a:ext cx="738494" cy="426244"/>
              </a:xfrm>
              <a:custGeom>
                <a:avLst/>
                <a:gdLst/>
                <a:ahLst/>
                <a:cxnLst/>
                <a:rect l="l" t="t" r="r" b="b"/>
                <a:pathLst>
                  <a:path w="738494" h="426244" extrusionOk="0">
                    <a:moveTo>
                      <a:pt x="614639" y="423287"/>
                    </a:moveTo>
                    <a:lnTo>
                      <a:pt x="5039" y="71433"/>
                    </a:lnTo>
                    <a:cubicBezTo>
                      <a:pt x="-2390" y="67147"/>
                      <a:pt x="-1533" y="59622"/>
                      <a:pt x="7135" y="54574"/>
                    </a:cubicBezTo>
                    <a:lnTo>
                      <a:pt x="94670" y="4092"/>
                    </a:lnTo>
                    <a:cubicBezTo>
                      <a:pt x="103652" y="-890"/>
                      <a:pt x="114453" y="-1347"/>
                      <a:pt x="123816" y="2854"/>
                    </a:cubicBezTo>
                    <a:lnTo>
                      <a:pt x="733416" y="354802"/>
                    </a:lnTo>
                    <a:cubicBezTo>
                      <a:pt x="740941" y="359089"/>
                      <a:pt x="739989" y="366613"/>
                      <a:pt x="731321" y="371566"/>
                    </a:cubicBezTo>
                    <a:lnTo>
                      <a:pt x="643881" y="422144"/>
                    </a:lnTo>
                    <a:cubicBezTo>
                      <a:pt x="634880" y="427173"/>
                      <a:pt x="624012" y="427602"/>
                      <a:pt x="614639" y="423287"/>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6" name="Google Shape;116;p12"/>
              <p:cNvSpPr/>
              <p:nvPr/>
            </p:nvSpPr>
            <p:spPr>
              <a:xfrm>
                <a:off x="5092169" y="3413764"/>
                <a:ext cx="220524" cy="127281"/>
              </a:xfrm>
              <a:custGeom>
                <a:avLst/>
                <a:gdLst/>
                <a:ahLst/>
                <a:cxnLst/>
                <a:rect l="l" t="t" r="r" b="b"/>
                <a:pathLst>
                  <a:path w="220524" h="127281" extrusionOk="0">
                    <a:moveTo>
                      <a:pt x="96765" y="124392"/>
                    </a:moveTo>
                    <a:lnTo>
                      <a:pt x="5039" y="71433"/>
                    </a:lnTo>
                    <a:cubicBezTo>
                      <a:pt x="-2390" y="67147"/>
                      <a:pt x="-1533" y="59623"/>
                      <a:pt x="7135" y="54574"/>
                    </a:cubicBezTo>
                    <a:lnTo>
                      <a:pt x="94670" y="4092"/>
                    </a:lnTo>
                    <a:cubicBezTo>
                      <a:pt x="103652" y="-890"/>
                      <a:pt x="114453" y="-1347"/>
                      <a:pt x="123816" y="2853"/>
                    </a:cubicBezTo>
                    <a:lnTo>
                      <a:pt x="215447" y="55812"/>
                    </a:lnTo>
                    <a:cubicBezTo>
                      <a:pt x="222972" y="60099"/>
                      <a:pt x="222019" y="67719"/>
                      <a:pt x="213351" y="72672"/>
                    </a:cubicBezTo>
                    <a:lnTo>
                      <a:pt x="125912" y="123154"/>
                    </a:lnTo>
                    <a:cubicBezTo>
                      <a:pt x="116949" y="128183"/>
                      <a:pt x="106128" y="128641"/>
                      <a:pt x="96765" y="1243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7" name="Google Shape;117;p12"/>
              <p:cNvSpPr/>
              <p:nvPr/>
            </p:nvSpPr>
            <p:spPr>
              <a:xfrm>
                <a:off x="5221804" y="3488595"/>
                <a:ext cx="220524" cy="127281"/>
              </a:xfrm>
              <a:custGeom>
                <a:avLst/>
                <a:gdLst/>
                <a:ahLst/>
                <a:cxnLst/>
                <a:rect l="l" t="t" r="r" b="b"/>
                <a:pathLst>
                  <a:path w="220524" h="127281" extrusionOk="0">
                    <a:moveTo>
                      <a:pt x="96765" y="124428"/>
                    </a:moveTo>
                    <a:lnTo>
                      <a:pt x="5039" y="71469"/>
                    </a:lnTo>
                    <a:cubicBezTo>
                      <a:pt x="-2390" y="67183"/>
                      <a:pt x="-1533" y="59563"/>
                      <a:pt x="7135" y="54610"/>
                    </a:cubicBezTo>
                    <a:lnTo>
                      <a:pt x="94670" y="4127"/>
                    </a:lnTo>
                    <a:cubicBezTo>
                      <a:pt x="103633" y="-902"/>
                      <a:pt x="114453" y="-1359"/>
                      <a:pt x="123816" y="2889"/>
                    </a:cubicBezTo>
                    <a:lnTo>
                      <a:pt x="215447" y="55848"/>
                    </a:lnTo>
                    <a:cubicBezTo>
                      <a:pt x="222972" y="60134"/>
                      <a:pt x="222019" y="67659"/>
                      <a:pt x="213351" y="72707"/>
                    </a:cubicBezTo>
                    <a:lnTo>
                      <a:pt x="125912" y="123190"/>
                    </a:lnTo>
                    <a:cubicBezTo>
                      <a:pt x="116930" y="128171"/>
                      <a:pt x="106128" y="128628"/>
                      <a:pt x="96765"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8" name="Google Shape;118;p12"/>
              <p:cNvSpPr/>
              <p:nvPr/>
            </p:nvSpPr>
            <p:spPr>
              <a:xfrm>
                <a:off x="5351534" y="3563461"/>
                <a:ext cx="220549" cy="127264"/>
              </a:xfrm>
              <a:custGeom>
                <a:avLst/>
                <a:gdLst/>
                <a:ahLst/>
                <a:cxnLst/>
                <a:rect l="l" t="t" r="r" b="b"/>
                <a:pathLst>
                  <a:path w="220549" h="127264" extrusionOk="0">
                    <a:moveTo>
                      <a:pt x="96765" y="124333"/>
                    </a:moveTo>
                    <a:lnTo>
                      <a:pt x="5039" y="71469"/>
                    </a:lnTo>
                    <a:cubicBezTo>
                      <a:pt x="-2390" y="67087"/>
                      <a:pt x="-1533" y="59563"/>
                      <a:pt x="7135" y="54610"/>
                    </a:cubicBezTo>
                    <a:lnTo>
                      <a:pt x="94670" y="4127"/>
                    </a:lnTo>
                    <a:cubicBezTo>
                      <a:pt x="103633" y="-902"/>
                      <a:pt x="114453" y="-1359"/>
                      <a:pt x="123816" y="2889"/>
                    </a:cubicBezTo>
                    <a:lnTo>
                      <a:pt x="215542" y="55848"/>
                    </a:lnTo>
                    <a:cubicBezTo>
                      <a:pt x="222972" y="60134"/>
                      <a:pt x="222019" y="67659"/>
                      <a:pt x="213447" y="72707"/>
                    </a:cubicBezTo>
                    <a:lnTo>
                      <a:pt x="125912" y="123190"/>
                    </a:lnTo>
                    <a:cubicBezTo>
                      <a:pt x="116930" y="128190"/>
                      <a:pt x="106109" y="128609"/>
                      <a:pt x="96765" y="12433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19" name="Google Shape;119;p12"/>
              <p:cNvSpPr/>
              <p:nvPr/>
            </p:nvSpPr>
            <p:spPr>
              <a:xfrm>
                <a:off x="5481392" y="3638284"/>
                <a:ext cx="220517" cy="127225"/>
              </a:xfrm>
              <a:custGeom>
                <a:avLst/>
                <a:gdLst/>
                <a:ahLst/>
                <a:cxnLst/>
                <a:rect l="l" t="t" r="r" b="b"/>
                <a:pathLst>
                  <a:path w="220517" h="127225" extrusionOk="0">
                    <a:moveTo>
                      <a:pt x="96447" y="124090"/>
                    </a:moveTo>
                    <a:lnTo>
                      <a:pt x="5007" y="71512"/>
                    </a:lnTo>
                    <a:cubicBezTo>
                      <a:pt x="-2422" y="67131"/>
                      <a:pt x="-1470" y="59606"/>
                      <a:pt x="7103" y="54653"/>
                    </a:cubicBezTo>
                    <a:lnTo>
                      <a:pt x="94638" y="4075"/>
                    </a:lnTo>
                    <a:cubicBezTo>
                      <a:pt x="103620" y="-925"/>
                      <a:pt x="114440" y="-1345"/>
                      <a:pt x="123784" y="2932"/>
                    </a:cubicBezTo>
                    <a:lnTo>
                      <a:pt x="215510" y="55796"/>
                    </a:lnTo>
                    <a:cubicBezTo>
                      <a:pt x="222939" y="60178"/>
                      <a:pt x="221987" y="67702"/>
                      <a:pt x="213414" y="72655"/>
                    </a:cubicBezTo>
                    <a:lnTo>
                      <a:pt x="125880" y="123233"/>
                    </a:lnTo>
                    <a:cubicBezTo>
                      <a:pt x="116774" y="128234"/>
                      <a:pt x="105830" y="128557"/>
                      <a:pt x="96447" y="124090"/>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0" name="Google Shape;120;p12"/>
              <p:cNvSpPr/>
              <p:nvPr/>
            </p:nvSpPr>
            <p:spPr>
              <a:xfrm>
                <a:off x="5610742" y="3713151"/>
                <a:ext cx="220517" cy="127264"/>
              </a:xfrm>
              <a:custGeom>
                <a:avLst/>
                <a:gdLst/>
                <a:ahLst/>
                <a:cxnLst/>
                <a:rect l="l" t="t" r="r" b="b"/>
                <a:pathLst>
                  <a:path w="220517" h="127264" extrusionOk="0">
                    <a:moveTo>
                      <a:pt x="96733" y="124376"/>
                    </a:moveTo>
                    <a:lnTo>
                      <a:pt x="5007" y="71417"/>
                    </a:lnTo>
                    <a:cubicBezTo>
                      <a:pt x="-2422" y="67131"/>
                      <a:pt x="-1470" y="59606"/>
                      <a:pt x="7103" y="54653"/>
                    </a:cubicBezTo>
                    <a:lnTo>
                      <a:pt x="94638" y="4075"/>
                    </a:lnTo>
                    <a:cubicBezTo>
                      <a:pt x="103620" y="-926"/>
                      <a:pt x="114440" y="-1344"/>
                      <a:pt x="123784" y="2932"/>
                    </a:cubicBezTo>
                    <a:lnTo>
                      <a:pt x="215510" y="55796"/>
                    </a:lnTo>
                    <a:cubicBezTo>
                      <a:pt x="222939" y="60177"/>
                      <a:pt x="221987" y="67702"/>
                      <a:pt x="213414" y="72655"/>
                    </a:cubicBezTo>
                    <a:lnTo>
                      <a:pt x="125880" y="123138"/>
                    </a:lnTo>
                    <a:cubicBezTo>
                      <a:pt x="116917" y="128167"/>
                      <a:pt x="106096" y="128624"/>
                      <a:pt x="96733"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1" name="Google Shape;121;p12"/>
              <p:cNvSpPr/>
              <p:nvPr/>
            </p:nvSpPr>
            <p:spPr>
              <a:xfrm>
                <a:off x="5740377" y="3788001"/>
                <a:ext cx="220517" cy="127281"/>
              </a:xfrm>
              <a:custGeom>
                <a:avLst/>
                <a:gdLst/>
                <a:ahLst/>
                <a:cxnLst/>
                <a:rect l="l" t="t" r="r" b="b"/>
                <a:pathLst>
                  <a:path w="220517" h="127281" extrusionOk="0">
                    <a:moveTo>
                      <a:pt x="96733" y="124393"/>
                    </a:moveTo>
                    <a:lnTo>
                      <a:pt x="5007" y="71434"/>
                    </a:lnTo>
                    <a:cubicBezTo>
                      <a:pt x="-2422" y="67147"/>
                      <a:pt x="-1470" y="59623"/>
                      <a:pt x="7103" y="54574"/>
                    </a:cubicBezTo>
                    <a:lnTo>
                      <a:pt x="94638" y="4092"/>
                    </a:lnTo>
                    <a:cubicBezTo>
                      <a:pt x="103620" y="-890"/>
                      <a:pt x="114421" y="-1347"/>
                      <a:pt x="123784" y="2853"/>
                    </a:cubicBezTo>
                    <a:lnTo>
                      <a:pt x="215510" y="55812"/>
                    </a:lnTo>
                    <a:cubicBezTo>
                      <a:pt x="222939" y="60099"/>
                      <a:pt x="221987" y="67719"/>
                      <a:pt x="213414" y="72672"/>
                    </a:cubicBezTo>
                    <a:lnTo>
                      <a:pt x="125880" y="123154"/>
                    </a:lnTo>
                    <a:cubicBezTo>
                      <a:pt x="116917" y="128184"/>
                      <a:pt x="106096" y="128641"/>
                      <a:pt x="96733" y="12439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2" name="Google Shape;122;p12"/>
              <p:cNvSpPr/>
              <p:nvPr/>
            </p:nvSpPr>
            <p:spPr>
              <a:xfrm>
                <a:off x="5870012" y="3862832"/>
                <a:ext cx="220517" cy="127281"/>
              </a:xfrm>
              <a:custGeom>
                <a:avLst/>
                <a:gdLst/>
                <a:ahLst/>
                <a:cxnLst/>
                <a:rect l="l" t="t" r="r" b="b"/>
                <a:pathLst>
                  <a:path w="220517" h="127281" extrusionOk="0">
                    <a:moveTo>
                      <a:pt x="96733" y="124428"/>
                    </a:moveTo>
                    <a:lnTo>
                      <a:pt x="5007" y="71469"/>
                    </a:lnTo>
                    <a:cubicBezTo>
                      <a:pt x="-2422" y="67183"/>
                      <a:pt x="-1470" y="59563"/>
                      <a:pt x="7103" y="54610"/>
                    </a:cubicBezTo>
                    <a:lnTo>
                      <a:pt x="94638" y="4127"/>
                    </a:lnTo>
                    <a:cubicBezTo>
                      <a:pt x="103601" y="-902"/>
                      <a:pt x="114421" y="-1359"/>
                      <a:pt x="123784" y="2889"/>
                    </a:cubicBezTo>
                    <a:lnTo>
                      <a:pt x="215510" y="55848"/>
                    </a:lnTo>
                    <a:cubicBezTo>
                      <a:pt x="222939" y="60134"/>
                      <a:pt x="221987" y="67659"/>
                      <a:pt x="213414" y="72707"/>
                    </a:cubicBezTo>
                    <a:lnTo>
                      <a:pt x="125880" y="123190"/>
                    </a:lnTo>
                    <a:cubicBezTo>
                      <a:pt x="116907" y="128171"/>
                      <a:pt x="106096" y="128628"/>
                      <a:pt x="96733"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3" name="Google Shape;123;p12"/>
              <p:cNvSpPr/>
              <p:nvPr/>
            </p:nvSpPr>
            <p:spPr>
              <a:xfrm>
                <a:off x="5999266" y="3937698"/>
                <a:ext cx="220549" cy="127281"/>
              </a:xfrm>
              <a:custGeom>
                <a:avLst/>
                <a:gdLst/>
                <a:ahLst/>
                <a:cxnLst/>
                <a:rect l="l" t="t" r="r" b="b"/>
                <a:pathLst>
                  <a:path w="220549" h="127281" extrusionOk="0">
                    <a:moveTo>
                      <a:pt x="96733" y="124428"/>
                    </a:moveTo>
                    <a:lnTo>
                      <a:pt x="5007" y="71469"/>
                    </a:lnTo>
                    <a:cubicBezTo>
                      <a:pt x="-2422" y="67087"/>
                      <a:pt x="-1470" y="59563"/>
                      <a:pt x="7103" y="54610"/>
                    </a:cubicBezTo>
                    <a:lnTo>
                      <a:pt x="94638" y="4127"/>
                    </a:lnTo>
                    <a:cubicBezTo>
                      <a:pt x="103601" y="-902"/>
                      <a:pt x="114421" y="-1359"/>
                      <a:pt x="123784" y="2889"/>
                    </a:cubicBezTo>
                    <a:lnTo>
                      <a:pt x="215510" y="55848"/>
                    </a:lnTo>
                    <a:cubicBezTo>
                      <a:pt x="222939" y="60134"/>
                      <a:pt x="222082" y="67659"/>
                      <a:pt x="213414" y="72707"/>
                    </a:cubicBezTo>
                    <a:lnTo>
                      <a:pt x="125880" y="123190"/>
                    </a:lnTo>
                    <a:cubicBezTo>
                      <a:pt x="116898" y="128171"/>
                      <a:pt x="106096" y="128628"/>
                      <a:pt x="96733"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4" name="Google Shape;124;p12"/>
              <p:cNvSpPr/>
              <p:nvPr/>
            </p:nvSpPr>
            <p:spPr>
              <a:xfrm>
                <a:off x="6129021" y="4012522"/>
                <a:ext cx="220524" cy="127237"/>
              </a:xfrm>
              <a:custGeom>
                <a:avLst/>
                <a:gdLst/>
                <a:ahLst/>
                <a:cxnLst/>
                <a:rect l="l" t="t" r="r" b="b"/>
                <a:pathLst>
                  <a:path w="220524" h="127237" extrusionOk="0">
                    <a:moveTo>
                      <a:pt x="96994" y="124376"/>
                    </a:moveTo>
                    <a:lnTo>
                      <a:pt x="5078" y="71512"/>
                    </a:lnTo>
                    <a:cubicBezTo>
                      <a:pt x="-2447" y="67131"/>
                      <a:pt x="-1494" y="59606"/>
                      <a:pt x="7174" y="54653"/>
                    </a:cubicBezTo>
                    <a:lnTo>
                      <a:pt x="94613" y="4075"/>
                    </a:lnTo>
                    <a:cubicBezTo>
                      <a:pt x="103595" y="-925"/>
                      <a:pt x="114416" y="-1345"/>
                      <a:pt x="123760" y="2932"/>
                    </a:cubicBezTo>
                    <a:lnTo>
                      <a:pt x="215485" y="55796"/>
                    </a:lnTo>
                    <a:cubicBezTo>
                      <a:pt x="222915" y="60177"/>
                      <a:pt x="222058" y="67702"/>
                      <a:pt x="213390" y="72655"/>
                    </a:cubicBezTo>
                    <a:lnTo>
                      <a:pt x="125855" y="123233"/>
                    </a:lnTo>
                    <a:cubicBezTo>
                      <a:pt x="116949" y="128138"/>
                      <a:pt x="106262" y="128557"/>
                      <a:pt x="96994"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5" name="Google Shape;125;p12"/>
              <p:cNvSpPr/>
              <p:nvPr/>
            </p:nvSpPr>
            <p:spPr>
              <a:xfrm>
                <a:off x="6258942" y="4087388"/>
                <a:ext cx="220563" cy="127300"/>
              </a:xfrm>
              <a:custGeom>
                <a:avLst/>
                <a:gdLst/>
                <a:ahLst/>
                <a:cxnLst/>
                <a:rect l="l" t="t" r="r" b="b"/>
                <a:pathLst>
                  <a:path w="220563" h="127300" extrusionOk="0">
                    <a:moveTo>
                      <a:pt x="96709" y="124376"/>
                    </a:moveTo>
                    <a:lnTo>
                      <a:pt x="5078" y="71417"/>
                    </a:lnTo>
                    <a:cubicBezTo>
                      <a:pt x="-2447" y="67131"/>
                      <a:pt x="-1494" y="59606"/>
                      <a:pt x="7173" y="54653"/>
                    </a:cubicBezTo>
                    <a:lnTo>
                      <a:pt x="94613" y="4075"/>
                    </a:lnTo>
                    <a:cubicBezTo>
                      <a:pt x="103595" y="-925"/>
                      <a:pt x="114415" y="-1345"/>
                      <a:pt x="123760" y="2932"/>
                    </a:cubicBezTo>
                    <a:lnTo>
                      <a:pt x="215485" y="55796"/>
                    </a:lnTo>
                    <a:cubicBezTo>
                      <a:pt x="223010" y="60178"/>
                      <a:pt x="222058" y="67702"/>
                      <a:pt x="213390" y="72655"/>
                    </a:cubicBezTo>
                    <a:lnTo>
                      <a:pt x="125950" y="123138"/>
                    </a:lnTo>
                    <a:cubicBezTo>
                      <a:pt x="116968" y="128215"/>
                      <a:pt x="106091" y="128672"/>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6" name="Google Shape;126;p12"/>
              <p:cNvSpPr/>
              <p:nvPr/>
            </p:nvSpPr>
            <p:spPr>
              <a:xfrm>
                <a:off x="6388578" y="4161853"/>
                <a:ext cx="220563" cy="127285"/>
              </a:xfrm>
              <a:custGeom>
                <a:avLst/>
                <a:gdLst/>
                <a:ahLst/>
                <a:cxnLst/>
                <a:rect l="l" t="t" r="r" b="b"/>
                <a:pathLst>
                  <a:path w="220563" h="127285" extrusionOk="0">
                    <a:moveTo>
                      <a:pt x="96709" y="124396"/>
                    </a:moveTo>
                    <a:lnTo>
                      <a:pt x="5078" y="71437"/>
                    </a:lnTo>
                    <a:cubicBezTo>
                      <a:pt x="-2447" y="67151"/>
                      <a:pt x="-1494" y="59627"/>
                      <a:pt x="7174" y="54578"/>
                    </a:cubicBezTo>
                    <a:lnTo>
                      <a:pt x="94613" y="4096"/>
                    </a:lnTo>
                    <a:cubicBezTo>
                      <a:pt x="103624" y="-886"/>
                      <a:pt x="114454" y="-1353"/>
                      <a:pt x="123855" y="2857"/>
                    </a:cubicBezTo>
                    <a:lnTo>
                      <a:pt x="215485" y="55816"/>
                    </a:lnTo>
                    <a:cubicBezTo>
                      <a:pt x="223010" y="60103"/>
                      <a:pt x="222058" y="67723"/>
                      <a:pt x="213390" y="72676"/>
                    </a:cubicBezTo>
                    <a:lnTo>
                      <a:pt x="125950" y="123158"/>
                    </a:lnTo>
                    <a:cubicBezTo>
                      <a:pt x="116949" y="128187"/>
                      <a:pt x="106100" y="128645"/>
                      <a:pt x="96709" y="12439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7" name="Google Shape;127;p12"/>
              <p:cNvSpPr/>
              <p:nvPr/>
            </p:nvSpPr>
            <p:spPr>
              <a:xfrm>
                <a:off x="6518213" y="4237101"/>
                <a:ext cx="221039" cy="127370"/>
              </a:xfrm>
              <a:custGeom>
                <a:avLst/>
                <a:gdLst/>
                <a:ahLst/>
                <a:cxnLst/>
                <a:rect l="l" t="t" r="r" b="b"/>
                <a:pathLst>
                  <a:path w="221039" h="127370" extrusionOk="0">
                    <a:moveTo>
                      <a:pt x="96709" y="124396"/>
                    </a:moveTo>
                    <a:lnTo>
                      <a:pt x="5078" y="71437"/>
                    </a:lnTo>
                    <a:cubicBezTo>
                      <a:pt x="-2447" y="67151"/>
                      <a:pt x="-1494" y="59626"/>
                      <a:pt x="7173" y="54578"/>
                    </a:cubicBezTo>
                    <a:lnTo>
                      <a:pt x="94613" y="4095"/>
                    </a:lnTo>
                    <a:cubicBezTo>
                      <a:pt x="103624" y="-886"/>
                      <a:pt x="114454" y="-1353"/>
                      <a:pt x="123855" y="2857"/>
                    </a:cubicBezTo>
                    <a:lnTo>
                      <a:pt x="215962" y="55816"/>
                    </a:lnTo>
                    <a:cubicBezTo>
                      <a:pt x="223486" y="60103"/>
                      <a:pt x="222534" y="67627"/>
                      <a:pt x="213866" y="72676"/>
                    </a:cubicBezTo>
                    <a:lnTo>
                      <a:pt x="126427" y="123158"/>
                    </a:lnTo>
                    <a:cubicBezTo>
                      <a:pt x="117292" y="128302"/>
                      <a:pt x="106243" y="128759"/>
                      <a:pt x="96709" y="12439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8" name="Google Shape;128;p12"/>
              <p:cNvSpPr/>
              <p:nvPr/>
            </p:nvSpPr>
            <p:spPr>
              <a:xfrm>
                <a:off x="4864578" y="3282378"/>
                <a:ext cx="318480" cy="183800"/>
              </a:xfrm>
              <a:custGeom>
                <a:avLst/>
                <a:gdLst/>
                <a:ahLst/>
                <a:cxnLst/>
                <a:rect l="l" t="t" r="r" b="b"/>
                <a:pathLst>
                  <a:path w="318480" h="183800" extrusionOk="0">
                    <a:moveTo>
                      <a:pt x="194721" y="180911"/>
                    </a:moveTo>
                    <a:lnTo>
                      <a:pt x="5078" y="71469"/>
                    </a:lnTo>
                    <a:cubicBezTo>
                      <a:pt x="-2447" y="67087"/>
                      <a:pt x="-1494" y="59563"/>
                      <a:pt x="7174" y="54610"/>
                    </a:cubicBezTo>
                    <a:lnTo>
                      <a:pt x="94613" y="4127"/>
                    </a:lnTo>
                    <a:cubicBezTo>
                      <a:pt x="103614" y="-902"/>
                      <a:pt x="114463" y="-1359"/>
                      <a:pt x="123855" y="2889"/>
                    </a:cubicBezTo>
                    <a:lnTo>
                      <a:pt x="313402" y="112331"/>
                    </a:lnTo>
                    <a:cubicBezTo>
                      <a:pt x="320927" y="116713"/>
                      <a:pt x="319975" y="124237"/>
                      <a:pt x="311307" y="129190"/>
                    </a:cubicBezTo>
                    <a:lnTo>
                      <a:pt x="223867" y="179673"/>
                    </a:lnTo>
                    <a:cubicBezTo>
                      <a:pt x="214904" y="184702"/>
                      <a:pt x="204084" y="185159"/>
                      <a:pt x="194721" y="180911"/>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29" name="Google Shape;129;p12"/>
              <p:cNvSpPr/>
              <p:nvPr/>
            </p:nvSpPr>
            <p:spPr>
              <a:xfrm>
                <a:off x="4902011" y="3449213"/>
                <a:ext cx="220563" cy="127308"/>
              </a:xfrm>
              <a:custGeom>
                <a:avLst/>
                <a:gdLst/>
                <a:ahLst/>
                <a:cxnLst/>
                <a:rect l="l" t="t" r="r" b="b"/>
                <a:pathLst>
                  <a:path w="220563" h="127308" extrusionOk="0">
                    <a:moveTo>
                      <a:pt x="96709" y="124376"/>
                    </a:moveTo>
                    <a:lnTo>
                      <a:pt x="5078" y="71512"/>
                    </a:lnTo>
                    <a:cubicBezTo>
                      <a:pt x="-2447" y="67131"/>
                      <a:pt x="-1494" y="59606"/>
                      <a:pt x="7174" y="54653"/>
                    </a:cubicBezTo>
                    <a:lnTo>
                      <a:pt x="94613" y="4075"/>
                    </a:lnTo>
                    <a:cubicBezTo>
                      <a:pt x="103624" y="-926"/>
                      <a:pt x="114482" y="-1345"/>
                      <a:pt x="123855" y="2932"/>
                    </a:cubicBezTo>
                    <a:lnTo>
                      <a:pt x="215485" y="55796"/>
                    </a:lnTo>
                    <a:cubicBezTo>
                      <a:pt x="223010" y="60177"/>
                      <a:pt x="222058" y="67702"/>
                      <a:pt x="213390" y="72655"/>
                    </a:cubicBezTo>
                    <a:lnTo>
                      <a:pt x="125950" y="123233"/>
                    </a:lnTo>
                    <a:cubicBezTo>
                      <a:pt x="116940" y="128233"/>
                      <a:pt x="106081" y="128653"/>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0" name="Google Shape;130;p12"/>
              <p:cNvSpPr/>
              <p:nvPr/>
            </p:nvSpPr>
            <p:spPr>
              <a:xfrm>
                <a:off x="5031646" y="3523682"/>
                <a:ext cx="220524" cy="127281"/>
              </a:xfrm>
              <a:custGeom>
                <a:avLst/>
                <a:gdLst/>
                <a:ahLst/>
                <a:cxnLst/>
                <a:rect l="l" t="t" r="r" b="b"/>
                <a:pathLst>
                  <a:path w="220524" h="127281" extrusionOk="0">
                    <a:moveTo>
                      <a:pt x="96709" y="124393"/>
                    </a:moveTo>
                    <a:lnTo>
                      <a:pt x="5078" y="71434"/>
                    </a:lnTo>
                    <a:cubicBezTo>
                      <a:pt x="-2447" y="67147"/>
                      <a:pt x="-1494" y="59623"/>
                      <a:pt x="7174" y="54574"/>
                    </a:cubicBezTo>
                    <a:lnTo>
                      <a:pt x="94613" y="4092"/>
                    </a:lnTo>
                    <a:cubicBezTo>
                      <a:pt x="103595" y="-890"/>
                      <a:pt x="114397" y="-1347"/>
                      <a:pt x="123760" y="2853"/>
                    </a:cubicBezTo>
                    <a:lnTo>
                      <a:pt x="215485" y="55812"/>
                    </a:lnTo>
                    <a:cubicBezTo>
                      <a:pt x="222915" y="60099"/>
                      <a:pt x="222058" y="67719"/>
                      <a:pt x="213390" y="72672"/>
                    </a:cubicBezTo>
                    <a:lnTo>
                      <a:pt x="125855" y="123154"/>
                    </a:lnTo>
                    <a:cubicBezTo>
                      <a:pt x="116892" y="128184"/>
                      <a:pt x="106072" y="128641"/>
                      <a:pt x="96709" y="12439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1" name="Google Shape;131;p12"/>
              <p:cNvSpPr/>
              <p:nvPr/>
            </p:nvSpPr>
            <p:spPr>
              <a:xfrm>
                <a:off x="5161066" y="3598894"/>
                <a:ext cx="220517" cy="127281"/>
              </a:xfrm>
              <a:custGeom>
                <a:avLst/>
                <a:gdLst/>
                <a:ahLst/>
                <a:cxnLst/>
                <a:rect l="l" t="t" r="r" b="b"/>
                <a:pathLst>
                  <a:path w="220517" h="127281" extrusionOk="0">
                    <a:moveTo>
                      <a:pt x="96733" y="124428"/>
                    </a:moveTo>
                    <a:lnTo>
                      <a:pt x="5007" y="71469"/>
                    </a:lnTo>
                    <a:cubicBezTo>
                      <a:pt x="-2422" y="67183"/>
                      <a:pt x="-1470" y="59563"/>
                      <a:pt x="7103" y="54610"/>
                    </a:cubicBezTo>
                    <a:lnTo>
                      <a:pt x="94638" y="4127"/>
                    </a:lnTo>
                    <a:cubicBezTo>
                      <a:pt x="103601" y="-902"/>
                      <a:pt x="114421" y="-1359"/>
                      <a:pt x="123784" y="2889"/>
                    </a:cubicBezTo>
                    <a:lnTo>
                      <a:pt x="215510" y="55848"/>
                    </a:lnTo>
                    <a:cubicBezTo>
                      <a:pt x="222939" y="60134"/>
                      <a:pt x="221987" y="67659"/>
                      <a:pt x="213414" y="72707"/>
                    </a:cubicBezTo>
                    <a:lnTo>
                      <a:pt x="125880" y="123190"/>
                    </a:lnTo>
                    <a:cubicBezTo>
                      <a:pt x="116898" y="128171"/>
                      <a:pt x="106096" y="128628"/>
                      <a:pt x="96733"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2" name="Google Shape;132;p12"/>
              <p:cNvSpPr/>
              <p:nvPr/>
            </p:nvSpPr>
            <p:spPr>
              <a:xfrm>
                <a:off x="5290892" y="3673717"/>
                <a:ext cx="220517" cy="127308"/>
              </a:xfrm>
              <a:custGeom>
                <a:avLst/>
                <a:gdLst/>
                <a:ahLst/>
                <a:cxnLst/>
                <a:rect l="l" t="t" r="r" b="b"/>
                <a:pathLst>
                  <a:path w="220517" h="127308" extrusionOk="0">
                    <a:moveTo>
                      <a:pt x="96733" y="124376"/>
                    </a:moveTo>
                    <a:lnTo>
                      <a:pt x="5007" y="71512"/>
                    </a:lnTo>
                    <a:cubicBezTo>
                      <a:pt x="-2422" y="67131"/>
                      <a:pt x="-1470" y="59606"/>
                      <a:pt x="7103" y="54653"/>
                    </a:cubicBezTo>
                    <a:lnTo>
                      <a:pt x="94638" y="4075"/>
                    </a:lnTo>
                    <a:cubicBezTo>
                      <a:pt x="103620" y="-925"/>
                      <a:pt x="114440" y="-1345"/>
                      <a:pt x="123784" y="2932"/>
                    </a:cubicBezTo>
                    <a:lnTo>
                      <a:pt x="215510" y="55796"/>
                    </a:lnTo>
                    <a:cubicBezTo>
                      <a:pt x="222939" y="60178"/>
                      <a:pt x="221987" y="67702"/>
                      <a:pt x="213414" y="72655"/>
                    </a:cubicBezTo>
                    <a:lnTo>
                      <a:pt x="125880" y="123233"/>
                    </a:lnTo>
                    <a:cubicBezTo>
                      <a:pt x="116897" y="128234"/>
                      <a:pt x="106077" y="128653"/>
                      <a:pt x="96733"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3" name="Google Shape;133;p12"/>
              <p:cNvSpPr/>
              <p:nvPr/>
            </p:nvSpPr>
            <p:spPr>
              <a:xfrm>
                <a:off x="5420495" y="3748758"/>
                <a:ext cx="220334" cy="127131"/>
              </a:xfrm>
              <a:custGeom>
                <a:avLst/>
                <a:gdLst/>
                <a:ahLst/>
                <a:cxnLst/>
                <a:rect l="l" t="t" r="r" b="b"/>
                <a:pathLst>
                  <a:path w="220334" h="127131" extrusionOk="0">
                    <a:moveTo>
                      <a:pt x="96765" y="124202"/>
                    </a:moveTo>
                    <a:lnTo>
                      <a:pt x="5039" y="71243"/>
                    </a:lnTo>
                    <a:cubicBezTo>
                      <a:pt x="-2390" y="66957"/>
                      <a:pt x="-1533" y="59432"/>
                      <a:pt x="7135" y="54384"/>
                    </a:cubicBezTo>
                    <a:lnTo>
                      <a:pt x="94479" y="4092"/>
                    </a:lnTo>
                    <a:cubicBezTo>
                      <a:pt x="103461" y="-890"/>
                      <a:pt x="114263" y="-1347"/>
                      <a:pt x="123626" y="2854"/>
                    </a:cubicBezTo>
                    <a:lnTo>
                      <a:pt x="215256" y="55813"/>
                    </a:lnTo>
                    <a:cubicBezTo>
                      <a:pt x="222781" y="60099"/>
                      <a:pt x="221828" y="67719"/>
                      <a:pt x="213161" y="72672"/>
                    </a:cubicBezTo>
                    <a:lnTo>
                      <a:pt x="125721" y="123154"/>
                    </a:lnTo>
                    <a:cubicBezTo>
                      <a:pt x="116777" y="128060"/>
                      <a:pt x="106043" y="128450"/>
                      <a:pt x="96765" y="12420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4" name="Google Shape;134;p12"/>
              <p:cNvSpPr/>
              <p:nvPr/>
            </p:nvSpPr>
            <p:spPr>
              <a:xfrm>
                <a:off x="5550092" y="3823398"/>
                <a:ext cx="220563" cy="127281"/>
              </a:xfrm>
              <a:custGeom>
                <a:avLst/>
                <a:gdLst/>
                <a:ahLst/>
                <a:cxnLst/>
                <a:rect l="l" t="t" r="r" b="b"/>
                <a:pathLst>
                  <a:path w="220563" h="127281" extrusionOk="0">
                    <a:moveTo>
                      <a:pt x="96709" y="124428"/>
                    </a:moveTo>
                    <a:lnTo>
                      <a:pt x="5078" y="71469"/>
                    </a:lnTo>
                    <a:cubicBezTo>
                      <a:pt x="-2447" y="67183"/>
                      <a:pt x="-1494" y="59563"/>
                      <a:pt x="7174" y="54610"/>
                    </a:cubicBezTo>
                    <a:lnTo>
                      <a:pt x="94613" y="4127"/>
                    </a:lnTo>
                    <a:cubicBezTo>
                      <a:pt x="103614" y="-902"/>
                      <a:pt x="114463" y="-1359"/>
                      <a:pt x="123855" y="2889"/>
                    </a:cubicBezTo>
                    <a:lnTo>
                      <a:pt x="215485" y="55848"/>
                    </a:lnTo>
                    <a:cubicBezTo>
                      <a:pt x="223010" y="60134"/>
                      <a:pt x="222058" y="67659"/>
                      <a:pt x="213390" y="72707"/>
                    </a:cubicBezTo>
                    <a:lnTo>
                      <a:pt x="125950" y="123190"/>
                    </a:lnTo>
                    <a:cubicBezTo>
                      <a:pt x="116940" y="128171"/>
                      <a:pt x="106110" y="128628"/>
                      <a:pt x="96709" y="12442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5" name="Google Shape;135;p12"/>
              <p:cNvSpPr/>
              <p:nvPr/>
            </p:nvSpPr>
            <p:spPr>
              <a:xfrm>
                <a:off x="5679727" y="3898222"/>
                <a:ext cx="220563" cy="127308"/>
              </a:xfrm>
              <a:custGeom>
                <a:avLst/>
                <a:gdLst/>
                <a:ahLst/>
                <a:cxnLst/>
                <a:rect l="l" t="t" r="r" b="b"/>
                <a:pathLst>
                  <a:path w="220563" h="127308" extrusionOk="0">
                    <a:moveTo>
                      <a:pt x="96709" y="124376"/>
                    </a:moveTo>
                    <a:lnTo>
                      <a:pt x="5078" y="71512"/>
                    </a:lnTo>
                    <a:cubicBezTo>
                      <a:pt x="-2447" y="67131"/>
                      <a:pt x="-1494" y="59606"/>
                      <a:pt x="7174" y="54653"/>
                    </a:cubicBezTo>
                    <a:lnTo>
                      <a:pt x="94613" y="4075"/>
                    </a:lnTo>
                    <a:cubicBezTo>
                      <a:pt x="103624" y="-925"/>
                      <a:pt x="114482" y="-1345"/>
                      <a:pt x="123855" y="2932"/>
                    </a:cubicBezTo>
                    <a:lnTo>
                      <a:pt x="215485" y="55796"/>
                    </a:lnTo>
                    <a:cubicBezTo>
                      <a:pt x="223010" y="60177"/>
                      <a:pt x="222058" y="67702"/>
                      <a:pt x="213390" y="72655"/>
                    </a:cubicBezTo>
                    <a:lnTo>
                      <a:pt x="125950" y="123233"/>
                    </a:lnTo>
                    <a:cubicBezTo>
                      <a:pt x="116940" y="128234"/>
                      <a:pt x="106081" y="128653"/>
                      <a:pt x="96709" y="124376"/>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6" name="Google Shape;136;p12"/>
              <p:cNvSpPr/>
              <p:nvPr/>
            </p:nvSpPr>
            <p:spPr>
              <a:xfrm>
                <a:off x="5809362" y="3973072"/>
                <a:ext cx="220524" cy="127281"/>
              </a:xfrm>
              <a:custGeom>
                <a:avLst/>
                <a:gdLst/>
                <a:ahLst/>
                <a:cxnLst/>
                <a:rect l="l" t="t" r="r" b="b"/>
                <a:pathLst>
                  <a:path w="220524" h="127281" extrusionOk="0">
                    <a:moveTo>
                      <a:pt x="96709" y="124392"/>
                    </a:moveTo>
                    <a:lnTo>
                      <a:pt x="5078" y="71433"/>
                    </a:lnTo>
                    <a:cubicBezTo>
                      <a:pt x="-2447" y="67147"/>
                      <a:pt x="-1494" y="59622"/>
                      <a:pt x="7174" y="54574"/>
                    </a:cubicBezTo>
                    <a:lnTo>
                      <a:pt x="94613" y="4092"/>
                    </a:lnTo>
                    <a:cubicBezTo>
                      <a:pt x="103595" y="-890"/>
                      <a:pt x="114397" y="-1347"/>
                      <a:pt x="123760" y="2854"/>
                    </a:cubicBezTo>
                    <a:lnTo>
                      <a:pt x="215485" y="55813"/>
                    </a:lnTo>
                    <a:cubicBezTo>
                      <a:pt x="222915" y="60194"/>
                      <a:pt x="222058" y="67719"/>
                      <a:pt x="213390" y="72672"/>
                    </a:cubicBezTo>
                    <a:lnTo>
                      <a:pt x="125855" y="123154"/>
                    </a:lnTo>
                    <a:cubicBezTo>
                      <a:pt x="116892" y="128183"/>
                      <a:pt x="106072" y="128641"/>
                      <a:pt x="96709" y="124392"/>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7" name="Google Shape;137;p12"/>
              <p:cNvSpPr/>
              <p:nvPr/>
            </p:nvSpPr>
            <p:spPr>
              <a:xfrm>
                <a:off x="5938592" y="4047903"/>
                <a:ext cx="220517" cy="126979"/>
              </a:xfrm>
              <a:custGeom>
                <a:avLst/>
                <a:gdLst/>
                <a:ahLst/>
                <a:cxnLst/>
                <a:rect l="l" t="t" r="r" b="b"/>
                <a:pathLst>
                  <a:path w="220517" h="126979" extrusionOk="0">
                    <a:moveTo>
                      <a:pt x="97114" y="124047"/>
                    </a:moveTo>
                    <a:lnTo>
                      <a:pt x="5007" y="71469"/>
                    </a:lnTo>
                    <a:cubicBezTo>
                      <a:pt x="-2422" y="67183"/>
                      <a:pt x="-1470" y="59563"/>
                      <a:pt x="7103" y="54610"/>
                    </a:cubicBezTo>
                    <a:lnTo>
                      <a:pt x="94638" y="4127"/>
                    </a:lnTo>
                    <a:cubicBezTo>
                      <a:pt x="103601" y="-902"/>
                      <a:pt x="114421" y="-1359"/>
                      <a:pt x="123784" y="2889"/>
                    </a:cubicBezTo>
                    <a:lnTo>
                      <a:pt x="215510" y="55848"/>
                    </a:lnTo>
                    <a:cubicBezTo>
                      <a:pt x="222939" y="60134"/>
                      <a:pt x="221987" y="67659"/>
                      <a:pt x="213414" y="72707"/>
                    </a:cubicBezTo>
                    <a:lnTo>
                      <a:pt x="125880" y="123190"/>
                    </a:lnTo>
                    <a:cubicBezTo>
                      <a:pt x="116945" y="127924"/>
                      <a:pt x="106315" y="128238"/>
                      <a:pt x="97114" y="124047"/>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8" name="Google Shape;138;p12"/>
              <p:cNvSpPr/>
              <p:nvPr/>
            </p:nvSpPr>
            <p:spPr>
              <a:xfrm>
                <a:off x="6068608" y="4122734"/>
                <a:ext cx="220517" cy="127300"/>
              </a:xfrm>
              <a:custGeom>
                <a:avLst/>
                <a:gdLst/>
                <a:ahLst/>
                <a:cxnLst/>
                <a:rect l="l" t="t" r="r" b="b"/>
                <a:pathLst>
                  <a:path w="220517" h="127300" extrusionOk="0">
                    <a:moveTo>
                      <a:pt x="96733" y="124368"/>
                    </a:moveTo>
                    <a:lnTo>
                      <a:pt x="5007" y="71504"/>
                    </a:lnTo>
                    <a:cubicBezTo>
                      <a:pt x="-2422" y="67123"/>
                      <a:pt x="-1470" y="59598"/>
                      <a:pt x="7103" y="54645"/>
                    </a:cubicBezTo>
                    <a:lnTo>
                      <a:pt x="94638" y="4162"/>
                    </a:lnTo>
                    <a:cubicBezTo>
                      <a:pt x="103591" y="-914"/>
                      <a:pt x="114431" y="-1371"/>
                      <a:pt x="123784" y="2924"/>
                    </a:cubicBezTo>
                    <a:lnTo>
                      <a:pt x="215510" y="55883"/>
                    </a:lnTo>
                    <a:cubicBezTo>
                      <a:pt x="222939" y="60170"/>
                      <a:pt x="221987" y="67694"/>
                      <a:pt x="213414" y="72647"/>
                    </a:cubicBezTo>
                    <a:lnTo>
                      <a:pt x="125880" y="123225"/>
                    </a:lnTo>
                    <a:cubicBezTo>
                      <a:pt x="116898" y="128226"/>
                      <a:pt x="106077" y="128645"/>
                      <a:pt x="96733" y="12436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39" name="Google Shape;139;p12"/>
              <p:cNvSpPr/>
              <p:nvPr/>
            </p:nvSpPr>
            <p:spPr>
              <a:xfrm>
                <a:off x="6198212" y="4197576"/>
                <a:ext cx="220524" cy="127281"/>
              </a:xfrm>
              <a:custGeom>
                <a:avLst/>
                <a:gdLst/>
                <a:ahLst/>
                <a:cxnLst/>
                <a:rect l="l" t="t" r="r" b="b"/>
                <a:pathLst>
                  <a:path w="220524" h="127281" extrusionOk="0">
                    <a:moveTo>
                      <a:pt x="96765" y="124393"/>
                    </a:moveTo>
                    <a:lnTo>
                      <a:pt x="5039" y="71434"/>
                    </a:lnTo>
                    <a:cubicBezTo>
                      <a:pt x="-2390" y="67147"/>
                      <a:pt x="-1533" y="59623"/>
                      <a:pt x="7135" y="54574"/>
                    </a:cubicBezTo>
                    <a:lnTo>
                      <a:pt x="94670" y="4092"/>
                    </a:lnTo>
                    <a:cubicBezTo>
                      <a:pt x="103652" y="-890"/>
                      <a:pt x="114453" y="-1347"/>
                      <a:pt x="123816" y="2853"/>
                    </a:cubicBezTo>
                    <a:lnTo>
                      <a:pt x="215447" y="55812"/>
                    </a:lnTo>
                    <a:cubicBezTo>
                      <a:pt x="222972" y="60194"/>
                      <a:pt x="222019" y="67719"/>
                      <a:pt x="213351" y="72672"/>
                    </a:cubicBezTo>
                    <a:lnTo>
                      <a:pt x="125912" y="123154"/>
                    </a:lnTo>
                    <a:cubicBezTo>
                      <a:pt x="116949" y="128184"/>
                      <a:pt x="106128" y="128641"/>
                      <a:pt x="96765" y="124393"/>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0" name="Google Shape;140;p12"/>
              <p:cNvSpPr/>
              <p:nvPr/>
            </p:nvSpPr>
            <p:spPr>
              <a:xfrm>
                <a:off x="6327808" y="4272442"/>
                <a:ext cx="380989" cy="219907"/>
              </a:xfrm>
              <a:custGeom>
                <a:avLst/>
                <a:gdLst/>
                <a:ahLst/>
                <a:cxnLst/>
                <a:rect l="l" t="t" r="r" b="b"/>
                <a:pathLst>
                  <a:path w="380989" h="219907" extrusionOk="0">
                    <a:moveTo>
                      <a:pt x="257205" y="216975"/>
                    </a:moveTo>
                    <a:lnTo>
                      <a:pt x="5078" y="71433"/>
                    </a:lnTo>
                    <a:cubicBezTo>
                      <a:pt x="-2447" y="67147"/>
                      <a:pt x="-1494" y="59622"/>
                      <a:pt x="7174" y="54574"/>
                    </a:cubicBezTo>
                    <a:lnTo>
                      <a:pt x="94613" y="4092"/>
                    </a:lnTo>
                    <a:cubicBezTo>
                      <a:pt x="103624" y="-890"/>
                      <a:pt x="114454" y="-1347"/>
                      <a:pt x="123855" y="2854"/>
                    </a:cubicBezTo>
                    <a:lnTo>
                      <a:pt x="375982" y="148396"/>
                    </a:lnTo>
                    <a:cubicBezTo>
                      <a:pt x="383411" y="152777"/>
                      <a:pt x="382459" y="160302"/>
                      <a:pt x="373886" y="165255"/>
                    </a:cubicBezTo>
                    <a:lnTo>
                      <a:pt x="286351" y="215832"/>
                    </a:lnTo>
                    <a:cubicBezTo>
                      <a:pt x="277369" y="220833"/>
                      <a:pt x="266549" y="221252"/>
                      <a:pt x="257205" y="216975"/>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1" name="Google Shape;141;p12"/>
              <p:cNvSpPr/>
              <p:nvPr/>
            </p:nvSpPr>
            <p:spPr>
              <a:xfrm>
                <a:off x="4739038" y="3355149"/>
                <a:ext cx="253901" cy="146525"/>
              </a:xfrm>
              <a:custGeom>
                <a:avLst/>
                <a:gdLst/>
                <a:ahLst/>
                <a:cxnLst/>
                <a:rect l="l" t="t" r="r" b="b"/>
                <a:pathLst>
                  <a:path w="253901" h="146525" extrusionOk="0">
                    <a:moveTo>
                      <a:pt x="130046" y="143668"/>
                    </a:moveTo>
                    <a:lnTo>
                      <a:pt x="5078" y="71469"/>
                    </a:lnTo>
                    <a:cubicBezTo>
                      <a:pt x="-2447" y="67183"/>
                      <a:pt x="-1494" y="59563"/>
                      <a:pt x="7174" y="54610"/>
                    </a:cubicBezTo>
                    <a:lnTo>
                      <a:pt x="94613" y="4127"/>
                    </a:lnTo>
                    <a:cubicBezTo>
                      <a:pt x="103614" y="-902"/>
                      <a:pt x="114463" y="-1359"/>
                      <a:pt x="123855" y="2889"/>
                    </a:cubicBezTo>
                    <a:lnTo>
                      <a:pt x="248823" y="75088"/>
                    </a:lnTo>
                    <a:cubicBezTo>
                      <a:pt x="256348" y="79375"/>
                      <a:pt x="255395" y="86899"/>
                      <a:pt x="246727" y="91948"/>
                    </a:cubicBezTo>
                    <a:lnTo>
                      <a:pt x="159288" y="142430"/>
                    </a:lnTo>
                    <a:cubicBezTo>
                      <a:pt x="150277" y="147412"/>
                      <a:pt x="139447" y="147879"/>
                      <a:pt x="130046" y="143668"/>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2" name="Google Shape;142;p12"/>
              <p:cNvSpPr/>
              <p:nvPr/>
            </p:nvSpPr>
            <p:spPr>
              <a:xfrm>
                <a:off x="5246664" y="3087528"/>
                <a:ext cx="1926000" cy="1111651"/>
              </a:xfrm>
              <a:custGeom>
                <a:avLst/>
                <a:gdLst/>
                <a:ahLst/>
                <a:cxnLst/>
                <a:rect l="l" t="t" r="r" b="b"/>
                <a:pathLst>
                  <a:path w="1926000" h="1111651" extrusionOk="0">
                    <a:moveTo>
                      <a:pt x="1845936" y="1108805"/>
                    </a:moveTo>
                    <a:lnTo>
                      <a:pt x="5039" y="46196"/>
                    </a:lnTo>
                    <a:cubicBezTo>
                      <a:pt x="-2390" y="41910"/>
                      <a:pt x="-1533" y="34290"/>
                      <a:pt x="7135" y="29337"/>
                    </a:cubicBezTo>
                    <a:lnTo>
                      <a:pt x="50855" y="4096"/>
                    </a:lnTo>
                    <a:cubicBezTo>
                      <a:pt x="59865" y="-886"/>
                      <a:pt x="70695" y="-1353"/>
                      <a:pt x="80097" y="2857"/>
                    </a:cubicBezTo>
                    <a:lnTo>
                      <a:pt x="1920993" y="1065371"/>
                    </a:lnTo>
                    <a:cubicBezTo>
                      <a:pt x="1928423" y="1069658"/>
                      <a:pt x="1927470" y="1077182"/>
                      <a:pt x="1918898" y="1082230"/>
                    </a:cubicBezTo>
                    <a:lnTo>
                      <a:pt x="1875083" y="1107472"/>
                    </a:lnTo>
                    <a:cubicBezTo>
                      <a:pt x="1866129" y="1112529"/>
                      <a:pt x="1855309" y="1113025"/>
                      <a:pt x="1845936" y="1108805"/>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3" name="Google Shape;143;p12"/>
              <p:cNvSpPr/>
              <p:nvPr/>
            </p:nvSpPr>
            <p:spPr>
              <a:xfrm>
                <a:off x="4501288" y="3792632"/>
                <a:ext cx="1451798" cy="838156"/>
              </a:xfrm>
              <a:custGeom>
                <a:avLst/>
                <a:gdLst/>
                <a:ahLst/>
                <a:cxnLst/>
                <a:rect l="l" t="t" r="r" b="b"/>
                <a:pathLst>
                  <a:path w="1451798" h="838156" extrusionOk="0">
                    <a:moveTo>
                      <a:pt x="1450884" y="524573"/>
                    </a:moveTo>
                    <a:cubicBezTo>
                      <a:pt x="1448283" y="530298"/>
                      <a:pt x="1443816" y="534965"/>
                      <a:pt x="1438216" y="537813"/>
                    </a:cubicBezTo>
                    <a:lnTo>
                      <a:pt x="931581" y="830231"/>
                    </a:lnTo>
                    <a:cubicBezTo>
                      <a:pt x="914321" y="839889"/>
                      <a:pt x="893500" y="840766"/>
                      <a:pt x="875479" y="832612"/>
                    </a:cubicBezTo>
                    <a:lnTo>
                      <a:pt x="9751" y="332740"/>
                    </a:lnTo>
                    <a:cubicBezTo>
                      <a:pt x="5808" y="330683"/>
                      <a:pt x="2709" y="327311"/>
                      <a:pt x="988" y="323215"/>
                    </a:cubicBezTo>
                    <a:cubicBezTo>
                      <a:pt x="-2155" y="315595"/>
                      <a:pt x="2226" y="306641"/>
                      <a:pt x="13752" y="299974"/>
                    </a:cubicBezTo>
                    <a:lnTo>
                      <a:pt x="520387" y="7842"/>
                    </a:lnTo>
                    <a:cubicBezTo>
                      <a:pt x="537674" y="-1740"/>
                      <a:pt x="558477" y="-2588"/>
                      <a:pt x="576489" y="5556"/>
                    </a:cubicBezTo>
                    <a:lnTo>
                      <a:pt x="1442311" y="505428"/>
                    </a:lnTo>
                    <a:cubicBezTo>
                      <a:pt x="1449874" y="508438"/>
                      <a:pt x="1453675" y="516925"/>
                      <a:pt x="1450884" y="524573"/>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4" name="Google Shape;144;p12"/>
              <p:cNvSpPr/>
              <p:nvPr/>
            </p:nvSpPr>
            <p:spPr>
              <a:xfrm>
                <a:off x="4502277" y="3802740"/>
                <a:ext cx="1449895" cy="828048"/>
              </a:xfrm>
              <a:custGeom>
                <a:avLst/>
                <a:gdLst/>
                <a:ahLst/>
                <a:cxnLst/>
                <a:rect l="l" t="t" r="r" b="b"/>
                <a:pathLst>
                  <a:path w="1449895" h="828048" extrusionOk="0">
                    <a:moveTo>
                      <a:pt x="1449896" y="514465"/>
                    </a:moveTo>
                    <a:cubicBezTo>
                      <a:pt x="1447295" y="520190"/>
                      <a:pt x="1442828" y="524857"/>
                      <a:pt x="1437227" y="527705"/>
                    </a:cubicBezTo>
                    <a:lnTo>
                      <a:pt x="930593" y="820123"/>
                    </a:lnTo>
                    <a:cubicBezTo>
                      <a:pt x="913333" y="829781"/>
                      <a:pt x="892512" y="830657"/>
                      <a:pt x="874490" y="822504"/>
                    </a:cubicBezTo>
                    <a:lnTo>
                      <a:pt x="8763" y="322632"/>
                    </a:lnTo>
                    <a:cubicBezTo>
                      <a:pt x="4820" y="320575"/>
                      <a:pt x="1720" y="317203"/>
                      <a:pt x="0" y="313107"/>
                    </a:cubicBezTo>
                    <a:cubicBezTo>
                      <a:pt x="2669" y="307582"/>
                      <a:pt x="7089" y="303096"/>
                      <a:pt x="12573" y="300343"/>
                    </a:cubicBezTo>
                    <a:lnTo>
                      <a:pt x="519208" y="7926"/>
                    </a:lnTo>
                    <a:cubicBezTo>
                      <a:pt x="536467" y="-1732"/>
                      <a:pt x="557289" y="-2609"/>
                      <a:pt x="575310" y="5545"/>
                    </a:cubicBezTo>
                    <a:lnTo>
                      <a:pt x="1441323" y="505417"/>
                    </a:lnTo>
                    <a:cubicBezTo>
                      <a:pt x="1445095" y="507417"/>
                      <a:pt x="1448105" y="510598"/>
                      <a:pt x="1449896" y="514465"/>
                    </a:cubicBezTo>
                    <a:close/>
                  </a:path>
                </a:pathLst>
              </a:custGeom>
              <a:solidFill>
                <a:srgbClr val="C3C6D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5" name="Google Shape;145;p12"/>
              <p:cNvSpPr/>
              <p:nvPr/>
            </p:nvSpPr>
            <p:spPr>
              <a:xfrm>
                <a:off x="5378291" y="2993528"/>
                <a:ext cx="1867947" cy="1123828"/>
              </a:xfrm>
              <a:custGeom>
                <a:avLst/>
                <a:gdLst/>
                <a:ahLst/>
                <a:cxnLst/>
                <a:rect l="l" t="t" r="r" b="b"/>
                <a:pathLst>
                  <a:path w="1867947" h="1123828" extrusionOk="0">
                    <a:moveTo>
                      <a:pt x="1854422" y="1122224"/>
                    </a:moveTo>
                    <a:lnTo>
                      <a:pt x="13526" y="59425"/>
                    </a:lnTo>
                    <a:cubicBezTo>
                      <a:pt x="5191" y="53395"/>
                      <a:pt x="181" y="43804"/>
                      <a:pt x="0" y="33517"/>
                    </a:cubicBezTo>
                    <a:lnTo>
                      <a:pt x="0" y="11895"/>
                    </a:lnTo>
                    <a:cubicBezTo>
                      <a:pt x="0" y="1894"/>
                      <a:pt x="6096" y="-2678"/>
                      <a:pt x="13526" y="1608"/>
                    </a:cubicBezTo>
                    <a:lnTo>
                      <a:pt x="1854422" y="1064122"/>
                    </a:lnTo>
                    <a:cubicBezTo>
                      <a:pt x="1862804" y="1070103"/>
                      <a:pt x="1867833" y="1079733"/>
                      <a:pt x="1867948" y="1090030"/>
                    </a:cubicBezTo>
                    <a:lnTo>
                      <a:pt x="1867948" y="1111747"/>
                    </a:lnTo>
                    <a:cubicBezTo>
                      <a:pt x="1867948" y="1121938"/>
                      <a:pt x="1861947" y="1126510"/>
                      <a:pt x="1854422" y="1122224"/>
                    </a:cubicBezTo>
                    <a:close/>
                  </a:path>
                </a:pathLst>
              </a:custGeom>
              <a:solidFill>
                <a:srgbClr val="2B303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6" name="Google Shape;146;p12"/>
              <p:cNvSpPr/>
              <p:nvPr/>
            </p:nvSpPr>
            <p:spPr>
              <a:xfrm>
                <a:off x="5482399" y="1596347"/>
                <a:ext cx="657230" cy="440903"/>
              </a:xfrm>
              <a:custGeom>
                <a:avLst/>
                <a:gdLst/>
                <a:ahLst/>
                <a:cxnLst/>
                <a:rect l="l" t="t" r="r" b="b"/>
                <a:pathLst>
                  <a:path w="657230" h="440903" extrusionOk="0">
                    <a:moveTo>
                      <a:pt x="647700" y="439716"/>
                    </a:moveTo>
                    <a:lnTo>
                      <a:pt x="9525" y="71480"/>
                    </a:lnTo>
                    <a:cubicBezTo>
                      <a:pt x="3610" y="67173"/>
                      <a:pt x="76" y="60320"/>
                      <a:pt x="0" y="53001"/>
                    </a:cubicBezTo>
                    <a:lnTo>
                      <a:pt x="0" y="8520"/>
                    </a:lnTo>
                    <a:cubicBezTo>
                      <a:pt x="0" y="1376"/>
                      <a:pt x="4381" y="-1958"/>
                      <a:pt x="9525" y="1185"/>
                    </a:cubicBezTo>
                    <a:lnTo>
                      <a:pt x="647700" y="369422"/>
                    </a:lnTo>
                    <a:cubicBezTo>
                      <a:pt x="653615" y="373729"/>
                      <a:pt x="657149" y="380581"/>
                      <a:pt x="657225" y="387900"/>
                    </a:cubicBezTo>
                    <a:lnTo>
                      <a:pt x="657225" y="432477"/>
                    </a:lnTo>
                    <a:cubicBezTo>
                      <a:pt x="657416" y="439526"/>
                      <a:pt x="653034" y="442860"/>
                      <a:pt x="647700" y="439716"/>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7" name="Google Shape;147;p12"/>
              <p:cNvSpPr/>
              <p:nvPr/>
            </p:nvSpPr>
            <p:spPr>
              <a:xfrm>
                <a:off x="5485731" y="1725601"/>
                <a:ext cx="490070" cy="322282"/>
              </a:xfrm>
              <a:custGeom>
                <a:avLst/>
                <a:gdLst/>
                <a:ahLst/>
                <a:cxnLst/>
                <a:rect l="l" t="t" r="r" b="b"/>
                <a:pathLst>
                  <a:path w="490070" h="322282" extrusionOk="0">
                    <a:moveTo>
                      <a:pt x="480538" y="321130"/>
                    </a:moveTo>
                    <a:lnTo>
                      <a:pt x="9527" y="49191"/>
                    </a:lnTo>
                    <a:cubicBezTo>
                      <a:pt x="3460" y="44756"/>
                      <a:pt x="-93" y="37658"/>
                      <a:pt x="2" y="30141"/>
                    </a:cubicBezTo>
                    <a:lnTo>
                      <a:pt x="2" y="8520"/>
                    </a:lnTo>
                    <a:cubicBezTo>
                      <a:pt x="2" y="1376"/>
                      <a:pt x="4288" y="-1958"/>
                      <a:pt x="9527" y="1185"/>
                    </a:cubicBezTo>
                    <a:lnTo>
                      <a:pt x="480538" y="273124"/>
                    </a:lnTo>
                    <a:cubicBezTo>
                      <a:pt x="486606" y="277563"/>
                      <a:pt x="490158" y="284659"/>
                      <a:pt x="490063" y="292174"/>
                    </a:cubicBezTo>
                    <a:lnTo>
                      <a:pt x="490063" y="314272"/>
                    </a:lnTo>
                    <a:cubicBezTo>
                      <a:pt x="490254" y="320940"/>
                      <a:pt x="486444" y="324178"/>
                      <a:pt x="480538" y="321130"/>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8" name="Google Shape;148;p12"/>
              <p:cNvSpPr/>
              <p:nvPr/>
            </p:nvSpPr>
            <p:spPr>
              <a:xfrm>
                <a:off x="5485731" y="1809557"/>
                <a:ext cx="490070" cy="322194"/>
              </a:xfrm>
              <a:custGeom>
                <a:avLst/>
                <a:gdLst/>
                <a:ahLst/>
                <a:cxnLst/>
                <a:rect l="l" t="t" r="r" b="b"/>
                <a:pathLst>
                  <a:path w="490070" h="322194" extrusionOk="0">
                    <a:moveTo>
                      <a:pt x="480538" y="321090"/>
                    </a:moveTo>
                    <a:lnTo>
                      <a:pt x="9527" y="49151"/>
                    </a:lnTo>
                    <a:cubicBezTo>
                      <a:pt x="3460" y="44715"/>
                      <a:pt x="-93" y="37618"/>
                      <a:pt x="2" y="30101"/>
                    </a:cubicBezTo>
                    <a:lnTo>
                      <a:pt x="2" y="8479"/>
                    </a:lnTo>
                    <a:cubicBezTo>
                      <a:pt x="2" y="1335"/>
                      <a:pt x="4288" y="-1903"/>
                      <a:pt x="9527" y="1145"/>
                    </a:cubicBezTo>
                    <a:lnTo>
                      <a:pt x="480538" y="273179"/>
                    </a:lnTo>
                    <a:cubicBezTo>
                      <a:pt x="486491" y="277456"/>
                      <a:pt x="490035" y="284323"/>
                      <a:pt x="490063" y="291657"/>
                    </a:cubicBezTo>
                    <a:lnTo>
                      <a:pt x="490063" y="313755"/>
                    </a:lnTo>
                    <a:cubicBezTo>
                      <a:pt x="490254" y="320899"/>
                      <a:pt x="486444" y="324042"/>
                      <a:pt x="480538" y="321090"/>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49" name="Google Shape;149;p12"/>
              <p:cNvSpPr/>
              <p:nvPr/>
            </p:nvSpPr>
            <p:spPr>
              <a:xfrm>
                <a:off x="5485733" y="1893472"/>
                <a:ext cx="401289" cy="270998"/>
              </a:xfrm>
              <a:custGeom>
                <a:avLst/>
                <a:gdLst/>
                <a:ahLst/>
                <a:cxnLst/>
                <a:rect l="l" t="t" r="r" b="b"/>
                <a:pathLst>
                  <a:path w="401289" h="270998" extrusionOk="0">
                    <a:moveTo>
                      <a:pt x="391763" y="269845"/>
                    </a:moveTo>
                    <a:lnTo>
                      <a:pt x="9525" y="49627"/>
                    </a:lnTo>
                    <a:cubicBezTo>
                      <a:pt x="3572" y="45351"/>
                      <a:pt x="29" y="38479"/>
                      <a:pt x="0" y="31149"/>
                    </a:cubicBezTo>
                    <a:lnTo>
                      <a:pt x="0" y="8479"/>
                    </a:lnTo>
                    <a:cubicBezTo>
                      <a:pt x="0" y="1335"/>
                      <a:pt x="4286" y="-1903"/>
                      <a:pt x="9525" y="1145"/>
                    </a:cubicBezTo>
                    <a:lnTo>
                      <a:pt x="391763" y="221839"/>
                    </a:lnTo>
                    <a:cubicBezTo>
                      <a:pt x="397821" y="226287"/>
                      <a:pt x="401364" y="233374"/>
                      <a:pt x="401288" y="240889"/>
                    </a:cubicBezTo>
                    <a:lnTo>
                      <a:pt x="401288" y="262987"/>
                    </a:lnTo>
                    <a:cubicBezTo>
                      <a:pt x="401384" y="269655"/>
                      <a:pt x="397097" y="272893"/>
                      <a:pt x="391763" y="269845"/>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0" name="Google Shape;150;p12"/>
              <p:cNvSpPr/>
              <p:nvPr/>
            </p:nvSpPr>
            <p:spPr>
              <a:xfrm>
                <a:off x="5482398" y="2477545"/>
                <a:ext cx="657231" cy="440923"/>
              </a:xfrm>
              <a:custGeom>
                <a:avLst/>
                <a:gdLst/>
                <a:ahLst/>
                <a:cxnLst/>
                <a:rect l="l" t="t" r="r" b="b"/>
                <a:pathLst>
                  <a:path w="657231" h="440923" extrusionOk="0">
                    <a:moveTo>
                      <a:pt x="647701" y="439771"/>
                    </a:moveTo>
                    <a:lnTo>
                      <a:pt x="9526" y="71535"/>
                    </a:lnTo>
                    <a:cubicBezTo>
                      <a:pt x="3477" y="67077"/>
                      <a:pt x="-56" y="59990"/>
                      <a:pt x="1" y="52485"/>
                    </a:cubicBezTo>
                    <a:lnTo>
                      <a:pt x="1" y="8479"/>
                    </a:lnTo>
                    <a:cubicBezTo>
                      <a:pt x="1" y="1335"/>
                      <a:pt x="4382" y="-1903"/>
                      <a:pt x="9526" y="1145"/>
                    </a:cubicBezTo>
                    <a:lnTo>
                      <a:pt x="647701" y="369381"/>
                    </a:lnTo>
                    <a:cubicBezTo>
                      <a:pt x="653749" y="373839"/>
                      <a:pt x="657283" y="380926"/>
                      <a:pt x="657226" y="388431"/>
                    </a:cubicBezTo>
                    <a:lnTo>
                      <a:pt x="657226" y="432913"/>
                    </a:lnTo>
                    <a:cubicBezTo>
                      <a:pt x="657416" y="439581"/>
                      <a:pt x="653035" y="442819"/>
                      <a:pt x="647701" y="439771"/>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1" name="Google Shape;151;p12"/>
              <p:cNvSpPr/>
              <p:nvPr/>
            </p:nvSpPr>
            <p:spPr>
              <a:xfrm>
                <a:off x="5485733" y="2606854"/>
                <a:ext cx="490068" cy="322274"/>
              </a:xfrm>
              <a:custGeom>
                <a:avLst/>
                <a:gdLst/>
                <a:ahLst/>
                <a:cxnLst/>
                <a:rect l="l" t="t" r="r" b="b"/>
                <a:pathLst>
                  <a:path w="490068" h="322274" extrusionOk="0">
                    <a:moveTo>
                      <a:pt x="480536" y="321130"/>
                    </a:moveTo>
                    <a:lnTo>
                      <a:pt x="9525" y="49096"/>
                    </a:lnTo>
                    <a:cubicBezTo>
                      <a:pt x="3572" y="44819"/>
                      <a:pt x="29" y="37952"/>
                      <a:pt x="0" y="30618"/>
                    </a:cubicBezTo>
                    <a:lnTo>
                      <a:pt x="0" y="8520"/>
                    </a:lnTo>
                    <a:cubicBezTo>
                      <a:pt x="0" y="1376"/>
                      <a:pt x="4286" y="-1958"/>
                      <a:pt x="9525" y="1185"/>
                    </a:cubicBezTo>
                    <a:lnTo>
                      <a:pt x="480536" y="273124"/>
                    </a:lnTo>
                    <a:cubicBezTo>
                      <a:pt x="486470" y="277420"/>
                      <a:pt x="490004" y="284278"/>
                      <a:pt x="490061" y="291603"/>
                    </a:cubicBezTo>
                    <a:lnTo>
                      <a:pt x="490061" y="313796"/>
                    </a:lnTo>
                    <a:cubicBezTo>
                      <a:pt x="490252" y="320940"/>
                      <a:pt x="486442" y="324178"/>
                      <a:pt x="480536" y="321130"/>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2" name="Google Shape;152;p12"/>
              <p:cNvSpPr/>
              <p:nvPr/>
            </p:nvSpPr>
            <p:spPr>
              <a:xfrm>
                <a:off x="5485733" y="2690770"/>
                <a:ext cx="490068" cy="322283"/>
              </a:xfrm>
              <a:custGeom>
                <a:avLst/>
                <a:gdLst/>
                <a:ahLst/>
                <a:cxnLst/>
                <a:rect l="l" t="t" r="r" b="b"/>
                <a:pathLst>
                  <a:path w="490068" h="322283" extrusionOk="0">
                    <a:moveTo>
                      <a:pt x="480536" y="321130"/>
                    </a:moveTo>
                    <a:lnTo>
                      <a:pt x="9525" y="49191"/>
                    </a:lnTo>
                    <a:cubicBezTo>
                      <a:pt x="3591" y="44858"/>
                      <a:pt x="57" y="37971"/>
                      <a:pt x="0" y="30618"/>
                    </a:cubicBezTo>
                    <a:lnTo>
                      <a:pt x="0" y="8520"/>
                    </a:lnTo>
                    <a:cubicBezTo>
                      <a:pt x="0" y="1376"/>
                      <a:pt x="4286" y="-1958"/>
                      <a:pt x="9525" y="1185"/>
                    </a:cubicBezTo>
                    <a:lnTo>
                      <a:pt x="480536" y="273124"/>
                    </a:lnTo>
                    <a:cubicBezTo>
                      <a:pt x="486604" y="277563"/>
                      <a:pt x="490157" y="284659"/>
                      <a:pt x="490061" y="292174"/>
                    </a:cubicBezTo>
                    <a:lnTo>
                      <a:pt x="490061" y="314272"/>
                    </a:lnTo>
                    <a:cubicBezTo>
                      <a:pt x="490252" y="320940"/>
                      <a:pt x="486442" y="324178"/>
                      <a:pt x="480536" y="321130"/>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3" name="Google Shape;153;p12"/>
              <p:cNvSpPr/>
              <p:nvPr/>
            </p:nvSpPr>
            <p:spPr>
              <a:xfrm>
                <a:off x="5485733" y="2774725"/>
                <a:ext cx="401289" cy="271152"/>
              </a:xfrm>
              <a:custGeom>
                <a:avLst/>
                <a:gdLst/>
                <a:ahLst/>
                <a:cxnLst/>
                <a:rect l="l" t="t" r="r" b="b"/>
                <a:pathLst>
                  <a:path w="401289" h="271152" extrusionOk="0">
                    <a:moveTo>
                      <a:pt x="391763" y="269845"/>
                    </a:moveTo>
                    <a:lnTo>
                      <a:pt x="9525" y="49151"/>
                    </a:lnTo>
                    <a:cubicBezTo>
                      <a:pt x="3591" y="44817"/>
                      <a:pt x="57" y="37931"/>
                      <a:pt x="0" y="30577"/>
                    </a:cubicBezTo>
                    <a:lnTo>
                      <a:pt x="0" y="8479"/>
                    </a:lnTo>
                    <a:cubicBezTo>
                      <a:pt x="0" y="1335"/>
                      <a:pt x="4286" y="-1903"/>
                      <a:pt x="9525" y="1145"/>
                    </a:cubicBezTo>
                    <a:lnTo>
                      <a:pt x="391763" y="221839"/>
                    </a:lnTo>
                    <a:cubicBezTo>
                      <a:pt x="397697" y="226135"/>
                      <a:pt x="401231" y="232993"/>
                      <a:pt x="401288" y="240318"/>
                    </a:cubicBezTo>
                    <a:lnTo>
                      <a:pt x="401288" y="262511"/>
                    </a:lnTo>
                    <a:cubicBezTo>
                      <a:pt x="401384" y="269655"/>
                      <a:pt x="397097" y="273274"/>
                      <a:pt x="391763" y="269845"/>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4" name="Google Shape;154;p12"/>
              <p:cNvSpPr/>
              <p:nvPr/>
            </p:nvSpPr>
            <p:spPr>
              <a:xfrm>
                <a:off x="6293929" y="2971606"/>
                <a:ext cx="893444" cy="828868"/>
              </a:xfrm>
              <a:custGeom>
                <a:avLst/>
                <a:gdLst/>
                <a:ahLst/>
                <a:cxnLst/>
                <a:rect l="l" t="t" r="r" b="b"/>
                <a:pathLst>
                  <a:path w="893444" h="828868" extrusionOk="0">
                    <a:moveTo>
                      <a:pt x="6858" y="55057"/>
                    </a:moveTo>
                    <a:cubicBezTo>
                      <a:pt x="6858" y="55057"/>
                      <a:pt x="77248" y="114113"/>
                      <a:pt x="178784" y="33436"/>
                    </a:cubicBezTo>
                    <a:cubicBezTo>
                      <a:pt x="251365" y="-26096"/>
                      <a:pt x="316230" y="7909"/>
                      <a:pt x="352330" y="28483"/>
                    </a:cubicBezTo>
                    <a:cubicBezTo>
                      <a:pt x="388430" y="49057"/>
                      <a:pt x="441007" y="61344"/>
                      <a:pt x="540068" y="240795"/>
                    </a:cubicBezTo>
                    <a:cubicBezTo>
                      <a:pt x="561489" y="276076"/>
                      <a:pt x="590845" y="305889"/>
                      <a:pt x="625793" y="327853"/>
                    </a:cubicBezTo>
                    <a:cubicBezTo>
                      <a:pt x="679228" y="358619"/>
                      <a:pt x="704850" y="343665"/>
                      <a:pt x="746855" y="280228"/>
                    </a:cubicBezTo>
                    <a:cubicBezTo>
                      <a:pt x="788861" y="216792"/>
                      <a:pt x="816293" y="146878"/>
                      <a:pt x="893445" y="192598"/>
                    </a:cubicBezTo>
                    <a:lnTo>
                      <a:pt x="893445" y="828868"/>
                    </a:lnTo>
                    <a:lnTo>
                      <a:pt x="0" y="313090"/>
                    </a:lnTo>
                    <a:lnTo>
                      <a:pt x="0" y="50867"/>
                    </a:lnTo>
                    <a:close/>
                  </a:path>
                </a:pathLst>
              </a:custGeom>
              <a:solidFill>
                <a:srgbClr val="F5F6F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5" name="Google Shape;155;p12"/>
              <p:cNvSpPr/>
              <p:nvPr/>
            </p:nvSpPr>
            <p:spPr>
              <a:xfrm>
                <a:off x="5485733" y="2024441"/>
                <a:ext cx="630461" cy="733619"/>
              </a:xfrm>
              <a:custGeom>
                <a:avLst/>
                <a:gdLst/>
                <a:ahLst/>
                <a:cxnLst/>
                <a:rect l="l" t="t" r="r" b="b"/>
                <a:pathLst>
                  <a:path w="630461" h="733619" extrusionOk="0">
                    <a:moveTo>
                      <a:pt x="620935" y="732474"/>
                    </a:moveTo>
                    <a:lnTo>
                      <a:pt x="9525" y="379478"/>
                    </a:lnTo>
                    <a:cubicBezTo>
                      <a:pt x="3591" y="375144"/>
                      <a:pt x="57" y="368257"/>
                      <a:pt x="0" y="360904"/>
                    </a:cubicBezTo>
                    <a:lnTo>
                      <a:pt x="0" y="8479"/>
                    </a:lnTo>
                    <a:cubicBezTo>
                      <a:pt x="0" y="1335"/>
                      <a:pt x="4286" y="-1903"/>
                      <a:pt x="9525" y="1145"/>
                    </a:cubicBezTo>
                    <a:lnTo>
                      <a:pt x="620935" y="354141"/>
                    </a:lnTo>
                    <a:cubicBezTo>
                      <a:pt x="626859" y="358485"/>
                      <a:pt x="630384" y="365371"/>
                      <a:pt x="630460" y="372715"/>
                    </a:cubicBezTo>
                    <a:lnTo>
                      <a:pt x="630460" y="725140"/>
                    </a:lnTo>
                    <a:cubicBezTo>
                      <a:pt x="630555" y="732284"/>
                      <a:pt x="626269" y="735522"/>
                      <a:pt x="620935" y="732474"/>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6" name="Google Shape;156;p12"/>
              <p:cNvSpPr/>
              <p:nvPr/>
            </p:nvSpPr>
            <p:spPr>
              <a:xfrm>
                <a:off x="6293834" y="3011804"/>
                <a:ext cx="893445" cy="788955"/>
              </a:xfrm>
              <a:custGeom>
                <a:avLst/>
                <a:gdLst/>
                <a:ahLst/>
                <a:cxnLst/>
                <a:rect l="l" t="t" r="r" b="b"/>
                <a:pathLst>
                  <a:path w="893445" h="788955" extrusionOk="0">
                    <a:moveTo>
                      <a:pt x="0" y="0"/>
                    </a:moveTo>
                    <a:lnTo>
                      <a:pt x="0" y="273177"/>
                    </a:lnTo>
                    <a:lnTo>
                      <a:pt x="893445" y="788956"/>
                    </a:lnTo>
                    <a:lnTo>
                      <a:pt x="893445" y="152591"/>
                    </a:lnTo>
                  </a:path>
                </a:pathLst>
              </a:custGeom>
              <a:noFill/>
              <a:ln w="9525" cap="flat" cmpd="sng">
                <a:solidFill>
                  <a:srgbClr val="E9EAF2"/>
                </a:solidFill>
                <a:prstDash val="solid"/>
                <a:miter lim="8000"/>
                <a:headEnd type="none" w="sm" len="sm"/>
                <a:tailEnd type="none" w="sm" len="sm"/>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7" name="Google Shape;157;p12"/>
              <p:cNvSpPr/>
              <p:nvPr/>
            </p:nvSpPr>
            <p:spPr>
              <a:xfrm>
                <a:off x="6645021" y="3003137"/>
                <a:ext cx="9525" cy="483869"/>
              </a:xfrm>
              <a:custGeom>
                <a:avLst/>
                <a:gdLst/>
                <a:ahLst/>
                <a:cxnLst/>
                <a:rect l="l" t="t" r="r" b="b"/>
                <a:pathLst>
                  <a:path w="9525" h="483869" extrusionOk="0">
                    <a:moveTo>
                      <a:pt x="0" y="0"/>
                    </a:moveTo>
                    <a:lnTo>
                      <a:pt x="0" y="483870"/>
                    </a:lnTo>
                  </a:path>
                </a:pathLst>
              </a:custGeom>
              <a:noFill/>
              <a:ln w="9525" cap="flat" cmpd="sng">
                <a:solidFill>
                  <a:srgbClr val="E9EAF2"/>
                </a:solidFill>
                <a:prstDash val="solid"/>
                <a:miter lim="8000"/>
                <a:headEnd type="none" w="sm" len="sm"/>
                <a:tailEnd type="none" w="sm" len="sm"/>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8" name="Google Shape;158;p12"/>
              <p:cNvSpPr/>
              <p:nvPr/>
            </p:nvSpPr>
            <p:spPr>
              <a:xfrm>
                <a:off x="6918293" y="3309175"/>
                <a:ext cx="9525" cy="335661"/>
              </a:xfrm>
              <a:custGeom>
                <a:avLst/>
                <a:gdLst/>
                <a:ahLst/>
                <a:cxnLst/>
                <a:rect l="l" t="t" r="r" b="b"/>
                <a:pathLst>
                  <a:path w="9525" h="335661" extrusionOk="0">
                    <a:moveTo>
                      <a:pt x="0" y="0"/>
                    </a:moveTo>
                    <a:lnTo>
                      <a:pt x="0" y="335661"/>
                    </a:lnTo>
                  </a:path>
                </a:pathLst>
              </a:custGeom>
              <a:noFill/>
              <a:ln w="9525" cap="flat" cmpd="sng">
                <a:solidFill>
                  <a:srgbClr val="E9EAF2"/>
                </a:solidFill>
                <a:prstDash val="solid"/>
                <a:miter lim="8000"/>
                <a:headEnd type="none" w="sm" len="sm"/>
                <a:tailEnd type="none" w="sm" len="sm"/>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59" name="Google Shape;159;p12"/>
              <p:cNvSpPr/>
              <p:nvPr/>
            </p:nvSpPr>
            <p:spPr>
              <a:xfrm>
                <a:off x="6293834" y="2971929"/>
                <a:ext cx="893349" cy="341800"/>
              </a:xfrm>
              <a:custGeom>
                <a:avLst/>
                <a:gdLst/>
                <a:ahLst/>
                <a:cxnLst/>
                <a:rect l="l" t="t" r="r" b="b"/>
                <a:pathLst>
                  <a:path w="893349" h="341800" extrusionOk="0">
                    <a:moveTo>
                      <a:pt x="0" y="50543"/>
                    </a:moveTo>
                    <a:cubicBezTo>
                      <a:pt x="158496" y="148841"/>
                      <a:pt x="180975" y="-73282"/>
                      <a:pt x="353663" y="26350"/>
                    </a:cubicBezTo>
                    <a:cubicBezTo>
                      <a:pt x="526352" y="125981"/>
                      <a:pt x="502539" y="255997"/>
                      <a:pt x="629888" y="329626"/>
                    </a:cubicBezTo>
                    <a:cubicBezTo>
                      <a:pt x="757238" y="403254"/>
                      <a:pt x="760381" y="115694"/>
                      <a:pt x="893350" y="192466"/>
                    </a:cubicBezTo>
                  </a:path>
                </a:pathLst>
              </a:custGeom>
              <a:noFill/>
              <a:ln w="10375" cap="flat" cmpd="sng">
                <a:solidFill>
                  <a:srgbClr val="E9EAF2"/>
                </a:solidFill>
                <a:prstDash val="solid"/>
                <a:miter lim="8000"/>
                <a:headEnd type="none" w="sm" len="sm"/>
                <a:tailEnd type="none" w="sm" len="sm"/>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0" name="Google Shape;160;p12"/>
              <p:cNvSpPr/>
              <p:nvPr/>
            </p:nvSpPr>
            <p:spPr>
              <a:xfrm rot="-1801764">
                <a:off x="6627823" y="2973379"/>
                <a:ext cx="34449" cy="59573"/>
              </a:xfrm>
              <a:custGeom>
                <a:avLst/>
                <a:gdLst/>
                <a:ahLst/>
                <a:cxnLst/>
                <a:rect l="l" t="t" r="r" b="b"/>
                <a:pathLst>
                  <a:path w="34480" h="59626" extrusionOk="0">
                    <a:moveTo>
                      <a:pt x="34481" y="29813"/>
                    </a:moveTo>
                    <a:cubicBezTo>
                      <a:pt x="34481" y="46279"/>
                      <a:pt x="26762" y="59626"/>
                      <a:pt x="17240" y="59626"/>
                    </a:cubicBezTo>
                    <a:cubicBezTo>
                      <a:pt x="7719" y="59626"/>
                      <a:pt x="0" y="46279"/>
                      <a:pt x="0" y="29813"/>
                    </a:cubicBezTo>
                    <a:cubicBezTo>
                      <a:pt x="0" y="13348"/>
                      <a:pt x="7719" y="0"/>
                      <a:pt x="17240" y="0"/>
                    </a:cubicBezTo>
                    <a:cubicBezTo>
                      <a:pt x="26762" y="0"/>
                      <a:pt x="34481" y="13348"/>
                      <a:pt x="34481" y="29813"/>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1" name="Google Shape;161;p12"/>
              <p:cNvSpPr/>
              <p:nvPr/>
            </p:nvSpPr>
            <p:spPr>
              <a:xfrm rot="-1790023">
                <a:off x="7183546" y="3143044"/>
                <a:ext cx="34600" cy="59833"/>
              </a:xfrm>
              <a:custGeom>
                <a:avLst/>
                <a:gdLst/>
                <a:ahLst/>
                <a:cxnLst/>
                <a:rect l="l" t="t" r="r" b="b"/>
                <a:pathLst>
                  <a:path w="34599" h="59831" extrusionOk="0">
                    <a:moveTo>
                      <a:pt x="34601" y="29917"/>
                    </a:moveTo>
                    <a:cubicBezTo>
                      <a:pt x="34601" y="46439"/>
                      <a:pt x="26855" y="59833"/>
                      <a:pt x="17301" y="59833"/>
                    </a:cubicBezTo>
                    <a:cubicBezTo>
                      <a:pt x="7747" y="59833"/>
                      <a:pt x="2" y="46439"/>
                      <a:pt x="2" y="29917"/>
                    </a:cubicBezTo>
                    <a:cubicBezTo>
                      <a:pt x="2" y="13395"/>
                      <a:pt x="7747" y="1"/>
                      <a:pt x="17301" y="1"/>
                    </a:cubicBezTo>
                    <a:cubicBezTo>
                      <a:pt x="26855" y="1"/>
                      <a:pt x="34601" y="13395"/>
                      <a:pt x="34601" y="29917"/>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2" name="Google Shape;162;p12"/>
              <p:cNvSpPr/>
              <p:nvPr/>
            </p:nvSpPr>
            <p:spPr>
              <a:xfrm rot="-1790023">
                <a:off x="6913571" y="3282356"/>
                <a:ext cx="34600" cy="59833"/>
              </a:xfrm>
              <a:custGeom>
                <a:avLst/>
                <a:gdLst/>
                <a:ahLst/>
                <a:cxnLst/>
                <a:rect l="l" t="t" r="r" b="b"/>
                <a:pathLst>
                  <a:path w="34599" h="59831" extrusionOk="0">
                    <a:moveTo>
                      <a:pt x="34601" y="29917"/>
                    </a:moveTo>
                    <a:cubicBezTo>
                      <a:pt x="34601" y="46439"/>
                      <a:pt x="26855" y="59833"/>
                      <a:pt x="17301" y="59833"/>
                    </a:cubicBezTo>
                    <a:cubicBezTo>
                      <a:pt x="7747" y="59833"/>
                      <a:pt x="2" y="46439"/>
                      <a:pt x="2" y="29917"/>
                    </a:cubicBezTo>
                    <a:cubicBezTo>
                      <a:pt x="2" y="13395"/>
                      <a:pt x="7747" y="1"/>
                      <a:pt x="17301" y="1"/>
                    </a:cubicBezTo>
                    <a:cubicBezTo>
                      <a:pt x="26855" y="1"/>
                      <a:pt x="34601" y="13395"/>
                      <a:pt x="34601" y="29917"/>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3" name="Google Shape;163;p12"/>
              <p:cNvSpPr/>
              <p:nvPr/>
            </p:nvSpPr>
            <p:spPr>
              <a:xfrm rot="-1790023">
                <a:off x="6286614" y="3000522"/>
                <a:ext cx="34600" cy="59833"/>
              </a:xfrm>
              <a:custGeom>
                <a:avLst/>
                <a:gdLst/>
                <a:ahLst/>
                <a:cxnLst/>
                <a:rect l="l" t="t" r="r" b="b"/>
                <a:pathLst>
                  <a:path w="34599" h="59831" extrusionOk="0">
                    <a:moveTo>
                      <a:pt x="34600" y="29917"/>
                    </a:moveTo>
                    <a:cubicBezTo>
                      <a:pt x="34600" y="46439"/>
                      <a:pt x="26855" y="59833"/>
                      <a:pt x="17301" y="59833"/>
                    </a:cubicBezTo>
                    <a:cubicBezTo>
                      <a:pt x="7746" y="59833"/>
                      <a:pt x="1" y="46439"/>
                      <a:pt x="1" y="29917"/>
                    </a:cubicBezTo>
                    <a:cubicBezTo>
                      <a:pt x="1" y="13395"/>
                      <a:pt x="7746" y="1"/>
                      <a:pt x="17301" y="1"/>
                    </a:cubicBezTo>
                    <a:cubicBezTo>
                      <a:pt x="26855" y="1"/>
                      <a:pt x="34600" y="13395"/>
                      <a:pt x="34600" y="29917"/>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4" name="Google Shape;164;p12"/>
              <p:cNvSpPr/>
              <p:nvPr/>
            </p:nvSpPr>
            <p:spPr>
              <a:xfrm>
                <a:off x="6272974" y="2328193"/>
                <a:ext cx="55632" cy="226128"/>
              </a:xfrm>
              <a:custGeom>
                <a:avLst/>
                <a:gdLst/>
                <a:ahLst/>
                <a:cxnLst/>
                <a:rect l="l" t="t" r="r" b="b"/>
                <a:pathLst>
                  <a:path w="55632" h="226128" extrusionOk="0">
                    <a:moveTo>
                      <a:pt x="46101" y="224982"/>
                    </a:moveTo>
                    <a:lnTo>
                      <a:pt x="9525" y="203837"/>
                    </a:lnTo>
                    <a:cubicBezTo>
                      <a:pt x="3610" y="199532"/>
                      <a:pt x="76" y="192674"/>
                      <a:pt x="0" y="185358"/>
                    </a:cubicBezTo>
                    <a:lnTo>
                      <a:pt x="0" y="8479"/>
                    </a:lnTo>
                    <a:cubicBezTo>
                      <a:pt x="0" y="1335"/>
                      <a:pt x="4382" y="-1903"/>
                      <a:pt x="9525" y="1145"/>
                    </a:cubicBezTo>
                    <a:lnTo>
                      <a:pt x="46101" y="22290"/>
                    </a:lnTo>
                    <a:cubicBezTo>
                      <a:pt x="52007" y="26605"/>
                      <a:pt x="55541" y="33454"/>
                      <a:pt x="55626" y="40769"/>
                    </a:cubicBezTo>
                    <a:lnTo>
                      <a:pt x="55626" y="217743"/>
                    </a:lnTo>
                    <a:cubicBezTo>
                      <a:pt x="55817" y="224506"/>
                      <a:pt x="51626" y="228126"/>
                      <a:pt x="46101" y="224982"/>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5" name="Google Shape;165;p12"/>
              <p:cNvSpPr/>
              <p:nvPr/>
            </p:nvSpPr>
            <p:spPr>
              <a:xfrm>
                <a:off x="6357270" y="2193891"/>
                <a:ext cx="55722" cy="409197"/>
              </a:xfrm>
              <a:custGeom>
                <a:avLst/>
                <a:gdLst/>
                <a:ahLst/>
                <a:cxnLst/>
                <a:rect l="l" t="t" r="r" b="b"/>
                <a:pathLst>
                  <a:path w="55722" h="409197" extrusionOk="0">
                    <a:moveTo>
                      <a:pt x="46196" y="408053"/>
                    </a:moveTo>
                    <a:lnTo>
                      <a:pt x="9525" y="387384"/>
                    </a:lnTo>
                    <a:cubicBezTo>
                      <a:pt x="3620" y="383031"/>
                      <a:pt x="86" y="376154"/>
                      <a:pt x="0" y="368810"/>
                    </a:cubicBezTo>
                    <a:lnTo>
                      <a:pt x="0" y="8479"/>
                    </a:lnTo>
                    <a:cubicBezTo>
                      <a:pt x="0" y="1335"/>
                      <a:pt x="4382" y="-1903"/>
                      <a:pt x="9525" y="1145"/>
                    </a:cubicBezTo>
                    <a:lnTo>
                      <a:pt x="46196" y="22290"/>
                    </a:lnTo>
                    <a:cubicBezTo>
                      <a:pt x="52254" y="26739"/>
                      <a:pt x="55797" y="33825"/>
                      <a:pt x="55721" y="41340"/>
                    </a:cubicBezTo>
                    <a:lnTo>
                      <a:pt x="55721" y="400719"/>
                    </a:lnTo>
                    <a:cubicBezTo>
                      <a:pt x="55817" y="407862"/>
                      <a:pt x="51530" y="411101"/>
                      <a:pt x="46196" y="408053"/>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6" name="Google Shape;166;p12"/>
              <p:cNvSpPr/>
              <p:nvPr/>
            </p:nvSpPr>
            <p:spPr>
              <a:xfrm>
                <a:off x="6526149" y="2326193"/>
                <a:ext cx="55625" cy="374240"/>
              </a:xfrm>
              <a:custGeom>
                <a:avLst/>
                <a:gdLst/>
                <a:ahLst/>
                <a:cxnLst/>
                <a:rect l="l" t="t" r="r" b="b"/>
                <a:pathLst>
                  <a:path w="55625" h="374240" extrusionOk="0">
                    <a:moveTo>
                      <a:pt x="46101" y="373096"/>
                    </a:moveTo>
                    <a:lnTo>
                      <a:pt x="9525" y="351951"/>
                    </a:lnTo>
                    <a:cubicBezTo>
                      <a:pt x="3591" y="347617"/>
                      <a:pt x="57" y="340730"/>
                      <a:pt x="0" y="333377"/>
                    </a:cubicBezTo>
                    <a:lnTo>
                      <a:pt x="0" y="8479"/>
                    </a:lnTo>
                    <a:cubicBezTo>
                      <a:pt x="0" y="1335"/>
                      <a:pt x="4286" y="-1903"/>
                      <a:pt x="9525" y="1145"/>
                    </a:cubicBezTo>
                    <a:lnTo>
                      <a:pt x="46101" y="22290"/>
                    </a:lnTo>
                    <a:cubicBezTo>
                      <a:pt x="52006" y="26643"/>
                      <a:pt x="55540" y="33520"/>
                      <a:pt x="55626" y="40864"/>
                    </a:cubicBezTo>
                    <a:lnTo>
                      <a:pt x="55626" y="365762"/>
                    </a:lnTo>
                    <a:cubicBezTo>
                      <a:pt x="55626" y="372906"/>
                      <a:pt x="51245" y="376144"/>
                      <a:pt x="46101" y="373096"/>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7" name="Google Shape;167;p12"/>
              <p:cNvSpPr/>
              <p:nvPr/>
            </p:nvSpPr>
            <p:spPr>
              <a:xfrm>
                <a:off x="6610350" y="2430587"/>
                <a:ext cx="55627" cy="318519"/>
              </a:xfrm>
              <a:custGeom>
                <a:avLst/>
                <a:gdLst/>
                <a:ahLst/>
                <a:cxnLst/>
                <a:rect l="l" t="t" r="r" b="b"/>
                <a:pathLst>
                  <a:path w="55627" h="318519" extrusionOk="0">
                    <a:moveTo>
                      <a:pt x="46006" y="317375"/>
                    </a:moveTo>
                    <a:lnTo>
                      <a:pt x="9525" y="296229"/>
                    </a:lnTo>
                    <a:cubicBezTo>
                      <a:pt x="3620" y="291915"/>
                      <a:pt x="86" y="285066"/>
                      <a:pt x="0" y="277751"/>
                    </a:cubicBezTo>
                    <a:lnTo>
                      <a:pt x="0" y="8479"/>
                    </a:lnTo>
                    <a:cubicBezTo>
                      <a:pt x="0" y="1335"/>
                      <a:pt x="4381" y="-1903"/>
                      <a:pt x="9525" y="1145"/>
                    </a:cubicBezTo>
                    <a:lnTo>
                      <a:pt x="46101" y="22290"/>
                    </a:lnTo>
                    <a:cubicBezTo>
                      <a:pt x="52035" y="26624"/>
                      <a:pt x="55569" y="33511"/>
                      <a:pt x="55626" y="40864"/>
                    </a:cubicBezTo>
                    <a:lnTo>
                      <a:pt x="55626" y="310041"/>
                    </a:lnTo>
                    <a:cubicBezTo>
                      <a:pt x="55721" y="317184"/>
                      <a:pt x="51435" y="320423"/>
                      <a:pt x="46006" y="317375"/>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8" name="Google Shape;168;p12"/>
              <p:cNvSpPr/>
              <p:nvPr/>
            </p:nvSpPr>
            <p:spPr>
              <a:xfrm>
                <a:off x="6778179" y="2662902"/>
                <a:ext cx="55632" cy="183161"/>
              </a:xfrm>
              <a:custGeom>
                <a:avLst/>
                <a:gdLst/>
                <a:ahLst/>
                <a:cxnLst/>
                <a:rect l="l" t="t" r="r" b="b"/>
                <a:pathLst>
                  <a:path w="55632" h="183161" extrusionOk="0">
                    <a:moveTo>
                      <a:pt x="46102" y="182025"/>
                    </a:moveTo>
                    <a:lnTo>
                      <a:pt x="9526" y="160879"/>
                    </a:lnTo>
                    <a:cubicBezTo>
                      <a:pt x="3477" y="156421"/>
                      <a:pt x="-56" y="149335"/>
                      <a:pt x="1" y="141829"/>
                    </a:cubicBezTo>
                    <a:lnTo>
                      <a:pt x="1" y="8479"/>
                    </a:lnTo>
                    <a:cubicBezTo>
                      <a:pt x="1" y="1335"/>
                      <a:pt x="4382" y="-1903"/>
                      <a:pt x="9526" y="1145"/>
                    </a:cubicBezTo>
                    <a:lnTo>
                      <a:pt x="46102" y="22290"/>
                    </a:lnTo>
                    <a:cubicBezTo>
                      <a:pt x="52036" y="26624"/>
                      <a:pt x="55570" y="33511"/>
                      <a:pt x="55627" y="40864"/>
                    </a:cubicBezTo>
                    <a:lnTo>
                      <a:pt x="55627" y="174214"/>
                    </a:lnTo>
                    <a:cubicBezTo>
                      <a:pt x="55817" y="181834"/>
                      <a:pt x="51245" y="185073"/>
                      <a:pt x="46102" y="182025"/>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69" name="Google Shape;169;p12"/>
              <p:cNvSpPr/>
              <p:nvPr/>
            </p:nvSpPr>
            <p:spPr>
              <a:xfrm>
                <a:off x="6862476" y="2392923"/>
                <a:ext cx="55722" cy="501818"/>
              </a:xfrm>
              <a:custGeom>
                <a:avLst/>
                <a:gdLst/>
                <a:ahLst/>
                <a:cxnLst/>
                <a:rect l="l" t="t" r="r" b="b"/>
                <a:pathLst>
                  <a:path w="55722" h="501818" extrusionOk="0">
                    <a:moveTo>
                      <a:pt x="46196" y="500676"/>
                    </a:moveTo>
                    <a:lnTo>
                      <a:pt x="9525" y="479531"/>
                    </a:lnTo>
                    <a:cubicBezTo>
                      <a:pt x="3620" y="475178"/>
                      <a:pt x="86" y="468301"/>
                      <a:pt x="0" y="460957"/>
                    </a:cubicBezTo>
                    <a:lnTo>
                      <a:pt x="0" y="8520"/>
                    </a:lnTo>
                    <a:cubicBezTo>
                      <a:pt x="0" y="1376"/>
                      <a:pt x="4381" y="-1958"/>
                      <a:pt x="9525" y="1185"/>
                    </a:cubicBezTo>
                    <a:lnTo>
                      <a:pt x="46196" y="22331"/>
                    </a:lnTo>
                    <a:cubicBezTo>
                      <a:pt x="52130" y="26627"/>
                      <a:pt x="55664" y="33485"/>
                      <a:pt x="55721" y="40809"/>
                    </a:cubicBezTo>
                    <a:lnTo>
                      <a:pt x="55721" y="493152"/>
                    </a:lnTo>
                    <a:cubicBezTo>
                      <a:pt x="55816" y="500486"/>
                      <a:pt x="51530" y="503724"/>
                      <a:pt x="46196" y="500676"/>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0" name="Google Shape;170;p12"/>
              <p:cNvSpPr/>
              <p:nvPr/>
            </p:nvSpPr>
            <p:spPr>
              <a:xfrm>
                <a:off x="7068216" y="2830406"/>
                <a:ext cx="55722" cy="183106"/>
              </a:xfrm>
              <a:custGeom>
                <a:avLst/>
                <a:gdLst/>
                <a:ahLst/>
                <a:cxnLst/>
                <a:rect l="l" t="t" r="r" b="b"/>
                <a:pathLst>
                  <a:path w="55722" h="183106" extrusionOk="0">
                    <a:moveTo>
                      <a:pt x="46196" y="181970"/>
                    </a:moveTo>
                    <a:lnTo>
                      <a:pt x="9525" y="160443"/>
                    </a:lnTo>
                    <a:cubicBezTo>
                      <a:pt x="3620" y="156090"/>
                      <a:pt x="86" y="149213"/>
                      <a:pt x="0" y="141870"/>
                    </a:cubicBezTo>
                    <a:lnTo>
                      <a:pt x="0" y="8520"/>
                    </a:lnTo>
                    <a:cubicBezTo>
                      <a:pt x="0" y="1376"/>
                      <a:pt x="4381" y="-1958"/>
                      <a:pt x="9525" y="1185"/>
                    </a:cubicBezTo>
                    <a:lnTo>
                      <a:pt x="46196" y="22331"/>
                    </a:lnTo>
                    <a:cubicBezTo>
                      <a:pt x="52130" y="26627"/>
                      <a:pt x="55664" y="33485"/>
                      <a:pt x="55721" y="40809"/>
                    </a:cubicBezTo>
                    <a:lnTo>
                      <a:pt x="55721" y="174159"/>
                    </a:lnTo>
                    <a:cubicBezTo>
                      <a:pt x="55816" y="181779"/>
                      <a:pt x="51530" y="185018"/>
                      <a:pt x="46196" y="181970"/>
                    </a:cubicBez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1" name="Google Shape;171;p12"/>
              <p:cNvSpPr/>
              <p:nvPr/>
            </p:nvSpPr>
            <p:spPr>
              <a:xfrm>
                <a:off x="7152513" y="2836026"/>
                <a:ext cx="55727" cy="226167"/>
              </a:xfrm>
              <a:custGeom>
                <a:avLst/>
                <a:gdLst/>
                <a:ahLst/>
                <a:cxnLst/>
                <a:rect l="l" t="t" r="r" b="b"/>
                <a:pathLst>
                  <a:path w="55727" h="226167" extrusionOk="0">
                    <a:moveTo>
                      <a:pt x="46196" y="225023"/>
                    </a:moveTo>
                    <a:lnTo>
                      <a:pt x="9525" y="203877"/>
                    </a:lnTo>
                    <a:cubicBezTo>
                      <a:pt x="3591" y="199582"/>
                      <a:pt x="57" y="192724"/>
                      <a:pt x="0" y="185399"/>
                    </a:cubicBezTo>
                    <a:lnTo>
                      <a:pt x="0" y="8520"/>
                    </a:lnTo>
                    <a:cubicBezTo>
                      <a:pt x="0" y="1376"/>
                      <a:pt x="4286" y="-1958"/>
                      <a:pt x="9525" y="1185"/>
                    </a:cubicBezTo>
                    <a:lnTo>
                      <a:pt x="46196" y="22331"/>
                    </a:lnTo>
                    <a:cubicBezTo>
                      <a:pt x="52111" y="26636"/>
                      <a:pt x="55645" y="33494"/>
                      <a:pt x="55721" y="40809"/>
                    </a:cubicBezTo>
                    <a:lnTo>
                      <a:pt x="55721" y="217689"/>
                    </a:lnTo>
                    <a:cubicBezTo>
                      <a:pt x="55912" y="224832"/>
                      <a:pt x="51530" y="228071"/>
                      <a:pt x="46196" y="225023"/>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sp>
          <p:nvSpPr>
            <p:cNvPr id="172" name="Google Shape;172;p12"/>
            <p:cNvSpPr/>
            <p:nvPr/>
          </p:nvSpPr>
          <p:spPr>
            <a:xfrm>
              <a:off x="6986665" y="3342725"/>
              <a:ext cx="1789199" cy="1033007"/>
            </a:xfrm>
            <a:custGeom>
              <a:avLst/>
              <a:gdLst/>
              <a:ahLst/>
              <a:cxnLst/>
              <a:rect l="l" t="t" r="r" b="b"/>
              <a:pathLst>
                <a:path w="2237898" h="1292066" extrusionOk="0">
                  <a:moveTo>
                    <a:pt x="942784" y="1292066"/>
                  </a:moveTo>
                  <a:lnTo>
                    <a:pt x="0" y="747713"/>
                  </a:lnTo>
                  <a:lnTo>
                    <a:pt x="1295114" y="0"/>
                  </a:lnTo>
                  <a:lnTo>
                    <a:pt x="2237899" y="544259"/>
                  </a:lnTo>
                  <a:lnTo>
                    <a:pt x="942784" y="1292066"/>
                  </a:ln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3" name="Google Shape;173;p12"/>
            <p:cNvSpPr/>
            <p:nvPr/>
          </p:nvSpPr>
          <p:spPr>
            <a:xfrm>
              <a:off x="7014156" y="3327342"/>
              <a:ext cx="1789199" cy="1033007"/>
            </a:xfrm>
            <a:custGeom>
              <a:avLst/>
              <a:gdLst/>
              <a:ahLst/>
              <a:cxnLst/>
              <a:rect l="l" t="t" r="r" b="b"/>
              <a:pathLst>
                <a:path w="2237898" h="1292066" extrusionOk="0">
                  <a:moveTo>
                    <a:pt x="2206847" y="526447"/>
                  </a:moveTo>
                  <a:lnTo>
                    <a:pt x="1295210" y="0"/>
                  </a:lnTo>
                  <a:lnTo>
                    <a:pt x="31052" y="729901"/>
                  </a:lnTo>
                  <a:lnTo>
                    <a:pt x="0" y="711994"/>
                  </a:lnTo>
                  <a:lnTo>
                    <a:pt x="0" y="747808"/>
                  </a:lnTo>
                  <a:lnTo>
                    <a:pt x="942785" y="1292066"/>
                  </a:lnTo>
                  <a:lnTo>
                    <a:pt x="2237899" y="544354"/>
                  </a:lnTo>
                  <a:lnTo>
                    <a:pt x="2237899" y="508540"/>
                  </a:lnTo>
                  <a:lnTo>
                    <a:pt x="2206847" y="526447"/>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4" name="Google Shape;174;p12"/>
            <p:cNvSpPr/>
            <p:nvPr/>
          </p:nvSpPr>
          <p:spPr>
            <a:xfrm>
              <a:off x="7014156" y="3298709"/>
              <a:ext cx="1789199" cy="1033007"/>
            </a:xfrm>
            <a:custGeom>
              <a:avLst/>
              <a:gdLst/>
              <a:ahLst/>
              <a:cxnLst/>
              <a:rect l="l" t="t" r="r" b="b"/>
              <a:pathLst>
                <a:path w="2237898" h="1292066" extrusionOk="0">
                  <a:moveTo>
                    <a:pt x="942785" y="1292066"/>
                  </a:moveTo>
                  <a:lnTo>
                    <a:pt x="0" y="747808"/>
                  </a:lnTo>
                  <a:lnTo>
                    <a:pt x="1295210" y="0"/>
                  </a:lnTo>
                  <a:lnTo>
                    <a:pt x="2237899" y="544354"/>
                  </a:lnTo>
                  <a:lnTo>
                    <a:pt x="942785" y="1292066"/>
                  </a:lnTo>
                  <a:close/>
                </a:path>
              </a:pathLst>
            </a:custGeom>
            <a:solidFill>
              <a:srgbClr val="FAFBFF"/>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5" name="Google Shape;175;p12"/>
            <p:cNvSpPr/>
            <p:nvPr/>
          </p:nvSpPr>
          <p:spPr>
            <a:xfrm>
              <a:off x="7976493" y="3396565"/>
              <a:ext cx="664277" cy="383503"/>
            </a:xfrm>
            <a:custGeom>
              <a:avLst/>
              <a:gdLst/>
              <a:ahLst/>
              <a:cxnLst/>
              <a:rect l="l" t="t" r="r" b="b"/>
              <a:pathLst>
                <a:path w="830865" h="479678" extrusionOk="0">
                  <a:moveTo>
                    <a:pt x="755904" y="479679"/>
                  </a:moveTo>
                  <a:lnTo>
                    <a:pt x="0" y="43243"/>
                  </a:lnTo>
                  <a:lnTo>
                    <a:pt x="74867" y="0"/>
                  </a:lnTo>
                  <a:lnTo>
                    <a:pt x="830866" y="436436"/>
                  </a:lnTo>
                  <a:lnTo>
                    <a:pt x="755904" y="479679"/>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6" name="Google Shape;176;p12"/>
            <p:cNvSpPr/>
            <p:nvPr/>
          </p:nvSpPr>
          <p:spPr>
            <a:xfrm>
              <a:off x="7912754" y="3450709"/>
              <a:ext cx="634273" cy="366217"/>
            </a:xfrm>
            <a:custGeom>
              <a:avLst/>
              <a:gdLst/>
              <a:ahLst/>
              <a:cxnLst/>
              <a:rect l="l" t="t" r="r" b="b"/>
              <a:pathLst>
                <a:path w="793337" h="458057" extrusionOk="0">
                  <a:moveTo>
                    <a:pt x="755904" y="458057"/>
                  </a:moveTo>
                  <a:lnTo>
                    <a:pt x="0" y="21622"/>
                  </a:lnTo>
                  <a:lnTo>
                    <a:pt x="37433" y="0"/>
                  </a:lnTo>
                  <a:lnTo>
                    <a:pt x="793337" y="436436"/>
                  </a:lnTo>
                  <a:lnTo>
                    <a:pt x="755904" y="458057"/>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7" name="Google Shape;177;p12"/>
            <p:cNvSpPr/>
            <p:nvPr/>
          </p:nvSpPr>
          <p:spPr>
            <a:xfrm>
              <a:off x="7863331" y="3479190"/>
              <a:ext cx="634273" cy="366217"/>
            </a:xfrm>
            <a:custGeom>
              <a:avLst/>
              <a:gdLst/>
              <a:ahLst/>
              <a:cxnLst/>
              <a:rect l="l" t="t" r="r" b="b"/>
              <a:pathLst>
                <a:path w="793337" h="458057" extrusionOk="0">
                  <a:moveTo>
                    <a:pt x="755904" y="458057"/>
                  </a:moveTo>
                  <a:lnTo>
                    <a:pt x="0" y="21622"/>
                  </a:lnTo>
                  <a:lnTo>
                    <a:pt x="37433" y="0"/>
                  </a:lnTo>
                  <a:lnTo>
                    <a:pt x="793337" y="436435"/>
                  </a:lnTo>
                  <a:lnTo>
                    <a:pt x="755904" y="458057"/>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8" name="Google Shape;178;p12"/>
            <p:cNvSpPr/>
            <p:nvPr/>
          </p:nvSpPr>
          <p:spPr>
            <a:xfrm>
              <a:off x="7813984" y="3507747"/>
              <a:ext cx="634273" cy="366217"/>
            </a:xfrm>
            <a:custGeom>
              <a:avLst/>
              <a:gdLst/>
              <a:ahLst/>
              <a:cxnLst/>
              <a:rect l="l" t="t" r="r" b="b"/>
              <a:pathLst>
                <a:path w="793337" h="458057" extrusionOk="0">
                  <a:moveTo>
                    <a:pt x="755904" y="458057"/>
                  </a:moveTo>
                  <a:lnTo>
                    <a:pt x="0" y="21622"/>
                  </a:lnTo>
                  <a:lnTo>
                    <a:pt x="37433" y="0"/>
                  </a:lnTo>
                  <a:lnTo>
                    <a:pt x="793337" y="436435"/>
                  </a:lnTo>
                  <a:lnTo>
                    <a:pt x="755904" y="458057"/>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79" name="Google Shape;179;p12"/>
            <p:cNvSpPr/>
            <p:nvPr/>
          </p:nvSpPr>
          <p:spPr>
            <a:xfrm>
              <a:off x="7451727" y="3699575"/>
              <a:ext cx="664201" cy="383503"/>
            </a:xfrm>
            <a:custGeom>
              <a:avLst/>
              <a:gdLst/>
              <a:ahLst/>
              <a:cxnLst/>
              <a:rect l="l" t="t" r="r" b="b"/>
              <a:pathLst>
                <a:path w="830770" h="479679" extrusionOk="0">
                  <a:moveTo>
                    <a:pt x="756000" y="479679"/>
                  </a:moveTo>
                  <a:lnTo>
                    <a:pt x="0" y="43244"/>
                  </a:lnTo>
                  <a:lnTo>
                    <a:pt x="74962" y="0"/>
                  </a:lnTo>
                  <a:lnTo>
                    <a:pt x="830771" y="436436"/>
                  </a:lnTo>
                  <a:lnTo>
                    <a:pt x="756000" y="479679"/>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0" name="Google Shape;180;p12"/>
            <p:cNvSpPr/>
            <p:nvPr/>
          </p:nvSpPr>
          <p:spPr>
            <a:xfrm>
              <a:off x="7387988" y="3753643"/>
              <a:ext cx="592922" cy="342381"/>
            </a:xfrm>
            <a:custGeom>
              <a:avLst/>
              <a:gdLst/>
              <a:ahLst/>
              <a:cxnLst/>
              <a:rect l="l" t="t" r="r" b="b"/>
              <a:pathLst>
                <a:path w="741616" h="428244" extrusionOk="0">
                  <a:moveTo>
                    <a:pt x="704184" y="428244"/>
                  </a:moveTo>
                  <a:lnTo>
                    <a:pt x="0" y="21622"/>
                  </a:lnTo>
                  <a:lnTo>
                    <a:pt x="37433" y="0"/>
                  </a:lnTo>
                  <a:lnTo>
                    <a:pt x="741617" y="406622"/>
                  </a:lnTo>
                  <a:lnTo>
                    <a:pt x="704184" y="428244"/>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1" name="Google Shape;181;p12"/>
            <p:cNvSpPr/>
            <p:nvPr/>
          </p:nvSpPr>
          <p:spPr>
            <a:xfrm>
              <a:off x="7338565" y="3782200"/>
              <a:ext cx="581727" cy="335832"/>
            </a:xfrm>
            <a:custGeom>
              <a:avLst/>
              <a:gdLst/>
              <a:ahLst/>
              <a:cxnLst/>
              <a:rect l="l" t="t" r="r" b="b"/>
              <a:pathLst>
                <a:path w="727614" h="420052" extrusionOk="0">
                  <a:moveTo>
                    <a:pt x="690181" y="420053"/>
                  </a:moveTo>
                  <a:lnTo>
                    <a:pt x="0" y="21622"/>
                  </a:lnTo>
                  <a:lnTo>
                    <a:pt x="37433" y="0"/>
                  </a:lnTo>
                  <a:lnTo>
                    <a:pt x="727615" y="398431"/>
                  </a:lnTo>
                  <a:lnTo>
                    <a:pt x="690181" y="420053"/>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2" name="Google Shape;182;p12"/>
            <p:cNvSpPr/>
            <p:nvPr/>
          </p:nvSpPr>
          <p:spPr>
            <a:xfrm>
              <a:off x="7289218" y="3810681"/>
              <a:ext cx="496361" cy="286637"/>
            </a:xfrm>
            <a:custGeom>
              <a:avLst/>
              <a:gdLst/>
              <a:ahLst/>
              <a:cxnLst/>
              <a:rect l="l" t="t" r="r" b="b"/>
              <a:pathLst>
                <a:path w="620839" h="358520" extrusionOk="0">
                  <a:moveTo>
                    <a:pt x="583406" y="358521"/>
                  </a:moveTo>
                  <a:lnTo>
                    <a:pt x="0" y="21622"/>
                  </a:lnTo>
                  <a:lnTo>
                    <a:pt x="37433" y="0"/>
                  </a:lnTo>
                  <a:lnTo>
                    <a:pt x="620840" y="336899"/>
                  </a:lnTo>
                  <a:lnTo>
                    <a:pt x="583406" y="358521"/>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3" name="Google Shape;183;p12"/>
            <p:cNvSpPr/>
            <p:nvPr/>
          </p:nvSpPr>
          <p:spPr>
            <a:xfrm>
              <a:off x="7582329" y="3561435"/>
              <a:ext cx="337202" cy="194645"/>
            </a:xfrm>
            <a:custGeom>
              <a:avLst/>
              <a:gdLst/>
              <a:ahLst/>
              <a:cxnLst/>
              <a:rect l="l" t="t" r="r" b="b"/>
              <a:pathLst>
                <a:path w="421766" h="243458" extrusionOk="0">
                  <a:moveTo>
                    <a:pt x="210883" y="243459"/>
                  </a:moveTo>
                  <a:lnTo>
                    <a:pt x="0" y="121729"/>
                  </a:lnTo>
                  <a:lnTo>
                    <a:pt x="210883" y="0"/>
                  </a:lnTo>
                  <a:lnTo>
                    <a:pt x="421767" y="121729"/>
                  </a:lnTo>
                  <a:lnTo>
                    <a:pt x="210883" y="243459"/>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4" name="Google Shape;184;p12"/>
            <p:cNvSpPr/>
            <p:nvPr/>
          </p:nvSpPr>
          <p:spPr>
            <a:xfrm>
              <a:off x="7800200" y="3687162"/>
              <a:ext cx="337202" cy="194721"/>
            </a:xfrm>
            <a:custGeom>
              <a:avLst/>
              <a:gdLst/>
              <a:ahLst/>
              <a:cxnLst/>
              <a:rect l="l" t="t" r="r" b="b"/>
              <a:pathLst>
                <a:path w="421766" h="243554" extrusionOk="0">
                  <a:moveTo>
                    <a:pt x="210884" y="243554"/>
                  </a:moveTo>
                  <a:lnTo>
                    <a:pt x="0" y="121825"/>
                  </a:lnTo>
                  <a:lnTo>
                    <a:pt x="210884" y="0"/>
                  </a:lnTo>
                  <a:lnTo>
                    <a:pt x="421767" y="121825"/>
                  </a:lnTo>
                  <a:lnTo>
                    <a:pt x="210884" y="243554"/>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5" name="Google Shape;185;p12"/>
            <p:cNvSpPr/>
            <p:nvPr/>
          </p:nvSpPr>
          <p:spPr>
            <a:xfrm>
              <a:off x="8018073" y="3812966"/>
              <a:ext cx="337202" cy="194721"/>
            </a:xfrm>
            <a:custGeom>
              <a:avLst/>
              <a:gdLst/>
              <a:ahLst/>
              <a:cxnLst/>
              <a:rect l="l" t="t" r="r" b="b"/>
              <a:pathLst>
                <a:path w="421766" h="243554" extrusionOk="0">
                  <a:moveTo>
                    <a:pt x="210883" y="243554"/>
                  </a:moveTo>
                  <a:lnTo>
                    <a:pt x="0" y="121729"/>
                  </a:lnTo>
                  <a:lnTo>
                    <a:pt x="210883" y="0"/>
                  </a:lnTo>
                  <a:lnTo>
                    <a:pt x="421767" y="121825"/>
                  </a:lnTo>
                  <a:lnTo>
                    <a:pt x="210883" y="243554"/>
                  </a:lnTo>
                  <a:close/>
                </a:path>
              </a:pathLst>
            </a:custGeom>
            <a:solidFill>
              <a:srgbClr val="E9EAF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6" name="Google Shape;186;p12"/>
            <p:cNvSpPr/>
            <p:nvPr/>
          </p:nvSpPr>
          <p:spPr>
            <a:xfrm>
              <a:off x="6687910" y="670084"/>
              <a:ext cx="163899" cy="239625"/>
            </a:xfrm>
            <a:custGeom>
              <a:avLst/>
              <a:gdLst/>
              <a:ahLst/>
              <a:cxnLst/>
              <a:rect l="l" t="t" r="r" b="b"/>
              <a:pathLst>
                <a:path w="205002" h="299719" extrusionOk="0">
                  <a:moveTo>
                    <a:pt x="72307" y="9903"/>
                  </a:moveTo>
                  <a:cubicBezTo>
                    <a:pt x="80498" y="-3146"/>
                    <a:pt x="142792" y="-11814"/>
                    <a:pt x="163271" y="41050"/>
                  </a:cubicBezTo>
                  <a:cubicBezTo>
                    <a:pt x="171081" y="61052"/>
                    <a:pt x="169843" y="112201"/>
                    <a:pt x="176320" y="144396"/>
                  </a:cubicBezTo>
                  <a:cubicBezTo>
                    <a:pt x="182797" y="176590"/>
                    <a:pt x="198227" y="194783"/>
                    <a:pt x="203657" y="220596"/>
                  </a:cubicBezTo>
                  <a:cubicBezTo>
                    <a:pt x="209086" y="246409"/>
                    <a:pt x="200228" y="290414"/>
                    <a:pt x="136982" y="298129"/>
                  </a:cubicBezTo>
                  <a:cubicBezTo>
                    <a:pt x="73736" y="305845"/>
                    <a:pt x="26111" y="284032"/>
                    <a:pt x="11252" y="263935"/>
                  </a:cubicBezTo>
                  <a:cubicBezTo>
                    <a:pt x="-3607" y="243837"/>
                    <a:pt x="-3893" y="201260"/>
                    <a:pt x="11252" y="178210"/>
                  </a:cubicBezTo>
                  <a:cubicBezTo>
                    <a:pt x="26396" y="155159"/>
                    <a:pt x="38398" y="136776"/>
                    <a:pt x="38017" y="106963"/>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7" name="Google Shape;187;p12"/>
            <p:cNvSpPr/>
            <p:nvPr/>
          </p:nvSpPr>
          <p:spPr>
            <a:xfrm>
              <a:off x="6700339" y="668001"/>
              <a:ext cx="78506" cy="96744"/>
            </a:xfrm>
            <a:custGeom>
              <a:avLst/>
              <a:gdLst/>
              <a:ahLst/>
              <a:cxnLst/>
              <a:rect l="l" t="t" r="r" b="b"/>
              <a:pathLst>
                <a:path w="98194" h="121006" extrusionOk="0">
                  <a:moveTo>
                    <a:pt x="98195" y="3459"/>
                  </a:moveTo>
                  <a:cubicBezTo>
                    <a:pt x="98195" y="3459"/>
                    <a:pt x="50570" y="-9685"/>
                    <a:pt x="22471" y="15270"/>
                  </a:cubicBezTo>
                  <a:cubicBezTo>
                    <a:pt x="3316" y="32880"/>
                    <a:pt x="-4399" y="59709"/>
                    <a:pt x="2468" y="84803"/>
                  </a:cubicBezTo>
                  <a:cubicBezTo>
                    <a:pt x="6278" y="99662"/>
                    <a:pt x="13803" y="119855"/>
                    <a:pt x="25614" y="120998"/>
                  </a:cubicBezTo>
                  <a:cubicBezTo>
                    <a:pt x="37425" y="122141"/>
                    <a:pt x="98195" y="3459"/>
                    <a:pt x="98195" y="3459"/>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8" name="Google Shape;188;p12"/>
            <p:cNvSpPr/>
            <p:nvPr/>
          </p:nvSpPr>
          <p:spPr>
            <a:xfrm>
              <a:off x="6715688" y="773039"/>
              <a:ext cx="96838" cy="108380"/>
            </a:xfrm>
            <a:custGeom>
              <a:avLst/>
              <a:gdLst/>
              <a:ahLst/>
              <a:cxnLst/>
              <a:rect l="l" t="t" r="r" b="b"/>
              <a:pathLst>
                <a:path w="121123" h="135560" extrusionOk="0">
                  <a:moveTo>
                    <a:pt x="96617" y="0"/>
                  </a:moveTo>
                  <a:cubicBezTo>
                    <a:pt x="96617" y="0"/>
                    <a:pt x="93569" y="52387"/>
                    <a:pt x="94522" y="56197"/>
                  </a:cubicBezTo>
                  <a:cubicBezTo>
                    <a:pt x="95474" y="60008"/>
                    <a:pt x="115000" y="63722"/>
                    <a:pt x="120525" y="68294"/>
                  </a:cubicBezTo>
                  <a:cubicBezTo>
                    <a:pt x="126049" y="72866"/>
                    <a:pt x="91950" y="125921"/>
                    <a:pt x="74805" y="133826"/>
                  </a:cubicBezTo>
                  <a:cubicBezTo>
                    <a:pt x="57660" y="141732"/>
                    <a:pt x="4129" y="121539"/>
                    <a:pt x="414" y="94964"/>
                  </a:cubicBezTo>
                  <a:cubicBezTo>
                    <a:pt x="-3015" y="70580"/>
                    <a:pt x="15750" y="51530"/>
                    <a:pt x="22989" y="44863"/>
                  </a:cubicBezTo>
                  <a:cubicBezTo>
                    <a:pt x="27875" y="44509"/>
                    <a:pt x="32771" y="44509"/>
                    <a:pt x="37657" y="44863"/>
                  </a:cubicBezTo>
                  <a:lnTo>
                    <a:pt x="39276" y="19526"/>
                  </a:lnTo>
                  <a:cubicBezTo>
                    <a:pt x="62613" y="11335"/>
                    <a:pt x="96617" y="0"/>
                    <a:pt x="96617" y="0"/>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89" name="Google Shape;189;p12"/>
            <p:cNvSpPr/>
            <p:nvPr/>
          </p:nvSpPr>
          <p:spPr>
            <a:xfrm>
              <a:off x="6550295" y="816287"/>
              <a:ext cx="182749" cy="260151"/>
            </a:xfrm>
            <a:custGeom>
              <a:avLst/>
              <a:gdLst/>
              <a:ahLst/>
              <a:cxnLst/>
              <a:rect l="l" t="t" r="r" b="b"/>
              <a:pathLst>
                <a:path w="228579" h="325392" extrusionOk="0">
                  <a:moveTo>
                    <a:pt x="149659" y="225085"/>
                  </a:moveTo>
                  <a:cubicBezTo>
                    <a:pt x="134829" y="245426"/>
                    <a:pt x="117303" y="263658"/>
                    <a:pt x="97557" y="279282"/>
                  </a:cubicBezTo>
                  <a:cubicBezTo>
                    <a:pt x="91252" y="285914"/>
                    <a:pt x="85308" y="292878"/>
                    <a:pt x="79746" y="300142"/>
                  </a:cubicBezTo>
                  <a:cubicBezTo>
                    <a:pt x="70392" y="310933"/>
                    <a:pt x="58276" y="318969"/>
                    <a:pt x="44694" y="323383"/>
                  </a:cubicBezTo>
                  <a:cubicBezTo>
                    <a:pt x="32883" y="326431"/>
                    <a:pt x="27930" y="325669"/>
                    <a:pt x="25644" y="323383"/>
                  </a:cubicBezTo>
                  <a:cubicBezTo>
                    <a:pt x="23358" y="321097"/>
                    <a:pt x="24596" y="317858"/>
                    <a:pt x="29739" y="315763"/>
                  </a:cubicBezTo>
                  <a:cubicBezTo>
                    <a:pt x="38150" y="313277"/>
                    <a:pt x="45961" y="309096"/>
                    <a:pt x="52695" y="303475"/>
                  </a:cubicBezTo>
                  <a:cubicBezTo>
                    <a:pt x="52695" y="303475"/>
                    <a:pt x="41741" y="308524"/>
                    <a:pt x="34788" y="310905"/>
                  </a:cubicBezTo>
                  <a:cubicBezTo>
                    <a:pt x="28644" y="313041"/>
                    <a:pt x="22234" y="314323"/>
                    <a:pt x="15738" y="314715"/>
                  </a:cubicBezTo>
                  <a:cubicBezTo>
                    <a:pt x="9165" y="314715"/>
                    <a:pt x="2403" y="307190"/>
                    <a:pt x="7546" y="305190"/>
                  </a:cubicBezTo>
                  <a:cubicBezTo>
                    <a:pt x="12690" y="303190"/>
                    <a:pt x="17071" y="302713"/>
                    <a:pt x="27549" y="298999"/>
                  </a:cubicBezTo>
                  <a:cubicBezTo>
                    <a:pt x="32921" y="297080"/>
                    <a:pt x="38017" y="294454"/>
                    <a:pt x="42693" y="291188"/>
                  </a:cubicBezTo>
                  <a:cubicBezTo>
                    <a:pt x="35655" y="293262"/>
                    <a:pt x="28454" y="294759"/>
                    <a:pt x="21167" y="295665"/>
                  </a:cubicBezTo>
                  <a:cubicBezTo>
                    <a:pt x="15090" y="296657"/>
                    <a:pt x="8851" y="295932"/>
                    <a:pt x="3165" y="293569"/>
                  </a:cubicBezTo>
                  <a:cubicBezTo>
                    <a:pt x="117" y="292236"/>
                    <a:pt x="-2550" y="286711"/>
                    <a:pt x="4308" y="284902"/>
                  </a:cubicBezTo>
                  <a:cubicBezTo>
                    <a:pt x="13166" y="284041"/>
                    <a:pt x="21881" y="282023"/>
                    <a:pt x="30216" y="278901"/>
                  </a:cubicBezTo>
                  <a:cubicBezTo>
                    <a:pt x="38217" y="275281"/>
                    <a:pt x="43265" y="271471"/>
                    <a:pt x="41455" y="270709"/>
                  </a:cubicBezTo>
                  <a:cubicBezTo>
                    <a:pt x="39645" y="269947"/>
                    <a:pt x="35169" y="272424"/>
                    <a:pt x="27168" y="271852"/>
                  </a:cubicBezTo>
                  <a:cubicBezTo>
                    <a:pt x="19167" y="271281"/>
                    <a:pt x="11642" y="266137"/>
                    <a:pt x="11737" y="262327"/>
                  </a:cubicBezTo>
                  <a:cubicBezTo>
                    <a:pt x="11832" y="258517"/>
                    <a:pt x="13452" y="260422"/>
                    <a:pt x="21262" y="259756"/>
                  </a:cubicBezTo>
                  <a:cubicBezTo>
                    <a:pt x="29559" y="257716"/>
                    <a:pt x="37998" y="256284"/>
                    <a:pt x="46503" y="255469"/>
                  </a:cubicBezTo>
                  <a:cubicBezTo>
                    <a:pt x="54924" y="255791"/>
                    <a:pt x="63344" y="254795"/>
                    <a:pt x="71459" y="252517"/>
                  </a:cubicBezTo>
                  <a:cubicBezTo>
                    <a:pt x="79936" y="249945"/>
                    <a:pt x="99081" y="226990"/>
                    <a:pt x="113750" y="205939"/>
                  </a:cubicBezTo>
                  <a:cubicBezTo>
                    <a:pt x="129714" y="182391"/>
                    <a:pt x="142344" y="156747"/>
                    <a:pt x="151278" y="129739"/>
                  </a:cubicBezTo>
                  <a:cubicBezTo>
                    <a:pt x="160041" y="101164"/>
                    <a:pt x="170328" y="46586"/>
                    <a:pt x="178044" y="27727"/>
                  </a:cubicBezTo>
                  <a:cubicBezTo>
                    <a:pt x="185759" y="8867"/>
                    <a:pt x="198427" y="390"/>
                    <a:pt x="210714" y="9"/>
                  </a:cubicBezTo>
                  <a:cubicBezTo>
                    <a:pt x="225097" y="-467"/>
                    <a:pt x="231289" y="18487"/>
                    <a:pt x="227478" y="34870"/>
                  </a:cubicBezTo>
                  <a:cubicBezTo>
                    <a:pt x="220811" y="62969"/>
                    <a:pt x="188807" y="173650"/>
                    <a:pt x="149659" y="225085"/>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0" name="Google Shape;190;p12"/>
            <p:cNvSpPr/>
            <p:nvPr/>
          </p:nvSpPr>
          <p:spPr>
            <a:xfrm>
              <a:off x="6687493" y="808527"/>
              <a:ext cx="141166" cy="186207"/>
            </a:xfrm>
            <a:custGeom>
              <a:avLst/>
              <a:gdLst/>
              <a:ahLst/>
              <a:cxnLst/>
              <a:rect l="l" t="t" r="r" b="b"/>
              <a:pathLst>
                <a:path w="176568" h="232904" extrusionOk="0">
                  <a:moveTo>
                    <a:pt x="139122" y="16859"/>
                  </a:moveTo>
                  <a:cubicBezTo>
                    <a:pt x="153790" y="19145"/>
                    <a:pt x="170554" y="26955"/>
                    <a:pt x="172840" y="35051"/>
                  </a:cubicBezTo>
                  <a:cubicBezTo>
                    <a:pt x="178965" y="64011"/>
                    <a:pt x="177526" y="94062"/>
                    <a:pt x="168649" y="122300"/>
                  </a:cubicBezTo>
                  <a:cubicBezTo>
                    <a:pt x="155981" y="156019"/>
                    <a:pt x="141503" y="216693"/>
                    <a:pt x="134264" y="231266"/>
                  </a:cubicBezTo>
                  <a:cubicBezTo>
                    <a:pt x="96383" y="236540"/>
                    <a:pt x="57826" y="228996"/>
                    <a:pt x="24726" y="209835"/>
                  </a:cubicBezTo>
                  <a:cubicBezTo>
                    <a:pt x="24726" y="209835"/>
                    <a:pt x="21678" y="151352"/>
                    <a:pt x="21488" y="132016"/>
                  </a:cubicBezTo>
                  <a:cubicBezTo>
                    <a:pt x="-26137" y="90773"/>
                    <a:pt x="14630" y="39814"/>
                    <a:pt x="54635" y="285"/>
                  </a:cubicBezTo>
                  <a:cubicBezTo>
                    <a:pt x="59455" y="-95"/>
                    <a:pt x="64293" y="-95"/>
                    <a:pt x="69113" y="285"/>
                  </a:cubicBezTo>
                  <a:cubicBezTo>
                    <a:pt x="69113" y="285"/>
                    <a:pt x="33394" y="42576"/>
                    <a:pt x="58159" y="66960"/>
                  </a:cubicBezTo>
                  <a:cubicBezTo>
                    <a:pt x="111499" y="50291"/>
                    <a:pt x="122072" y="26384"/>
                    <a:pt x="139122" y="16859"/>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1" name="Google Shape;191;p12"/>
            <p:cNvSpPr/>
            <p:nvPr/>
          </p:nvSpPr>
          <p:spPr>
            <a:xfrm>
              <a:off x="6712641" y="675415"/>
              <a:ext cx="103849" cy="127932"/>
            </a:xfrm>
            <a:custGeom>
              <a:avLst/>
              <a:gdLst/>
              <a:ahLst/>
              <a:cxnLst/>
              <a:rect l="l" t="t" r="r" b="b"/>
              <a:pathLst>
                <a:path w="129892" h="160015" extrusionOk="0">
                  <a:moveTo>
                    <a:pt x="2701" y="57241"/>
                  </a:moveTo>
                  <a:lnTo>
                    <a:pt x="2701" y="57241"/>
                  </a:lnTo>
                  <a:cubicBezTo>
                    <a:pt x="8035" y="23618"/>
                    <a:pt x="32324" y="-1719"/>
                    <a:pt x="66995" y="91"/>
                  </a:cubicBezTo>
                  <a:cubicBezTo>
                    <a:pt x="103761" y="2178"/>
                    <a:pt x="131870" y="33673"/>
                    <a:pt x="129784" y="70438"/>
                  </a:cubicBezTo>
                  <a:cubicBezTo>
                    <a:pt x="129774" y="70547"/>
                    <a:pt x="129774" y="70657"/>
                    <a:pt x="129765" y="70767"/>
                  </a:cubicBezTo>
                  <a:cubicBezTo>
                    <a:pt x="128441" y="91415"/>
                    <a:pt x="117601" y="110276"/>
                    <a:pt x="100428" y="121821"/>
                  </a:cubicBezTo>
                  <a:cubicBezTo>
                    <a:pt x="99228" y="126932"/>
                    <a:pt x="97437" y="131886"/>
                    <a:pt x="95094" y="136584"/>
                  </a:cubicBezTo>
                  <a:cubicBezTo>
                    <a:pt x="82806" y="150872"/>
                    <a:pt x="50231" y="159921"/>
                    <a:pt x="39468" y="160016"/>
                  </a:cubicBezTo>
                  <a:cubicBezTo>
                    <a:pt x="29943" y="160016"/>
                    <a:pt x="22132" y="151443"/>
                    <a:pt x="13369" y="137061"/>
                  </a:cubicBezTo>
                  <a:cubicBezTo>
                    <a:pt x="-4728" y="107247"/>
                    <a:pt x="-156" y="73910"/>
                    <a:pt x="2701" y="57241"/>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2" name="Google Shape;192;p12"/>
            <p:cNvSpPr/>
            <p:nvPr/>
          </p:nvSpPr>
          <p:spPr>
            <a:xfrm>
              <a:off x="6716857" y="674913"/>
              <a:ext cx="104260" cy="98126"/>
            </a:xfrm>
            <a:custGeom>
              <a:avLst/>
              <a:gdLst/>
              <a:ahLst/>
              <a:cxnLst/>
              <a:rect l="l" t="t" r="r" b="b"/>
              <a:pathLst>
                <a:path w="130406" h="122734" extrusionOk="0">
                  <a:moveTo>
                    <a:pt x="72390" y="1671"/>
                  </a:moveTo>
                  <a:cubicBezTo>
                    <a:pt x="96679" y="6339"/>
                    <a:pt x="116681" y="13197"/>
                    <a:pt x="123254" y="37104"/>
                  </a:cubicBezTo>
                  <a:cubicBezTo>
                    <a:pt x="127825" y="53487"/>
                    <a:pt x="133731" y="84729"/>
                    <a:pt x="128111" y="98064"/>
                  </a:cubicBezTo>
                  <a:lnTo>
                    <a:pt x="124587" y="107589"/>
                  </a:lnTo>
                  <a:lnTo>
                    <a:pt x="95155" y="122734"/>
                  </a:lnTo>
                  <a:cubicBezTo>
                    <a:pt x="95155" y="122734"/>
                    <a:pt x="81439" y="111304"/>
                    <a:pt x="85630" y="77776"/>
                  </a:cubicBezTo>
                  <a:cubicBezTo>
                    <a:pt x="85506" y="73249"/>
                    <a:pt x="84077" y="68853"/>
                    <a:pt x="81534" y="65108"/>
                  </a:cubicBezTo>
                  <a:cubicBezTo>
                    <a:pt x="79667" y="61944"/>
                    <a:pt x="78315" y="58504"/>
                    <a:pt x="77533" y="54916"/>
                  </a:cubicBezTo>
                  <a:cubicBezTo>
                    <a:pt x="74028" y="45886"/>
                    <a:pt x="67218" y="38529"/>
                    <a:pt x="58483" y="34342"/>
                  </a:cubicBezTo>
                  <a:cubicBezTo>
                    <a:pt x="39653" y="26020"/>
                    <a:pt x="18002" y="27007"/>
                    <a:pt x="0" y="37009"/>
                  </a:cubicBezTo>
                  <a:cubicBezTo>
                    <a:pt x="12706" y="9565"/>
                    <a:pt x="42939" y="-5191"/>
                    <a:pt x="72390" y="1671"/>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3" name="Google Shape;193;p12"/>
            <p:cNvSpPr/>
            <p:nvPr/>
          </p:nvSpPr>
          <p:spPr>
            <a:xfrm>
              <a:off x="6591681" y="1319278"/>
              <a:ext cx="81988" cy="62539"/>
            </a:xfrm>
            <a:custGeom>
              <a:avLst/>
              <a:gdLst/>
              <a:ahLst/>
              <a:cxnLst/>
              <a:rect l="l" t="t" r="r" b="b"/>
              <a:pathLst>
                <a:path w="102549" h="78223" extrusionOk="0">
                  <a:moveTo>
                    <a:pt x="95132" y="3"/>
                  </a:moveTo>
                  <a:cubicBezTo>
                    <a:pt x="82845" y="9528"/>
                    <a:pt x="63699" y="3051"/>
                    <a:pt x="62747" y="4003"/>
                  </a:cubicBezTo>
                  <a:cubicBezTo>
                    <a:pt x="48374" y="16282"/>
                    <a:pt x="33334" y="27761"/>
                    <a:pt x="17694" y="38388"/>
                  </a:cubicBezTo>
                  <a:cubicBezTo>
                    <a:pt x="10074" y="44389"/>
                    <a:pt x="-1928" y="52485"/>
                    <a:pt x="263" y="64106"/>
                  </a:cubicBezTo>
                  <a:cubicBezTo>
                    <a:pt x="4168" y="84775"/>
                    <a:pt x="37315" y="78393"/>
                    <a:pt x="49888" y="72107"/>
                  </a:cubicBezTo>
                  <a:cubicBezTo>
                    <a:pt x="62461" y="65820"/>
                    <a:pt x="72558" y="55248"/>
                    <a:pt x="84464" y="47913"/>
                  </a:cubicBezTo>
                  <a:cubicBezTo>
                    <a:pt x="92846" y="42675"/>
                    <a:pt x="101228" y="39912"/>
                    <a:pt x="102466" y="28863"/>
                  </a:cubicBezTo>
                  <a:cubicBezTo>
                    <a:pt x="103323" y="22767"/>
                    <a:pt x="97323" y="-283"/>
                    <a:pt x="95132" y="3"/>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4" name="Google Shape;194;p12"/>
            <p:cNvSpPr/>
            <p:nvPr/>
          </p:nvSpPr>
          <p:spPr>
            <a:xfrm>
              <a:off x="6592043" y="1339232"/>
              <a:ext cx="81616" cy="42611"/>
            </a:xfrm>
            <a:custGeom>
              <a:avLst/>
              <a:gdLst/>
              <a:ahLst/>
              <a:cxnLst/>
              <a:rect l="l" t="t" r="r" b="b"/>
              <a:pathLst>
                <a:path w="102084" h="53297" extrusionOk="0">
                  <a:moveTo>
                    <a:pt x="101917" y="0"/>
                  </a:moveTo>
                  <a:cubicBezTo>
                    <a:pt x="100298" y="10192"/>
                    <a:pt x="92392" y="13049"/>
                    <a:pt x="83725" y="18193"/>
                  </a:cubicBezTo>
                  <a:cubicBezTo>
                    <a:pt x="71628" y="25717"/>
                    <a:pt x="61055" y="36481"/>
                    <a:pt x="48482" y="42863"/>
                  </a:cubicBezTo>
                  <a:cubicBezTo>
                    <a:pt x="35909" y="49244"/>
                    <a:pt x="8096" y="54483"/>
                    <a:pt x="0" y="39719"/>
                  </a:cubicBezTo>
                  <a:cubicBezTo>
                    <a:pt x="4381" y="59722"/>
                    <a:pt x="36957" y="53435"/>
                    <a:pt x="49435" y="47149"/>
                  </a:cubicBezTo>
                  <a:cubicBezTo>
                    <a:pt x="61913" y="40862"/>
                    <a:pt x="72104" y="30289"/>
                    <a:pt x="84010" y="22955"/>
                  </a:cubicBezTo>
                  <a:cubicBezTo>
                    <a:pt x="92392" y="17716"/>
                    <a:pt x="100775" y="14954"/>
                    <a:pt x="102013" y="3905"/>
                  </a:cubicBezTo>
                  <a:cubicBezTo>
                    <a:pt x="102137" y="2604"/>
                    <a:pt x="102098" y="1293"/>
                    <a:pt x="101917"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5" name="Google Shape;195;p12"/>
            <p:cNvSpPr/>
            <p:nvPr/>
          </p:nvSpPr>
          <p:spPr>
            <a:xfrm>
              <a:off x="6550653" y="1292322"/>
              <a:ext cx="75049" cy="58139"/>
            </a:xfrm>
            <a:custGeom>
              <a:avLst/>
              <a:gdLst/>
              <a:ahLst/>
              <a:cxnLst/>
              <a:rect l="l" t="t" r="r" b="b"/>
              <a:pathLst>
                <a:path w="93870" h="72719" extrusionOk="0">
                  <a:moveTo>
                    <a:pt x="86537" y="0"/>
                  </a:moveTo>
                  <a:cubicBezTo>
                    <a:pt x="75297" y="9525"/>
                    <a:pt x="57962" y="4000"/>
                    <a:pt x="57390" y="4858"/>
                  </a:cubicBezTo>
                  <a:cubicBezTo>
                    <a:pt x="44255" y="16047"/>
                    <a:pt x="30520" y="26508"/>
                    <a:pt x="16242" y="36195"/>
                  </a:cubicBezTo>
                  <a:cubicBezTo>
                    <a:pt x="9194" y="41719"/>
                    <a:pt x="-1760" y="49149"/>
                    <a:pt x="240" y="59722"/>
                  </a:cubicBezTo>
                  <a:cubicBezTo>
                    <a:pt x="3764" y="78772"/>
                    <a:pt x="34149" y="72866"/>
                    <a:pt x="45674" y="67056"/>
                  </a:cubicBezTo>
                  <a:cubicBezTo>
                    <a:pt x="57200" y="61246"/>
                    <a:pt x="66439" y="51625"/>
                    <a:pt x="77297" y="44958"/>
                  </a:cubicBezTo>
                  <a:cubicBezTo>
                    <a:pt x="85013" y="40100"/>
                    <a:pt x="92633" y="37624"/>
                    <a:pt x="93871" y="27813"/>
                  </a:cubicBezTo>
                  <a:cubicBezTo>
                    <a:pt x="93547" y="18108"/>
                    <a:pt x="91042" y="8600"/>
                    <a:pt x="86537" y="0"/>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6" name="Google Shape;196;p12"/>
            <p:cNvSpPr/>
            <p:nvPr/>
          </p:nvSpPr>
          <p:spPr>
            <a:xfrm>
              <a:off x="6550998" y="1311512"/>
              <a:ext cx="74752" cy="39022"/>
            </a:xfrm>
            <a:custGeom>
              <a:avLst/>
              <a:gdLst/>
              <a:ahLst/>
              <a:cxnLst/>
              <a:rect l="l" t="t" r="r" b="b"/>
              <a:pathLst>
                <a:path w="93498" h="48808" extrusionOk="0">
                  <a:moveTo>
                    <a:pt x="93345" y="0"/>
                  </a:moveTo>
                  <a:cubicBezTo>
                    <a:pt x="91821" y="9525"/>
                    <a:pt x="84296" y="11906"/>
                    <a:pt x="76581" y="16669"/>
                  </a:cubicBezTo>
                  <a:cubicBezTo>
                    <a:pt x="65913" y="23622"/>
                    <a:pt x="56388" y="33147"/>
                    <a:pt x="44387" y="39243"/>
                  </a:cubicBezTo>
                  <a:cubicBezTo>
                    <a:pt x="32385" y="45339"/>
                    <a:pt x="7429" y="49911"/>
                    <a:pt x="0" y="36385"/>
                  </a:cubicBezTo>
                  <a:cubicBezTo>
                    <a:pt x="4000" y="54674"/>
                    <a:pt x="33814" y="48959"/>
                    <a:pt x="45244" y="43148"/>
                  </a:cubicBezTo>
                  <a:cubicBezTo>
                    <a:pt x="56674" y="37338"/>
                    <a:pt x="66008" y="27718"/>
                    <a:pt x="76867" y="21050"/>
                  </a:cubicBezTo>
                  <a:cubicBezTo>
                    <a:pt x="84582" y="16193"/>
                    <a:pt x="92202" y="13716"/>
                    <a:pt x="93440" y="3905"/>
                  </a:cubicBezTo>
                  <a:cubicBezTo>
                    <a:pt x="93545" y="2604"/>
                    <a:pt x="93507" y="1295"/>
                    <a:pt x="93345"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7" name="Google Shape;197;p12"/>
            <p:cNvSpPr/>
            <p:nvPr/>
          </p:nvSpPr>
          <p:spPr>
            <a:xfrm>
              <a:off x="6578488" y="992358"/>
              <a:ext cx="178709" cy="308230"/>
            </a:xfrm>
            <a:custGeom>
              <a:avLst/>
              <a:gdLst/>
              <a:ahLst/>
              <a:cxnLst/>
              <a:rect l="l" t="t" r="r" b="b"/>
              <a:pathLst>
                <a:path w="223526" h="385528" extrusionOk="0">
                  <a:moveTo>
                    <a:pt x="222028" y="14192"/>
                  </a:moveTo>
                  <a:cubicBezTo>
                    <a:pt x="188671" y="18631"/>
                    <a:pt x="154743" y="13718"/>
                    <a:pt x="124016" y="0"/>
                  </a:cubicBezTo>
                  <a:cubicBezTo>
                    <a:pt x="124587" y="10477"/>
                    <a:pt x="125158" y="19717"/>
                    <a:pt x="125158" y="19717"/>
                  </a:cubicBezTo>
                  <a:cubicBezTo>
                    <a:pt x="85249" y="48292"/>
                    <a:pt x="5239" y="95345"/>
                    <a:pt x="0" y="128111"/>
                  </a:cubicBezTo>
                  <a:cubicBezTo>
                    <a:pt x="5239" y="231553"/>
                    <a:pt x="20955" y="379381"/>
                    <a:pt x="25432" y="381476"/>
                  </a:cubicBezTo>
                  <a:cubicBezTo>
                    <a:pt x="37909" y="387477"/>
                    <a:pt x="46672" y="386525"/>
                    <a:pt x="52578" y="380524"/>
                  </a:cubicBezTo>
                  <a:cubicBezTo>
                    <a:pt x="52578" y="380524"/>
                    <a:pt x="77724" y="292894"/>
                    <a:pt x="70390" y="164306"/>
                  </a:cubicBezTo>
                  <a:cubicBezTo>
                    <a:pt x="70390" y="164306"/>
                    <a:pt x="209931" y="102489"/>
                    <a:pt x="219075" y="69056"/>
                  </a:cubicBezTo>
                  <a:cubicBezTo>
                    <a:pt x="223152" y="55420"/>
                    <a:pt x="224447" y="41103"/>
                    <a:pt x="222885" y="26956"/>
                  </a:cubicBezTo>
                  <a:cubicBezTo>
                    <a:pt x="222790" y="22765"/>
                    <a:pt x="222504" y="18288"/>
                    <a:pt x="222028" y="14192"/>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8" name="Google Shape;198;p12"/>
            <p:cNvSpPr/>
            <p:nvPr/>
          </p:nvSpPr>
          <p:spPr>
            <a:xfrm>
              <a:off x="6627226" y="992967"/>
              <a:ext cx="177917" cy="333745"/>
            </a:xfrm>
            <a:custGeom>
              <a:avLst/>
              <a:gdLst/>
              <a:ahLst/>
              <a:cxnLst/>
              <a:rect l="l" t="t" r="r" b="b"/>
              <a:pathLst>
                <a:path w="222535" h="417442" extrusionOk="0">
                  <a:moveTo>
                    <a:pt x="207359" y="0"/>
                  </a:moveTo>
                  <a:cubicBezTo>
                    <a:pt x="180927" y="11882"/>
                    <a:pt x="151600" y="15820"/>
                    <a:pt x="122968" y="11335"/>
                  </a:cubicBezTo>
                  <a:cubicBezTo>
                    <a:pt x="122968" y="25146"/>
                    <a:pt x="124968" y="51149"/>
                    <a:pt x="124968" y="51149"/>
                  </a:cubicBezTo>
                  <a:cubicBezTo>
                    <a:pt x="84868" y="79153"/>
                    <a:pt x="5144" y="126778"/>
                    <a:pt x="0" y="159544"/>
                  </a:cubicBezTo>
                  <a:cubicBezTo>
                    <a:pt x="5144" y="263081"/>
                    <a:pt x="14859" y="412909"/>
                    <a:pt x="19050" y="414814"/>
                  </a:cubicBezTo>
                  <a:cubicBezTo>
                    <a:pt x="29994" y="419399"/>
                    <a:pt x="42529" y="417917"/>
                    <a:pt x="52102" y="410909"/>
                  </a:cubicBezTo>
                  <a:cubicBezTo>
                    <a:pt x="52102" y="410909"/>
                    <a:pt x="77343" y="324326"/>
                    <a:pt x="70009" y="195739"/>
                  </a:cubicBezTo>
                  <a:cubicBezTo>
                    <a:pt x="70009" y="193358"/>
                    <a:pt x="189643" y="134398"/>
                    <a:pt x="204788" y="118872"/>
                  </a:cubicBezTo>
                  <a:cubicBezTo>
                    <a:pt x="219932" y="103346"/>
                    <a:pt x="222885" y="80105"/>
                    <a:pt x="222504" y="58103"/>
                  </a:cubicBezTo>
                  <a:cubicBezTo>
                    <a:pt x="221466" y="37907"/>
                    <a:pt x="216313" y="18135"/>
                    <a:pt x="207359" y="0"/>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199" name="Google Shape;199;p12"/>
            <p:cNvSpPr/>
            <p:nvPr/>
          </p:nvSpPr>
          <p:spPr>
            <a:xfrm>
              <a:off x="6560953" y="971949"/>
              <a:ext cx="266059" cy="244904"/>
            </a:xfrm>
            <a:custGeom>
              <a:avLst/>
              <a:gdLst/>
              <a:ahLst/>
              <a:cxnLst/>
              <a:rect l="l" t="t" r="r" b="b"/>
              <a:pathLst>
                <a:path w="332782" h="306321" extrusionOk="0">
                  <a:moveTo>
                    <a:pt x="319589" y="48292"/>
                  </a:moveTo>
                  <a:cubicBezTo>
                    <a:pt x="319589" y="48292"/>
                    <a:pt x="363881" y="126682"/>
                    <a:pt x="290157" y="166973"/>
                  </a:cubicBezTo>
                  <a:cubicBezTo>
                    <a:pt x="212338" y="209455"/>
                    <a:pt x="164999" y="219361"/>
                    <a:pt x="164999" y="219361"/>
                  </a:cubicBezTo>
                  <a:lnTo>
                    <a:pt x="153283" y="222123"/>
                  </a:lnTo>
                  <a:cubicBezTo>
                    <a:pt x="156950" y="249145"/>
                    <a:pt x="156950" y="276539"/>
                    <a:pt x="153283" y="303562"/>
                  </a:cubicBezTo>
                  <a:cubicBezTo>
                    <a:pt x="153283" y="303562"/>
                    <a:pt x="97752" y="322612"/>
                    <a:pt x="26981" y="260604"/>
                  </a:cubicBezTo>
                  <a:lnTo>
                    <a:pt x="3550" y="185071"/>
                  </a:lnTo>
                  <a:lnTo>
                    <a:pt x="788" y="165068"/>
                  </a:lnTo>
                  <a:cubicBezTo>
                    <a:pt x="-1936" y="151189"/>
                    <a:pt x="2502" y="136869"/>
                    <a:pt x="12599" y="126968"/>
                  </a:cubicBezTo>
                  <a:cubicBezTo>
                    <a:pt x="29553" y="111538"/>
                    <a:pt x="83369" y="72104"/>
                    <a:pt x="116802" y="49625"/>
                  </a:cubicBezTo>
                  <a:cubicBezTo>
                    <a:pt x="150235" y="27146"/>
                    <a:pt x="177286" y="5429"/>
                    <a:pt x="177286" y="5429"/>
                  </a:cubicBezTo>
                  <a:lnTo>
                    <a:pt x="183096" y="0"/>
                  </a:lnTo>
                  <a:cubicBezTo>
                    <a:pt x="183096" y="0"/>
                    <a:pt x="222815" y="31623"/>
                    <a:pt x="295301" y="21050"/>
                  </a:cubicBezTo>
                  <a:cubicBezTo>
                    <a:pt x="304826" y="28750"/>
                    <a:pt x="313027" y="37951"/>
                    <a:pt x="319589" y="48292"/>
                  </a:cubicBezTo>
                  <a:close/>
                </a:path>
              </a:pathLst>
            </a:custGeom>
            <a:solidFill>
              <a:srgbClr val="E2616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0" name="Google Shape;200;p12"/>
            <p:cNvSpPr/>
            <p:nvPr/>
          </p:nvSpPr>
          <p:spPr>
            <a:xfrm>
              <a:off x="6774876" y="827227"/>
              <a:ext cx="92463" cy="324160"/>
            </a:xfrm>
            <a:custGeom>
              <a:avLst/>
              <a:gdLst/>
              <a:ahLst/>
              <a:cxnLst/>
              <a:rect l="l" t="t" r="r" b="b"/>
              <a:pathLst>
                <a:path w="115651" h="405453" extrusionOk="0">
                  <a:moveTo>
                    <a:pt x="8203" y="345513"/>
                  </a:moveTo>
                  <a:cubicBezTo>
                    <a:pt x="14946" y="339437"/>
                    <a:pt x="22071" y="333806"/>
                    <a:pt x="29539" y="328654"/>
                  </a:cubicBezTo>
                  <a:cubicBezTo>
                    <a:pt x="37482" y="324626"/>
                    <a:pt x="44769" y="319424"/>
                    <a:pt x="51160" y="313223"/>
                  </a:cubicBezTo>
                  <a:cubicBezTo>
                    <a:pt x="57923" y="306460"/>
                    <a:pt x="67924" y="277981"/>
                    <a:pt x="73163" y="250263"/>
                  </a:cubicBezTo>
                  <a:cubicBezTo>
                    <a:pt x="77992" y="219257"/>
                    <a:pt x="77478" y="187654"/>
                    <a:pt x="71639" y="156823"/>
                  </a:cubicBezTo>
                  <a:cubicBezTo>
                    <a:pt x="62447" y="119935"/>
                    <a:pt x="50046" y="83921"/>
                    <a:pt x="34587" y="49190"/>
                  </a:cubicBezTo>
                  <a:cubicBezTo>
                    <a:pt x="25062" y="28426"/>
                    <a:pt x="30301" y="15757"/>
                    <a:pt x="39254" y="6518"/>
                  </a:cubicBezTo>
                  <a:cubicBezTo>
                    <a:pt x="49827" y="-4245"/>
                    <a:pt x="60781" y="-3959"/>
                    <a:pt x="73354" y="24997"/>
                  </a:cubicBezTo>
                  <a:cubicBezTo>
                    <a:pt x="90984" y="65646"/>
                    <a:pt x="104015" y="108137"/>
                    <a:pt x="112216" y="151679"/>
                  </a:cubicBezTo>
                  <a:cubicBezTo>
                    <a:pt x="117207" y="183273"/>
                    <a:pt x="116759" y="215488"/>
                    <a:pt x="110882" y="246929"/>
                  </a:cubicBezTo>
                  <a:cubicBezTo>
                    <a:pt x="105701" y="274524"/>
                    <a:pt x="97195" y="301390"/>
                    <a:pt x="85546" y="326939"/>
                  </a:cubicBezTo>
                  <a:cubicBezTo>
                    <a:pt x="82307" y="334464"/>
                    <a:pt x="81736" y="340750"/>
                    <a:pt x="77259" y="355514"/>
                  </a:cubicBezTo>
                  <a:cubicBezTo>
                    <a:pt x="72992" y="370530"/>
                    <a:pt x="65143" y="384289"/>
                    <a:pt x="54399" y="395614"/>
                  </a:cubicBezTo>
                  <a:cubicBezTo>
                    <a:pt x="44874" y="404568"/>
                    <a:pt x="39921" y="406282"/>
                    <a:pt x="37349" y="405139"/>
                  </a:cubicBezTo>
                  <a:cubicBezTo>
                    <a:pt x="34777" y="403996"/>
                    <a:pt x="34206" y="400186"/>
                    <a:pt x="38111" y="395614"/>
                  </a:cubicBezTo>
                  <a:cubicBezTo>
                    <a:pt x="44836" y="388828"/>
                    <a:pt x="50284" y="380892"/>
                    <a:pt x="54208" y="372183"/>
                  </a:cubicBezTo>
                  <a:cubicBezTo>
                    <a:pt x="54208" y="372183"/>
                    <a:pt x="46112" y="382565"/>
                    <a:pt x="40778" y="388375"/>
                  </a:cubicBezTo>
                  <a:cubicBezTo>
                    <a:pt x="36044" y="393624"/>
                    <a:pt x="30596" y="398178"/>
                    <a:pt x="24586" y="401901"/>
                  </a:cubicBezTo>
                  <a:cubicBezTo>
                    <a:pt x="18775" y="405425"/>
                    <a:pt x="9536" y="401234"/>
                    <a:pt x="13346" y="396567"/>
                  </a:cubicBezTo>
                  <a:cubicBezTo>
                    <a:pt x="17156" y="391900"/>
                    <a:pt x="21442" y="389233"/>
                    <a:pt x="29253" y="380470"/>
                  </a:cubicBezTo>
                  <a:cubicBezTo>
                    <a:pt x="33444" y="375880"/>
                    <a:pt x="37063" y="370793"/>
                    <a:pt x="40016" y="365325"/>
                  </a:cubicBezTo>
                  <a:cubicBezTo>
                    <a:pt x="34473" y="370853"/>
                    <a:pt x="28481" y="375918"/>
                    <a:pt x="22109" y="380470"/>
                  </a:cubicBezTo>
                  <a:cubicBezTo>
                    <a:pt x="17156" y="384430"/>
                    <a:pt x="11174" y="386907"/>
                    <a:pt x="4869" y="387613"/>
                  </a:cubicBezTo>
                  <a:cubicBezTo>
                    <a:pt x="1630" y="387613"/>
                    <a:pt x="-2942" y="383803"/>
                    <a:pt x="2583" y="378565"/>
                  </a:cubicBezTo>
                  <a:cubicBezTo>
                    <a:pt x="10451" y="373116"/>
                    <a:pt x="17613" y="366718"/>
                    <a:pt x="23919" y="359515"/>
                  </a:cubicBezTo>
                  <a:cubicBezTo>
                    <a:pt x="29824" y="351990"/>
                    <a:pt x="32872" y="345799"/>
                    <a:pt x="30967" y="345989"/>
                  </a:cubicBezTo>
                  <a:cubicBezTo>
                    <a:pt x="29062" y="346180"/>
                    <a:pt x="25919" y="350752"/>
                    <a:pt x="18394" y="354276"/>
                  </a:cubicBezTo>
                  <a:cubicBezTo>
                    <a:pt x="10870" y="357800"/>
                    <a:pt x="2011" y="356562"/>
                    <a:pt x="487" y="352371"/>
                  </a:cubicBezTo>
                  <a:cubicBezTo>
                    <a:pt x="-1037" y="348180"/>
                    <a:pt x="1249" y="350085"/>
                    <a:pt x="8203" y="345513"/>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1" name="Google Shape;201;p12"/>
            <p:cNvSpPr/>
            <p:nvPr/>
          </p:nvSpPr>
          <p:spPr>
            <a:xfrm>
              <a:off x="6792998" y="823141"/>
              <a:ext cx="55907" cy="71103"/>
            </a:xfrm>
            <a:custGeom>
              <a:avLst/>
              <a:gdLst/>
              <a:ahLst/>
              <a:cxnLst/>
              <a:rect l="l" t="t" r="r" b="b"/>
              <a:pathLst>
                <a:path w="69928" h="88934" extrusionOk="0">
                  <a:moveTo>
                    <a:pt x="69928" y="69255"/>
                  </a:moveTo>
                  <a:cubicBezTo>
                    <a:pt x="69928" y="69255"/>
                    <a:pt x="43163" y="93068"/>
                    <a:pt x="13350" y="88305"/>
                  </a:cubicBezTo>
                  <a:lnTo>
                    <a:pt x="1348" y="38299"/>
                  </a:lnTo>
                  <a:cubicBezTo>
                    <a:pt x="1348" y="38299"/>
                    <a:pt x="-6558" y="12105"/>
                    <a:pt x="15921" y="2104"/>
                  </a:cubicBezTo>
                  <a:cubicBezTo>
                    <a:pt x="38400" y="-7897"/>
                    <a:pt x="60212" y="18296"/>
                    <a:pt x="69928" y="69255"/>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2" name="Google Shape;202;p12"/>
            <p:cNvSpPr/>
            <p:nvPr/>
          </p:nvSpPr>
          <p:spPr>
            <a:xfrm>
              <a:off x="6683350" y="808424"/>
              <a:ext cx="47823" cy="50210"/>
            </a:xfrm>
            <a:custGeom>
              <a:avLst/>
              <a:gdLst/>
              <a:ahLst/>
              <a:cxnLst/>
              <a:rect l="l" t="t" r="r" b="b"/>
              <a:pathLst>
                <a:path w="59816" h="62802" extrusionOk="0">
                  <a:moveTo>
                    <a:pt x="59817" y="413"/>
                  </a:moveTo>
                  <a:cubicBezTo>
                    <a:pt x="59817" y="413"/>
                    <a:pt x="30766" y="-8445"/>
                    <a:pt x="0" y="55849"/>
                  </a:cubicBezTo>
                  <a:lnTo>
                    <a:pt x="11525" y="62802"/>
                  </a:lnTo>
                  <a:cubicBezTo>
                    <a:pt x="25917" y="40743"/>
                    <a:pt x="42072" y="19879"/>
                    <a:pt x="59817" y="413"/>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nvGrpSpPr>
            <p:cNvPr id="203" name="Google Shape;203;p12"/>
            <p:cNvGrpSpPr/>
            <p:nvPr/>
          </p:nvGrpSpPr>
          <p:grpSpPr>
            <a:xfrm flipH="1">
              <a:off x="5678143" y="1227582"/>
              <a:ext cx="345795" cy="1043508"/>
              <a:chOff x="5678143" y="1151382"/>
              <a:chExt cx="345795" cy="1043508"/>
            </a:xfrm>
          </p:grpSpPr>
          <p:sp>
            <p:nvSpPr>
              <p:cNvPr id="204" name="Google Shape;204;p12"/>
              <p:cNvSpPr/>
              <p:nvPr/>
            </p:nvSpPr>
            <p:spPr>
              <a:xfrm>
                <a:off x="5678143" y="1995246"/>
                <a:ext cx="345795" cy="199644"/>
              </a:xfrm>
              <a:custGeom>
                <a:avLst/>
                <a:gdLst/>
                <a:ahLst/>
                <a:cxnLst/>
                <a:rect l="l" t="t" r="r" b="b"/>
                <a:pathLst>
                  <a:path w="432244" h="249555" extrusionOk="0">
                    <a:moveTo>
                      <a:pt x="432245" y="124778"/>
                    </a:moveTo>
                    <a:cubicBezTo>
                      <a:pt x="432245" y="193690"/>
                      <a:pt x="335483" y="249555"/>
                      <a:pt x="216122" y="249555"/>
                    </a:cubicBezTo>
                    <a:cubicBezTo>
                      <a:pt x="96761" y="249555"/>
                      <a:pt x="0" y="193690"/>
                      <a:pt x="0" y="124778"/>
                    </a:cubicBezTo>
                    <a:cubicBezTo>
                      <a:pt x="0" y="55865"/>
                      <a:pt x="96761" y="0"/>
                      <a:pt x="216122" y="0"/>
                    </a:cubicBezTo>
                    <a:cubicBezTo>
                      <a:pt x="335483" y="0"/>
                      <a:pt x="432245" y="55865"/>
                      <a:pt x="432245" y="124778"/>
                    </a:cubicBez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5" name="Google Shape;205;p12"/>
              <p:cNvSpPr/>
              <p:nvPr/>
            </p:nvSpPr>
            <p:spPr>
              <a:xfrm>
                <a:off x="5781662" y="1153715"/>
                <a:ext cx="174078" cy="254926"/>
              </a:xfrm>
              <a:custGeom>
                <a:avLst/>
                <a:gdLst/>
                <a:ahLst/>
                <a:cxnLst/>
                <a:rect l="l" t="t" r="r" b="b"/>
                <a:pathLst>
                  <a:path w="217597" h="318657" extrusionOk="0">
                    <a:moveTo>
                      <a:pt x="77117" y="10535"/>
                    </a:moveTo>
                    <a:cubicBezTo>
                      <a:pt x="85785" y="-3371"/>
                      <a:pt x="151983" y="-12515"/>
                      <a:pt x="173796" y="43587"/>
                    </a:cubicBezTo>
                    <a:cubicBezTo>
                      <a:pt x="181987" y="64828"/>
                      <a:pt x="180749" y="119216"/>
                      <a:pt x="187702" y="153315"/>
                    </a:cubicBezTo>
                    <a:cubicBezTo>
                      <a:pt x="194655" y="187415"/>
                      <a:pt x="210848" y="206846"/>
                      <a:pt x="216277" y="234563"/>
                    </a:cubicBezTo>
                    <a:cubicBezTo>
                      <a:pt x="221706" y="262281"/>
                      <a:pt x="212658" y="308668"/>
                      <a:pt x="145888" y="316954"/>
                    </a:cubicBezTo>
                    <a:cubicBezTo>
                      <a:pt x="79117" y="325241"/>
                      <a:pt x="27778" y="301715"/>
                      <a:pt x="11966" y="280379"/>
                    </a:cubicBezTo>
                    <a:cubicBezTo>
                      <a:pt x="-3845" y="259043"/>
                      <a:pt x="-4131" y="213704"/>
                      <a:pt x="11966" y="189605"/>
                    </a:cubicBezTo>
                    <a:cubicBezTo>
                      <a:pt x="28063" y="165507"/>
                      <a:pt x="40541" y="145505"/>
                      <a:pt x="40541" y="113405"/>
                    </a:cubicBezTo>
                    <a:close/>
                  </a:path>
                </a:pathLst>
              </a:custGeom>
              <a:solidFill>
                <a:srgbClr val="3A2C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6" name="Google Shape;206;p12"/>
              <p:cNvSpPr/>
              <p:nvPr/>
            </p:nvSpPr>
            <p:spPr>
              <a:xfrm>
                <a:off x="5776639" y="1337053"/>
                <a:ext cx="32518" cy="188360"/>
              </a:xfrm>
              <a:custGeom>
                <a:avLst/>
                <a:gdLst/>
                <a:ahLst/>
                <a:cxnLst/>
                <a:rect l="l" t="t" r="r" b="b"/>
                <a:pathLst>
                  <a:path w="40647" h="235450" extrusionOk="0">
                    <a:moveTo>
                      <a:pt x="4152" y="15917"/>
                    </a:moveTo>
                    <a:cubicBezTo>
                      <a:pt x="4152" y="15917"/>
                      <a:pt x="-11564" y="127074"/>
                      <a:pt x="18154" y="205274"/>
                    </a:cubicBezTo>
                    <a:cubicBezTo>
                      <a:pt x="47872" y="283474"/>
                      <a:pt x="39585" y="184986"/>
                      <a:pt x="39585" y="184986"/>
                    </a:cubicBezTo>
                    <a:lnTo>
                      <a:pt x="32442" y="161554"/>
                    </a:lnTo>
                    <a:cubicBezTo>
                      <a:pt x="32442" y="161554"/>
                      <a:pt x="26536" y="71067"/>
                      <a:pt x="29013" y="48873"/>
                    </a:cubicBezTo>
                    <a:cubicBezTo>
                      <a:pt x="31489" y="26680"/>
                      <a:pt x="30918" y="7630"/>
                      <a:pt x="32442" y="5820"/>
                    </a:cubicBezTo>
                    <a:cubicBezTo>
                      <a:pt x="33966" y="4011"/>
                      <a:pt x="26632" y="486"/>
                      <a:pt x="23488" y="10"/>
                    </a:cubicBezTo>
                    <a:cubicBezTo>
                      <a:pt x="20345" y="-466"/>
                      <a:pt x="4152" y="15917"/>
                      <a:pt x="4152" y="15917"/>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7" name="Google Shape;207;p12"/>
              <p:cNvSpPr/>
              <p:nvPr/>
            </p:nvSpPr>
            <p:spPr>
              <a:xfrm>
                <a:off x="5795186" y="1151382"/>
                <a:ext cx="83137" cy="102663"/>
              </a:xfrm>
              <a:custGeom>
                <a:avLst/>
                <a:gdLst/>
                <a:ahLst/>
                <a:cxnLst/>
                <a:rect l="l" t="t" r="r" b="b"/>
                <a:pathLst>
                  <a:path w="103921" h="128329" extrusionOk="0">
                    <a:moveTo>
                      <a:pt x="103921" y="3833"/>
                    </a:moveTo>
                    <a:cubicBezTo>
                      <a:pt x="103921" y="3833"/>
                      <a:pt x="54105" y="-10550"/>
                      <a:pt x="23911" y="16406"/>
                    </a:cubicBezTo>
                    <a:cubicBezTo>
                      <a:pt x="3585" y="35104"/>
                      <a:pt x="-4645" y="63564"/>
                      <a:pt x="2575" y="90225"/>
                    </a:cubicBezTo>
                    <a:cubicBezTo>
                      <a:pt x="6576" y="105941"/>
                      <a:pt x="14672" y="127468"/>
                      <a:pt x="27150" y="128325"/>
                    </a:cubicBezTo>
                    <a:cubicBezTo>
                      <a:pt x="39627" y="129182"/>
                      <a:pt x="103921" y="3833"/>
                      <a:pt x="103921" y="3833"/>
                    </a:cubicBezTo>
                    <a:close/>
                  </a:path>
                </a:pathLst>
              </a:custGeom>
              <a:solidFill>
                <a:srgbClr val="3A2C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8" name="Google Shape;208;p12"/>
              <p:cNvSpPr/>
              <p:nvPr/>
            </p:nvSpPr>
            <p:spPr>
              <a:xfrm>
                <a:off x="5811517" y="1263498"/>
                <a:ext cx="102898" cy="115088"/>
              </a:xfrm>
              <a:custGeom>
                <a:avLst/>
                <a:gdLst/>
                <a:ahLst/>
                <a:cxnLst/>
                <a:rect l="l" t="t" r="r" b="b"/>
                <a:pathLst>
                  <a:path w="128622" h="143860" extrusionOk="0">
                    <a:moveTo>
                      <a:pt x="102545" y="0"/>
                    </a:moveTo>
                    <a:cubicBezTo>
                      <a:pt x="102545" y="0"/>
                      <a:pt x="99307" y="55531"/>
                      <a:pt x="100355" y="59627"/>
                    </a:cubicBezTo>
                    <a:cubicBezTo>
                      <a:pt x="101402" y="63722"/>
                      <a:pt x="122071" y="67628"/>
                      <a:pt x="127977" y="72485"/>
                    </a:cubicBezTo>
                    <a:cubicBezTo>
                      <a:pt x="133883" y="77343"/>
                      <a:pt x="97783" y="133636"/>
                      <a:pt x="79400" y="142018"/>
                    </a:cubicBezTo>
                    <a:cubicBezTo>
                      <a:pt x="61016" y="150400"/>
                      <a:pt x="4343" y="129064"/>
                      <a:pt x="437" y="100774"/>
                    </a:cubicBezTo>
                    <a:cubicBezTo>
                      <a:pt x="-3182" y="74866"/>
                      <a:pt x="16630" y="54673"/>
                      <a:pt x="24345" y="47625"/>
                    </a:cubicBezTo>
                    <a:cubicBezTo>
                      <a:pt x="29546" y="47282"/>
                      <a:pt x="34765" y="47282"/>
                      <a:pt x="39966" y="47625"/>
                    </a:cubicBezTo>
                    <a:lnTo>
                      <a:pt x="41585" y="20764"/>
                    </a:lnTo>
                    <a:cubicBezTo>
                      <a:pt x="66446" y="11906"/>
                      <a:pt x="102545" y="0"/>
                      <a:pt x="102545" y="0"/>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09" name="Google Shape;209;p12"/>
              <p:cNvSpPr/>
              <p:nvPr/>
            </p:nvSpPr>
            <p:spPr>
              <a:xfrm>
                <a:off x="5781607" y="1300507"/>
                <a:ext cx="149918" cy="172167"/>
              </a:xfrm>
              <a:custGeom>
                <a:avLst/>
                <a:gdLst/>
                <a:ahLst/>
                <a:cxnLst/>
                <a:rect l="l" t="t" r="r" b="b"/>
                <a:pathLst>
                  <a:path w="187397" h="215209" extrusionOk="0">
                    <a:moveTo>
                      <a:pt x="147575" y="18193"/>
                    </a:moveTo>
                    <a:cubicBezTo>
                      <a:pt x="163196" y="20669"/>
                      <a:pt x="181008" y="28956"/>
                      <a:pt x="183485" y="37243"/>
                    </a:cubicBezTo>
                    <a:cubicBezTo>
                      <a:pt x="189933" y="68008"/>
                      <a:pt x="188390" y="99917"/>
                      <a:pt x="179008" y="129921"/>
                    </a:cubicBezTo>
                    <a:cubicBezTo>
                      <a:pt x="165482" y="165640"/>
                      <a:pt x="156434" y="188405"/>
                      <a:pt x="148623" y="203835"/>
                    </a:cubicBezTo>
                    <a:cubicBezTo>
                      <a:pt x="148623" y="203835"/>
                      <a:pt x="81091" y="232410"/>
                      <a:pt x="26703" y="198977"/>
                    </a:cubicBezTo>
                    <a:cubicBezTo>
                      <a:pt x="26703" y="198977"/>
                      <a:pt x="22893" y="160877"/>
                      <a:pt x="22703" y="140208"/>
                    </a:cubicBezTo>
                    <a:cubicBezTo>
                      <a:pt x="-27589" y="96393"/>
                      <a:pt x="15368" y="42291"/>
                      <a:pt x="57945" y="286"/>
                    </a:cubicBezTo>
                    <a:cubicBezTo>
                      <a:pt x="63050" y="-95"/>
                      <a:pt x="68175" y="-95"/>
                      <a:pt x="73280" y="286"/>
                    </a:cubicBezTo>
                    <a:cubicBezTo>
                      <a:pt x="73280" y="286"/>
                      <a:pt x="35180" y="45244"/>
                      <a:pt x="61755" y="70771"/>
                    </a:cubicBezTo>
                    <a:cubicBezTo>
                      <a:pt x="118238" y="53721"/>
                      <a:pt x="129478" y="28384"/>
                      <a:pt x="147575" y="18193"/>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0" name="Google Shape;210;p12"/>
              <p:cNvSpPr/>
              <p:nvPr/>
            </p:nvSpPr>
            <p:spPr>
              <a:xfrm>
                <a:off x="5808246" y="1159602"/>
                <a:ext cx="110823" cy="136345"/>
              </a:xfrm>
              <a:custGeom>
                <a:avLst/>
                <a:gdLst/>
                <a:ahLst/>
                <a:cxnLst/>
                <a:rect l="l" t="t" r="r" b="b"/>
                <a:pathLst>
                  <a:path w="138529" h="170431" extrusionOk="0">
                    <a:moveTo>
                      <a:pt x="2908" y="60608"/>
                    </a:moveTo>
                    <a:lnTo>
                      <a:pt x="2908" y="60608"/>
                    </a:lnTo>
                    <a:cubicBezTo>
                      <a:pt x="8528" y="24890"/>
                      <a:pt x="34245" y="-2066"/>
                      <a:pt x="71107" y="125"/>
                    </a:cubicBezTo>
                    <a:cubicBezTo>
                      <a:pt x="110150" y="1972"/>
                      <a:pt x="140297" y="35129"/>
                      <a:pt x="138449" y="74172"/>
                    </a:cubicBezTo>
                    <a:cubicBezTo>
                      <a:pt x="137372" y="96775"/>
                      <a:pt x="125552" y="117511"/>
                      <a:pt x="106635" y="129950"/>
                    </a:cubicBezTo>
                    <a:cubicBezTo>
                      <a:pt x="105369" y="135322"/>
                      <a:pt x="103483" y="140533"/>
                      <a:pt x="101016" y="145476"/>
                    </a:cubicBezTo>
                    <a:cubicBezTo>
                      <a:pt x="87966" y="160716"/>
                      <a:pt x="53391" y="170336"/>
                      <a:pt x="41865" y="170432"/>
                    </a:cubicBezTo>
                    <a:cubicBezTo>
                      <a:pt x="32340" y="170432"/>
                      <a:pt x="23482" y="161383"/>
                      <a:pt x="14243" y="146048"/>
                    </a:cubicBezTo>
                    <a:cubicBezTo>
                      <a:pt x="-5093" y="113663"/>
                      <a:pt x="-140" y="78230"/>
                      <a:pt x="2908" y="60608"/>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1" name="Google Shape;211;p12"/>
              <p:cNvSpPr/>
              <p:nvPr/>
            </p:nvSpPr>
            <p:spPr>
              <a:xfrm>
                <a:off x="5812703" y="1158869"/>
                <a:ext cx="110779" cy="104694"/>
              </a:xfrm>
              <a:custGeom>
                <a:avLst/>
                <a:gdLst/>
                <a:ahLst/>
                <a:cxnLst/>
                <a:rect l="l" t="t" r="r" b="b"/>
                <a:pathLst>
                  <a:path w="138474" h="130867" extrusionOk="0">
                    <a:moveTo>
                      <a:pt x="76867" y="1709"/>
                    </a:moveTo>
                    <a:cubicBezTo>
                      <a:pt x="102679" y="6757"/>
                      <a:pt x="123920" y="13996"/>
                      <a:pt x="130969" y="39332"/>
                    </a:cubicBezTo>
                    <a:cubicBezTo>
                      <a:pt x="135731" y="56858"/>
                      <a:pt x="142018" y="90101"/>
                      <a:pt x="136017" y="104102"/>
                    </a:cubicBezTo>
                    <a:lnTo>
                      <a:pt x="132398" y="114294"/>
                    </a:lnTo>
                    <a:lnTo>
                      <a:pt x="101060" y="130868"/>
                    </a:lnTo>
                    <a:cubicBezTo>
                      <a:pt x="101060" y="130868"/>
                      <a:pt x="86487" y="118676"/>
                      <a:pt x="91059" y="83243"/>
                    </a:cubicBezTo>
                    <a:cubicBezTo>
                      <a:pt x="90850" y="78423"/>
                      <a:pt x="89335" y="73746"/>
                      <a:pt x="86678" y="69717"/>
                    </a:cubicBezTo>
                    <a:cubicBezTo>
                      <a:pt x="84687" y="66364"/>
                      <a:pt x="83211" y="62735"/>
                      <a:pt x="82296" y="58954"/>
                    </a:cubicBezTo>
                    <a:cubicBezTo>
                      <a:pt x="78591" y="49353"/>
                      <a:pt x="71371" y="41514"/>
                      <a:pt x="62103" y="37046"/>
                    </a:cubicBezTo>
                    <a:cubicBezTo>
                      <a:pt x="38767" y="23997"/>
                      <a:pt x="4953" y="35237"/>
                      <a:pt x="0" y="39999"/>
                    </a:cubicBezTo>
                    <a:cubicBezTo>
                      <a:pt x="13221" y="10548"/>
                      <a:pt x="45396" y="-5483"/>
                      <a:pt x="76867" y="1709"/>
                    </a:cubicBezTo>
                    <a:close/>
                  </a:path>
                </a:pathLst>
              </a:custGeom>
              <a:solidFill>
                <a:srgbClr val="3A2C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2" name="Google Shape;212;p12"/>
              <p:cNvSpPr/>
              <p:nvPr/>
            </p:nvSpPr>
            <p:spPr>
              <a:xfrm>
                <a:off x="5898276" y="1323720"/>
                <a:ext cx="74471" cy="246223"/>
              </a:xfrm>
              <a:custGeom>
                <a:avLst/>
                <a:gdLst/>
                <a:ahLst/>
                <a:cxnLst/>
                <a:rect l="l" t="t" r="r" b="b"/>
                <a:pathLst>
                  <a:path w="93089" h="307779" extrusionOk="0">
                    <a:moveTo>
                      <a:pt x="39367" y="248524"/>
                    </a:moveTo>
                    <a:cubicBezTo>
                      <a:pt x="45177" y="212329"/>
                      <a:pt x="56036" y="188898"/>
                      <a:pt x="50988" y="168990"/>
                    </a:cubicBezTo>
                    <a:cubicBezTo>
                      <a:pt x="39739" y="128738"/>
                      <a:pt x="25013" y="89542"/>
                      <a:pt x="6982" y="51833"/>
                    </a:cubicBezTo>
                    <a:cubicBezTo>
                      <a:pt x="-4448" y="29354"/>
                      <a:pt x="-924" y="13733"/>
                      <a:pt x="10887" y="4779"/>
                    </a:cubicBezTo>
                    <a:cubicBezTo>
                      <a:pt x="24222" y="-4746"/>
                      <a:pt x="36891" y="-840"/>
                      <a:pt x="48987" y="23829"/>
                    </a:cubicBezTo>
                    <a:cubicBezTo>
                      <a:pt x="64132" y="55167"/>
                      <a:pt x="81086" y="87361"/>
                      <a:pt x="89373" y="134034"/>
                    </a:cubicBezTo>
                    <a:cubicBezTo>
                      <a:pt x="94688" y="164228"/>
                      <a:pt x="94298" y="195136"/>
                      <a:pt x="88230" y="225188"/>
                    </a:cubicBezTo>
                    <a:cubicBezTo>
                      <a:pt x="83087" y="257668"/>
                      <a:pt x="72800" y="275956"/>
                      <a:pt x="60513" y="306436"/>
                    </a:cubicBezTo>
                    <a:cubicBezTo>
                      <a:pt x="57084" y="315199"/>
                      <a:pt x="34414" y="279385"/>
                      <a:pt x="39367" y="248524"/>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3" name="Google Shape;213;p12"/>
              <p:cNvSpPr/>
              <p:nvPr/>
            </p:nvSpPr>
            <p:spPr>
              <a:xfrm>
                <a:off x="5831068" y="2061801"/>
                <a:ext cx="86995" cy="66513"/>
              </a:xfrm>
              <a:custGeom>
                <a:avLst/>
                <a:gdLst/>
                <a:ahLst/>
                <a:cxnLst/>
                <a:rect l="l" t="t" r="r" b="b"/>
                <a:pathLst>
                  <a:path w="108744" h="83141" extrusionOk="0">
                    <a:moveTo>
                      <a:pt x="100855" y="2"/>
                    </a:moveTo>
                    <a:cubicBezTo>
                      <a:pt x="87806" y="10575"/>
                      <a:pt x="67423" y="3241"/>
                      <a:pt x="66470" y="4194"/>
                    </a:cubicBezTo>
                    <a:cubicBezTo>
                      <a:pt x="51297" y="17281"/>
                      <a:pt x="35400" y="29492"/>
                      <a:pt x="18845" y="40769"/>
                    </a:cubicBezTo>
                    <a:cubicBezTo>
                      <a:pt x="10654" y="47151"/>
                      <a:pt x="-2014" y="55724"/>
                      <a:pt x="271" y="68106"/>
                    </a:cubicBezTo>
                    <a:cubicBezTo>
                      <a:pt x="4367" y="90109"/>
                      <a:pt x="39610" y="83346"/>
                      <a:pt x="52945" y="76584"/>
                    </a:cubicBezTo>
                    <a:cubicBezTo>
                      <a:pt x="66280" y="69821"/>
                      <a:pt x="77043" y="58677"/>
                      <a:pt x="89616" y="50866"/>
                    </a:cubicBezTo>
                    <a:cubicBezTo>
                      <a:pt x="98665" y="45246"/>
                      <a:pt x="107428" y="42389"/>
                      <a:pt x="108666" y="31054"/>
                    </a:cubicBezTo>
                    <a:cubicBezTo>
                      <a:pt x="109523" y="24196"/>
                      <a:pt x="103142" y="-283"/>
                      <a:pt x="100855" y="2"/>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4" name="Google Shape;214;p12"/>
              <p:cNvSpPr/>
              <p:nvPr/>
            </p:nvSpPr>
            <p:spPr>
              <a:xfrm>
                <a:off x="5831514" y="2082973"/>
                <a:ext cx="86563" cy="44990"/>
              </a:xfrm>
              <a:custGeom>
                <a:avLst/>
                <a:gdLst/>
                <a:ahLst/>
                <a:cxnLst/>
                <a:rect l="l" t="t" r="r" b="b"/>
                <a:pathLst>
                  <a:path w="108204" h="56238" extrusionOk="0">
                    <a:moveTo>
                      <a:pt x="107918" y="0"/>
                    </a:moveTo>
                    <a:cubicBezTo>
                      <a:pt x="106204" y="10859"/>
                      <a:pt x="97536" y="13907"/>
                      <a:pt x="88868" y="19050"/>
                    </a:cubicBezTo>
                    <a:cubicBezTo>
                      <a:pt x="76105" y="26956"/>
                      <a:pt x="64865" y="38100"/>
                      <a:pt x="51530" y="45149"/>
                    </a:cubicBezTo>
                    <a:cubicBezTo>
                      <a:pt x="38195" y="52197"/>
                      <a:pt x="8573" y="57531"/>
                      <a:pt x="0" y="41815"/>
                    </a:cubicBezTo>
                    <a:cubicBezTo>
                      <a:pt x="4667" y="63056"/>
                      <a:pt x="39338" y="56388"/>
                      <a:pt x="52483" y="49721"/>
                    </a:cubicBezTo>
                    <a:cubicBezTo>
                      <a:pt x="65627" y="43053"/>
                      <a:pt x="76581" y="31814"/>
                      <a:pt x="89154" y="24003"/>
                    </a:cubicBezTo>
                    <a:cubicBezTo>
                      <a:pt x="98203" y="18383"/>
                      <a:pt x="106966" y="15526"/>
                      <a:pt x="108204" y="4191"/>
                    </a:cubicBezTo>
                    <a:cubicBezTo>
                      <a:pt x="108214" y="2791"/>
                      <a:pt x="108118" y="1391"/>
                      <a:pt x="107918"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5" name="Google Shape;215;p12"/>
              <p:cNvSpPr/>
              <p:nvPr/>
            </p:nvSpPr>
            <p:spPr>
              <a:xfrm>
                <a:off x="5764925" y="2047104"/>
                <a:ext cx="79862" cy="61873"/>
              </a:xfrm>
              <a:custGeom>
                <a:avLst/>
                <a:gdLst/>
                <a:ahLst/>
                <a:cxnLst/>
                <a:rect l="l" t="t" r="r" b="b"/>
                <a:pathLst>
                  <a:path w="99827" h="77341" extrusionOk="0">
                    <a:moveTo>
                      <a:pt x="91860" y="1"/>
                    </a:moveTo>
                    <a:cubicBezTo>
                      <a:pt x="79954" y="9526"/>
                      <a:pt x="61856" y="4288"/>
                      <a:pt x="60999" y="5240"/>
                    </a:cubicBezTo>
                    <a:cubicBezTo>
                      <a:pt x="47045" y="17146"/>
                      <a:pt x="32453" y="28281"/>
                      <a:pt x="17279" y="38578"/>
                    </a:cubicBezTo>
                    <a:cubicBezTo>
                      <a:pt x="9754" y="44388"/>
                      <a:pt x="-1771" y="52294"/>
                      <a:pt x="229" y="63533"/>
                    </a:cubicBezTo>
                    <a:cubicBezTo>
                      <a:pt x="4040" y="83726"/>
                      <a:pt x="36329" y="77535"/>
                      <a:pt x="48521" y="71344"/>
                    </a:cubicBezTo>
                    <a:cubicBezTo>
                      <a:pt x="60713" y="65152"/>
                      <a:pt x="70619" y="54961"/>
                      <a:pt x="82145" y="47817"/>
                    </a:cubicBezTo>
                    <a:cubicBezTo>
                      <a:pt x="90336" y="42673"/>
                      <a:pt x="98433" y="40006"/>
                      <a:pt x="99766" y="29624"/>
                    </a:cubicBezTo>
                    <a:cubicBezTo>
                      <a:pt x="100528" y="23338"/>
                      <a:pt x="94051" y="-189"/>
                      <a:pt x="91860" y="1"/>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6" name="Google Shape;216;p12"/>
              <p:cNvSpPr/>
              <p:nvPr/>
            </p:nvSpPr>
            <p:spPr>
              <a:xfrm>
                <a:off x="5764880" y="2067438"/>
                <a:ext cx="79629" cy="41383"/>
              </a:xfrm>
              <a:custGeom>
                <a:avLst/>
                <a:gdLst/>
                <a:ahLst/>
                <a:cxnLst/>
                <a:rect l="l" t="t" r="r" b="b"/>
                <a:pathLst>
                  <a:path w="99536" h="51729" extrusionOk="0">
                    <a:moveTo>
                      <a:pt x="99536" y="0"/>
                    </a:moveTo>
                    <a:cubicBezTo>
                      <a:pt x="97917" y="10001"/>
                      <a:pt x="90011" y="12668"/>
                      <a:pt x="81820" y="17812"/>
                    </a:cubicBezTo>
                    <a:cubicBezTo>
                      <a:pt x="70104" y="25051"/>
                      <a:pt x="59817" y="35528"/>
                      <a:pt x="47625" y="41720"/>
                    </a:cubicBezTo>
                    <a:cubicBezTo>
                      <a:pt x="35433" y="47911"/>
                      <a:pt x="8287" y="53054"/>
                      <a:pt x="0" y="38671"/>
                    </a:cubicBezTo>
                    <a:cubicBezTo>
                      <a:pt x="4286" y="57721"/>
                      <a:pt x="36004" y="52006"/>
                      <a:pt x="47625" y="45911"/>
                    </a:cubicBezTo>
                    <a:cubicBezTo>
                      <a:pt x="59246" y="39814"/>
                      <a:pt x="69723" y="29528"/>
                      <a:pt x="81248" y="22384"/>
                    </a:cubicBezTo>
                    <a:cubicBezTo>
                      <a:pt x="89440" y="17240"/>
                      <a:pt x="97536" y="14573"/>
                      <a:pt x="98870" y="4191"/>
                    </a:cubicBezTo>
                    <a:cubicBezTo>
                      <a:pt x="99222" y="2819"/>
                      <a:pt x="99441" y="1419"/>
                      <a:pt x="99536"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7" name="Google Shape;217;p12"/>
              <p:cNvSpPr/>
              <p:nvPr/>
            </p:nvSpPr>
            <p:spPr>
              <a:xfrm>
                <a:off x="5777722" y="1472916"/>
                <a:ext cx="170454" cy="595560"/>
              </a:xfrm>
              <a:custGeom>
                <a:avLst/>
                <a:gdLst/>
                <a:ahLst/>
                <a:cxnLst/>
                <a:rect l="l" t="t" r="r" b="b"/>
                <a:pathLst>
                  <a:path w="213068" h="744450" extrusionOk="0">
                    <a:moveTo>
                      <a:pt x="5465" y="110490"/>
                    </a:moveTo>
                    <a:cubicBezTo>
                      <a:pt x="11276" y="65437"/>
                      <a:pt x="27849" y="0"/>
                      <a:pt x="27849" y="0"/>
                    </a:cubicBezTo>
                    <a:cubicBezTo>
                      <a:pt x="43546" y="7372"/>
                      <a:pt x="60529" y="11611"/>
                      <a:pt x="77855" y="12478"/>
                    </a:cubicBezTo>
                    <a:cubicBezTo>
                      <a:pt x="103211" y="12316"/>
                      <a:pt x="128490" y="9830"/>
                      <a:pt x="153388" y="5048"/>
                    </a:cubicBezTo>
                    <a:cubicBezTo>
                      <a:pt x="161532" y="19269"/>
                      <a:pt x="170429" y="33033"/>
                      <a:pt x="180059" y="46291"/>
                    </a:cubicBezTo>
                    <a:cubicBezTo>
                      <a:pt x="193012" y="64294"/>
                      <a:pt x="218159" y="103441"/>
                      <a:pt x="212158" y="172879"/>
                    </a:cubicBezTo>
                    <a:cubicBezTo>
                      <a:pt x="208253" y="217932"/>
                      <a:pt x="182916" y="409480"/>
                      <a:pt x="182916" y="409480"/>
                    </a:cubicBezTo>
                    <a:cubicBezTo>
                      <a:pt x="192755" y="441693"/>
                      <a:pt x="197985" y="475145"/>
                      <a:pt x="198442" y="508826"/>
                    </a:cubicBezTo>
                    <a:cubicBezTo>
                      <a:pt x="196156" y="548821"/>
                      <a:pt x="190869" y="588588"/>
                      <a:pt x="182630" y="627793"/>
                    </a:cubicBezTo>
                    <a:lnTo>
                      <a:pt x="167581" y="736568"/>
                    </a:lnTo>
                    <a:cubicBezTo>
                      <a:pt x="167581" y="736568"/>
                      <a:pt x="147483" y="751046"/>
                      <a:pt x="133195" y="740759"/>
                    </a:cubicBezTo>
                    <a:lnTo>
                      <a:pt x="135005" y="634365"/>
                    </a:lnTo>
                    <a:cubicBezTo>
                      <a:pt x="133291" y="608362"/>
                      <a:pt x="130719" y="569976"/>
                      <a:pt x="129004" y="545402"/>
                    </a:cubicBezTo>
                    <a:cubicBezTo>
                      <a:pt x="126337" y="505492"/>
                      <a:pt x="119479" y="442055"/>
                      <a:pt x="117098" y="426148"/>
                    </a:cubicBezTo>
                    <a:cubicBezTo>
                      <a:pt x="114717" y="410242"/>
                      <a:pt x="109954" y="382619"/>
                      <a:pt x="107573" y="351568"/>
                    </a:cubicBezTo>
                    <a:cubicBezTo>
                      <a:pt x="105192" y="320516"/>
                      <a:pt x="93476" y="162973"/>
                      <a:pt x="93476" y="162973"/>
                    </a:cubicBezTo>
                    <a:lnTo>
                      <a:pt x="91857" y="192500"/>
                    </a:lnTo>
                    <a:cubicBezTo>
                      <a:pt x="91857" y="192500"/>
                      <a:pt x="90238" y="240125"/>
                      <a:pt x="83380" y="299561"/>
                    </a:cubicBezTo>
                    <a:cubicBezTo>
                      <a:pt x="76522" y="358997"/>
                      <a:pt x="73855" y="385286"/>
                      <a:pt x="73855" y="385286"/>
                    </a:cubicBezTo>
                    <a:cubicBezTo>
                      <a:pt x="80370" y="397183"/>
                      <a:pt x="84932" y="410042"/>
                      <a:pt x="87380" y="423386"/>
                    </a:cubicBezTo>
                    <a:cubicBezTo>
                      <a:pt x="88619" y="436150"/>
                      <a:pt x="103192" y="537686"/>
                      <a:pt x="94429" y="588740"/>
                    </a:cubicBezTo>
                    <a:lnTo>
                      <a:pt x="76712" y="719138"/>
                    </a:lnTo>
                    <a:cubicBezTo>
                      <a:pt x="67645" y="725376"/>
                      <a:pt x="56138" y="726900"/>
                      <a:pt x="45756" y="723233"/>
                    </a:cubicBezTo>
                    <a:lnTo>
                      <a:pt x="35183" y="591407"/>
                    </a:lnTo>
                    <a:cubicBezTo>
                      <a:pt x="28135" y="541211"/>
                      <a:pt x="13180" y="434912"/>
                      <a:pt x="10895" y="421100"/>
                    </a:cubicBezTo>
                    <a:cubicBezTo>
                      <a:pt x="5808" y="393268"/>
                      <a:pt x="2817" y="365084"/>
                      <a:pt x="1941" y="336804"/>
                    </a:cubicBezTo>
                    <a:cubicBezTo>
                      <a:pt x="-1583" y="279749"/>
                      <a:pt x="-250" y="155543"/>
                      <a:pt x="5465" y="110490"/>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8" name="Google Shape;218;p12"/>
              <p:cNvSpPr/>
              <p:nvPr/>
            </p:nvSpPr>
            <p:spPr>
              <a:xfrm>
                <a:off x="5770564" y="1458904"/>
                <a:ext cx="181538" cy="396087"/>
              </a:xfrm>
              <a:custGeom>
                <a:avLst/>
                <a:gdLst/>
                <a:ahLst/>
                <a:cxnLst/>
                <a:rect l="l" t="t" r="r" b="b"/>
                <a:pathLst>
                  <a:path w="226922" h="495109" extrusionOk="0">
                    <a:moveTo>
                      <a:pt x="162435" y="6001"/>
                    </a:moveTo>
                    <a:lnTo>
                      <a:pt x="201202" y="83915"/>
                    </a:lnTo>
                    <a:cubicBezTo>
                      <a:pt x="201202" y="83915"/>
                      <a:pt x="260447" y="170593"/>
                      <a:pt x="199106" y="393287"/>
                    </a:cubicBezTo>
                    <a:lnTo>
                      <a:pt x="210631" y="461963"/>
                    </a:lnTo>
                    <a:cubicBezTo>
                      <a:pt x="210631" y="461963"/>
                      <a:pt x="94522" y="536543"/>
                      <a:pt x="16798" y="461963"/>
                    </a:cubicBezTo>
                    <a:cubicBezTo>
                      <a:pt x="16798" y="461963"/>
                      <a:pt x="-10158" y="256127"/>
                      <a:pt x="4224" y="161258"/>
                    </a:cubicBezTo>
                    <a:cubicBezTo>
                      <a:pt x="12149" y="106661"/>
                      <a:pt x="24246" y="52749"/>
                      <a:pt x="40420" y="0"/>
                    </a:cubicBezTo>
                    <a:cubicBezTo>
                      <a:pt x="40420" y="0"/>
                      <a:pt x="59470" y="21050"/>
                      <a:pt x="157291" y="7144"/>
                    </a:cubicBezTo>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19" name="Google Shape;219;p12"/>
              <p:cNvSpPr/>
              <p:nvPr/>
            </p:nvSpPr>
            <p:spPr>
              <a:xfrm>
                <a:off x="5895126" y="1321170"/>
                <a:ext cx="61010" cy="76023"/>
              </a:xfrm>
              <a:custGeom>
                <a:avLst/>
                <a:gdLst/>
                <a:ahLst/>
                <a:cxnLst/>
                <a:rect l="l" t="t" r="r" b="b"/>
                <a:pathLst>
                  <a:path w="76263" h="95029" extrusionOk="0">
                    <a:moveTo>
                      <a:pt x="76263" y="71216"/>
                    </a:moveTo>
                    <a:cubicBezTo>
                      <a:pt x="76263" y="71216"/>
                      <a:pt x="49307" y="98076"/>
                      <a:pt x="17303" y="94743"/>
                    </a:cubicBezTo>
                    <a:lnTo>
                      <a:pt x="1968" y="42165"/>
                    </a:lnTo>
                    <a:cubicBezTo>
                      <a:pt x="1968" y="42165"/>
                      <a:pt x="-7557" y="14828"/>
                      <a:pt x="15303" y="2826"/>
                    </a:cubicBezTo>
                    <a:cubicBezTo>
                      <a:pt x="38163" y="-9175"/>
                      <a:pt x="62833" y="17685"/>
                      <a:pt x="76263" y="71216"/>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0" name="Google Shape;220;p12"/>
              <p:cNvSpPr/>
              <p:nvPr/>
            </p:nvSpPr>
            <p:spPr>
              <a:xfrm>
                <a:off x="5777141" y="1300603"/>
                <a:ext cx="50825" cy="53396"/>
              </a:xfrm>
              <a:custGeom>
                <a:avLst/>
                <a:gdLst/>
                <a:ahLst/>
                <a:cxnLst/>
                <a:rect l="l" t="t" r="r" b="b"/>
                <a:pathLst>
                  <a:path w="63531" h="66745" extrusionOk="0">
                    <a:moveTo>
                      <a:pt x="63532" y="451"/>
                    </a:moveTo>
                    <a:cubicBezTo>
                      <a:pt x="63532" y="451"/>
                      <a:pt x="32671" y="-9074"/>
                      <a:pt x="0" y="59411"/>
                    </a:cubicBezTo>
                    <a:lnTo>
                      <a:pt x="12192" y="66745"/>
                    </a:lnTo>
                    <a:cubicBezTo>
                      <a:pt x="27499" y="43304"/>
                      <a:pt x="44663" y="21130"/>
                      <a:pt x="63532" y="451"/>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grpSp>
          <p:nvGrpSpPr>
            <p:cNvPr id="221" name="Google Shape;221;p12"/>
            <p:cNvGrpSpPr/>
            <p:nvPr/>
          </p:nvGrpSpPr>
          <p:grpSpPr>
            <a:xfrm>
              <a:off x="5122427" y="3292365"/>
              <a:ext cx="823270" cy="1268939"/>
              <a:chOff x="5490177" y="3555452"/>
              <a:chExt cx="823270" cy="1268939"/>
            </a:xfrm>
          </p:grpSpPr>
          <p:sp>
            <p:nvSpPr>
              <p:cNvPr id="222" name="Google Shape;222;p12"/>
              <p:cNvSpPr/>
              <p:nvPr/>
            </p:nvSpPr>
            <p:spPr>
              <a:xfrm>
                <a:off x="5967652" y="4624747"/>
                <a:ext cx="345795" cy="199644"/>
              </a:xfrm>
              <a:custGeom>
                <a:avLst/>
                <a:gdLst/>
                <a:ahLst/>
                <a:cxnLst/>
                <a:rect l="l" t="t" r="r" b="b"/>
                <a:pathLst>
                  <a:path w="432244" h="249555" extrusionOk="0">
                    <a:moveTo>
                      <a:pt x="432245" y="124777"/>
                    </a:moveTo>
                    <a:cubicBezTo>
                      <a:pt x="432245" y="193690"/>
                      <a:pt x="335483" y="249555"/>
                      <a:pt x="216122" y="249555"/>
                    </a:cubicBezTo>
                    <a:cubicBezTo>
                      <a:pt x="96761" y="249555"/>
                      <a:pt x="0" y="193690"/>
                      <a:pt x="0" y="124777"/>
                    </a:cubicBezTo>
                    <a:cubicBezTo>
                      <a:pt x="0" y="55865"/>
                      <a:pt x="96761" y="0"/>
                      <a:pt x="216122" y="0"/>
                    </a:cubicBezTo>
                    <a:cubicBezTo>
                      <a:pt x="335483" y="0"/>
                      <a:pt x="432245" y="55865"/>
                      <a:pt x="432245" y="124777"/>
                    </a:cubicBez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3" name="Google Shape;223;p12"/>
              <p:cNvSpPr/>
              <p:nvPr/>
            </p:nvSpPr>
            <p:spPr>
              <a:xfrm>
                <a:off x="6225123" y="3957880"/>
                <a:ext cx="68002" cy="244678"/>
              </a:xfrm>
              <a:custGeom>
                <a:avLst/>
                <a:gdLst/>
                <a:ahLst/>
                <a:cxnLst/>
                <a:rect l="l" t="t" r="r" b="b"/>
                <a:pathLst>
                  <a:path w="85002" h="305847" extrusionOk="0">
                    <a:moveTo>
                      <a:pt x="18764" y="0"/>
                    </a:moveTo>
                    <a:cubicBezTo>
                      <a:pt x="37814" y="5429"/>
                      <a:pt x="48482" y="26289"/>
                      <a:pt x="65056" y="70961"/>
                    </a:cubicBezTo>
                    <a:cubicBezTo>
                      <a:pt x="78848" y="111490"/>
                      <a:pt x="85582" y="154076"/>
                      <a:pt x="84963" y="196882"/>
                    </a:cubicBezTo>
                    <a:cubicBezTo>
                      <a:pt x="79629" y="238982"/>
                      <a:pt x="62198" y="271748"/>
                      <a:pt x="20098" y="305848"/>
                    </a:cubicBezTo>
                    <a:lnTo>
                      <a:pt x="0" y="268986"/>
                    </a:lnTo>
                    <a:cubicBezTo>
                      <a:pt x="0" y="268986"/>
                      <a:pt x="41243" y="232600"/>
                      <a:pt x="45434" y="190500"/>
                    </a:cubicBezTo>
                    <a:cubicBezTo>
                      <a:pt x="47815" y="166878"/>
                      <a:pt x="20098" y="87249"/>
                      <a:pt x="20098" y="85058"/>
                    </a:cubicBezTo>
                    <a:cubicBezTo>
                      <a:pt x="20098" y="82867"/>
                      <a:pt x="18764" y="0"/>
                      <a:pt x="18764" y="0"/>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4" name="Google Shape;224;p12"/>
              <p:cNvSpPr/>
              <p:nvPr/>
            </p:nvSpPr>
            <p:spPr>
              <a:xfrm>
                <a:off x="6014262" y="4720102"/>
                <a:ext cx="99120" cy="56094"/>
              </a:xfrm>
              <a:custGeom>
                <a:avLst/>
                <a:gdLst/>
                <a:ahLst/>
                <a:cxnLst/>
                <a:rect l="l" t="t" r="r" b="b"/>
                <a:pathLst>
                  <a:path w="123900" h="70118" extrusionOk="0">
                    <a:moveTo>
                      <a:pt x="117628" y="16845"/>
                    </a:moveTo>
                    <a:cubicBezTo>
                      <a:pt x="104783" y="20750"/>
                      <a:pt x="90877" y="18874"/>
                      <a:pt x="79528" y="11701"/>
                    </a:cubicBezTo>
                    <a:cubicBezTo>
                      <a:pt x="69241" y="11701"/>
                      <a:pt x="8757" y="-12016"/>
                      <a:pt x="1137" y="8082"/>
                    </a:cubicBezTo>
                    <a:cubicBezTo>
                      <a:pt x="-5531" y="25703"/>
                      <a:pt x="18758" y="42086"/>
                      <a:pt x="31617" y="45229"/>
                    </a:cubicBezTo>
                    <a:cubicBezTo>
                      <a:pt x="60192" y="51992"/>
                      <a:pt x="80766" y="66089"/>
                      <a:pt x="92196" y="68470"/>
                    </a:cubicBezTo>
                    <a:cubicBezTo>
                      <a:pt x="100966" y="71585"/>
                      <a:pt x="110703" y="70232"/>
                      <a:pt x="118294" y="64851"/>
                    </a:cubicBezTo>
                    <a:cubicBezTo>
                      <a:pt x="126200" y="56850"/>
                      <a:pt x="125533" y="27322"/>
                      <a:pt x="117628" y="16845"/>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5" name="Google Shape;225;p12"/>
              <p:cNvSpPr/>
              <p:nvPr/>
            </p:nvSpPr>
            <p:spPr>
              <a:xfrm>
                <a:off x="6014165" y="4729456"/>
                <a:ext cx="97551" cy="46733"/>
              </a:xfrm>
              <a:custGeom>
                <a:avLst/>
                <a:gdLst/>
                <a:ahLst/>
                <a:cxnLst/>
                <a:rect l="l" t="t" r="r" b="b"/>
                <a:pathLst>
                  <a:path w="121939" h="58416" extrusionOk="0">
                    <a:moveTo>
                      <a:pt x="92127" y="51911"/>
                    </a:moveTo>
                    <a:cubicBezTo>
                      <a:pt x="80697" y="49530"/>
                      <a:pt x="59837" y="35433"/>
                      <a:pt x="31548" y="28575"/>
                    </a:cubicBezTo>
                    <a:cubicBezTo>
                      <a:pt x="20784" y="26003"/>
                      <a:pt x="2020" y="14097"/>
                      <a:pt x="210" y="0"/>
                    </a:cubicBezTo>
                    <a:cubicBezTo>
                      <a:pt x="-2361" y="16193"/>
                      <a:pt x="19260" y="30575"/>
                      <a:pt x="31548" y="33528"/>
                    </a:cubicBezTo>
                    <a:cubicBezTo>
                      <a:pt x="60123" y="40291"/>
                      <a:pt x="80697" y="54388"/>
                      <a:pt x="92127" y="56769"/>
                    </a:cubicBezTo>
                    <a:cubicBezTo>
                      <a:pt x="100896" y="59884"/>
                      <a:pt x="110634" y="58531"/>
                      <a:pt x="118225" y="53150"/>
                    </a:cubicBezTo>
                    <a:cubicBezTo>
                      <a:pt x="119933" y="51188"/>
                      <a:pt x="121200" y="48882"/>
                      <a:pt x="121940" y="46387"/>
                    </a:cubicBezTo>
                    <a:cubicBezTo>
                      <a:pt x="113425" y="52816"/>
                      <a:pt x="102380" y="54864"/>
                      <a:pt x="92127" y="51911"/>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6" name="Google Shape;226;p12"/>
              <p:cNvSpPr/>
              <p:nvPr/>
            </p:nvSpPr>
            <p:spPr>
              <a:xfrm>
                <a:off x="6140412" y="4656810"/>
                <a:ext cx="95533" cy="53978"/>
              </a:xfrm>
              <a:custGeom>
                <a:avLst/>
                <a:gdLst/>
                <a:ahLst/>
                <a:cxnLst/>
                <a:rect l="l" t="t" r="r" b="b"/>
                <a:pathLst>
                  <a:path w="119416" h="67472" extrusionOk="0">
                    <a:moveTo>
                      <a:pt x="113384" y="16189"/>
                    </a:moveTo>
                    <a:cubicBezTo>
                      <a:pt x="102146" y="20047"/>
                      <a:pt x="89728" y="18161"/>
                      <a:pt x="80142" y="11141"/>
                    </a:cubicBezTo>
                    <a:cubicBezTo>
                      <a:pt x="70617" y="11141"/>
                      <a:pt x="8419" y="-11529"/>
                      <a:pt x="1085" y="7807"/>
                    </a:cubicBezTo>
                    <a:cubicBezTo>
                      <a:pt x="-5297" y="24762"/>
                      <a:pt x="18039" y="40383"/>
                      <a:pt x="30422" y="43431"/>
                    </a:cubicBezTo>
                    <a:cubicBezTo>
                      <a:pt x="57663" y="50003"/>
                      <a:pt x="78047" y="63624"/>
                      <a:pt x="88715" y="65910"/>
                    </a:cubicBezTo>
                    <a:cubicBezTo>
                      <a:pt x="97172" y="68882"/>
                      <a:pt x="106547" y="67567"/>
                      <a:pt x="113861" y="62385"/>
                    </a:cubicBezTo>
                    <a:cubicBezTo>
                      <a:pt x="121671" y="54670"/>
                      <a:pt x="121004" y="26286"/>
                      <a:pt x="113384" y="16189"/>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7" name="Google Shape;227;p12"/>
              <p:cNvSpPr/>
              <p:nvPr/>
            </p:nvSpPr>
            <p:spPr>
              <a:xfrm>
                <a:off x="6140448" y="4665717"/>
                <a:ext cx="93872" cy="45066"/>
              </a:xfrm>
              <a:custGeom>
                <a:avLst/>
                <a:gdLst/>
                <a:ahLst/>
                <a:cxnLst/>
                <a:rect l="l" t="t" r="r" b="b"/>
                <a:pathLst>
                  <a:path w="117340" h="56332" extrusionOk="0">
                    <a:moveTo>
                      <a:pt x="88670" y="50102"/>
                    </a:moveTo>
                    <a:cubicBezTo>
                      <a:pt x="77717" y="47720"/>
                      <a:pt x="57619" y="34195"/>
                      <a:pt x="30377" y="27622"/>
                    </a:cubicBezTo>
                    <a:cubicBezTo>
                      <a:pt x="19995" y="25051"/>
                      <a:pt x="1802" y="13621"/>
                      <a:pt x="183" y="0"/>
                    </a:cubicBezTo>
                    <a:cubicBezTo>
                      <a:pt x="-2198" y="15621"/>
                      <a:pt x="19233" y="29528"/>
                      <a:pt x="30377" y="32290"/>
                    </a:cubicBezTo>
                    <a:cubicBezTo>
                      <a:pt x="57619" y="38862"/>
                      <a:pt x="78002" y="52483"/>
                      <a:pt x="88670" y="54769"/>
                    </a:cubicBezTo>
                    <a:cubicBezTo>
                      <a:pt x="97128" y="57741"/>
                      <a:pt x="106503" y="56426"/>
                      <a:pt x="113816" y="51245"/>
                    </a:cubicBezTo>
                    <a:cubicBezTo>
                      <a:pt x="115496" y="49368"/>
                      <a:pt x="116703" y="47111"/>
                      <a:pt x="117341" y="44672"/>
                    </a:cubicBezTo>
                    <a:cubicBezTo>
                      <a:pt x="109187" y="50930"/>
                      <a:pt x="98547" y="52940"/>
                      <a:pt x="88670" y="50102"/>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8" name="Google Shape;228;p12"/>
              <p:cNvSpPr/>
              <p:nvPr/>
            </p:nvSpPr>
            <p:spPr>
              <a:xfrm>
                <a:off x="6074259" y="4151308"/>
                <a:ext cx="190443" cy="586341"/>
              </a:xfrm>
              <a:custGeom>
                <a:avLst/>
                <a:gdLst/>
                <a:ahLst/>
                <a:cxnLst/>
                <a:rect l="l" t="t" r="r" b="b"/>
                <a:pathLst>
                  <a:path w="238054" h="732926" extrusionOk="0">
                    <a:moveTo>
                      <a:pt x="216416" y="495014"/>
                    </a:moveTo>
                    <a:cubicBezTo>
                      <a:pt x="216443" y="471802"/>
                      <a:pt x="212447" y="448761"/>
                      <a:pt x="204605" y="426911"/>
                    </a:cubicBezTo>
                    <a:cubicBezTo>
                      <a:pt x="204605" y="426911"/>
                      <a:pt x="212415" y="333661"/>
                      <a:pt x="218416" y="272415"/>
                    </a:cubicBezTo>
                    <a:cubicBezTo>
                      <a:pt x="227179" y="182118"/>
                      <a:pt x="241086" y="173164"/>
                      <a:pt x="237466" y="118300"/>
                    </a:cubicBezTo>
                    <a:cubicBezTo>
                      <a:pt x="233847" y="67437"/>
                      <a:pt x="204891" y="34480"/>
                      <a:pt x="197366" y="0"/>
                    </a:cubicBezTo>
                    <a:lnTo>
                      <a:pt x="50014" y="11621"/>
                    </a:lnTo>
                    <a:cubicBezTo>
                      <a:pt x="50014" y="11621"/>
                      <a:pt x="37155" y="53435"/>
                      <a:pt x="20582" y="136684"/>
                    </a:cubicBezTo>
                    <a:cubicBezTo>
                      <a:pt x="4008" y="219932"/>
                      <a:pt x="2865" y="318897"/>
                      <a:pt x="4199" y="449961"/>
                    </a:cubicBezTo>
                    <a:cubicBezTo>
                      <a:pt x="4199" y="483775"/>
                      <a:pt x="-1516" y="513112"/>
                      <a:pt x="389" y="597313"/>
                    </a:cubicBezTo>
                    <a:cubicBezTo>
                      <a:pt x="1722" y="653891"/>
                      <a:pt x="4961" y="723233"/>
                      <a:pt x="4961" y="723233"/>
                    </a:cubicBezTo>
                    <a:cubicBezTo>
                      <a:pt x="26487" y="741712"/>
                      <a:pt x="41442" y="728091"/>
                      <a:pt x="41442" y="728091"/>
                    </a:cubicBezTo>
                    <a:cubicBezTo>
                      <a:pt x="41442" y="728091"/>
                      <a:pt x="79542" y="560451"/>
                      <a:pt x="84780" y="521970"/>
                    </a:cubicBezTo>
                    <a:cubicBezTo>
                      <a:pt x="88780" y="500682"/>
                      <a:pt x="87003" y="478707"/>
                      <a:pt x="79637" y="458343"/>
                    </a:cubicBezTo>
                    <a:cubicBezTo>
                      <a:pt x="79637" y="458343"/>
                      <a:pt x="90686" y="405670"/>
                      <a:pt x="98687" y="364236"/>
                    </a:cubicBezTo>
                    <a:cubicBezTo>
                      <a:pt x="108212" y="313658"/>
                      <a:pt x="133453" y="204502"/>
                      <a:pt x="133453" y="204502"/>
                    </a:cubicBezTo>
                    <a:cubicBezTo>
                      <a:pt x="133453" y="204502"/>
                      <a:pt x="129167" y="372237"/>
                      <a:pt x="136501" y="405289"/>
                    </a:cubicBezTo>
                    <a:cubicBezTo>
                      <a:pt x="143835" y="438340"/>
                      <a:pt x="145074" y="467106"/>
                      <a:pt x="151360" y="512064"/>
                    </a:cubicBezTo>
                    <a:cubicBezTo>
                      <a:pt x="158885" y="566356"/>
                      <a:pt x="162314" y="645890"/>
                      <a:pt x="162314" y="645890"/>
                    </a:cubicBezTo>
                    <a:cubicBezTo>
                      <a:pt x="184793" y="660178"/>
                      <a:pt x="194794" y="649224"/>
                      <a:pt x="194794" y="649224"/>
                    </a:cubicBezTo>
                    <a:cubicBezTo>
                      <a:pt x="194794" y="649224"/>
                      <a:pt x="216416" y="542544"/>
                      <a:pt x="216416" y="495014"/>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29" name="Google Shape;229;p12"/>
              <p:cNvSpPr/>
              <p:nvPr/>
            </p:nvSpPr>
            <p:spPr>
              <a:xfrm>
                <a:off x="6075072" y="4151308"/>
                <a:ext cx="189540" cy="327893"/>
              </a:xfrm>
              <a:custGeom>
                <a:avLst/>
                <a:gdLst/>
                <a:ahLst/>
                <a:cxnLst/>
                <a:rect l="l" t="t" r="r" b="b"/>
                <a:pathLst>
                  <a:path w="236925" h="409866" extrusionOk="0">
                    <a:moveTo>
                      <a:pt x="195968" y="0"/>
                    </a:moveTo>
                    <a:cubicBezTo>
                      <a:pt x="211399" y="15812"/>
                      <a:pt x="236926" y="63913"/>
                      <a:pt x="236926" y="136684"/>
                    </a:cubicBezTo>
                    <a:cubicBezTo>
                      <a:pt x="236926" y="218599"/>
                      <a:pt x="225020" y="202025"/>
                      <a:pt x="219305" y="292227"/>
                    </a:cubicBezTo>
                    <a:lnTo>
                      <a:pt x="213590" y="382429"/>
                    </a:lnTo>
                    <a:cubicBezTo>
                      <a:pt x="213590" y="382429"/>
                      <a:pt x="90431" y="441198"/>
                      <a:pt x="2611" y="386715"/>
                    </a:cubicBezTo>
                    <a:cubicBezTo>
                      <a:pt x="-5200" y="369665"/>
                      <a:pt x="5564" y="179927"/>
                      <a:pt x="20994" y="112490"/>
                    </a:cubicBezTo>
                    <a:cubicBezTo>
                      <a:pt x="36425" y="45053"/>
                      <a:pt x="46997" y="12002"/>
                      <a:pt x="46997" y="12002"/>
                    </a:cubicBezTo>
                    <a:cubicBezTo>
                      <a:pt x="46997" y="12002"/>
                      <a:pt x="160250" y="42577"/>
                      <a:pt x="195968" y="0"/>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0" name="Google Shape;230;p12"/>
              <p:cNvSpPr/>
              <p:nvPr/>
            </p:nvSpPr>
            <p:spPr>
              <a:xfrm>
                <a:off x="6112869" y="3797323"/>
                <a:ext cx="128417" cy="206862"/>
              </a:xfrm>
              <a:custGeom>
                <a:avLst/>
                <a:gdLst/>
                <a:ahLst/>
                <a:cxnLst/>
                <a:rect l="l" t="t" r="r" b="b"/>
                <a:pathLst>
                  <a:path w="160521" h="258577" extrusionOk="0">
                    <a:moveTo>
                      <a:pt x="150502" y="199966"/>
                    </a:moveTo>
                    <a:cubicBezTo>
                      <a:pt x="119070" y="198061"/>
                      <a:pt x="116022" y="203299"/>
                      <a:pt x="113545" y="192155"/>
                    </a:cubicBezTo>
                    <a:cubicBezTo>
                      <a:pt x="112688" y="188155"/>
                      <a:pt x="110878" y="160532"/>
                      <a:pt x="110878" y="160532"/>
                    </a:cubicBezTo>
                    <a:cubicBezTo>
                      <a:pt x="113780" y="156846"/>
                      <a:pt x="116422" y="152960"/>
                      <a:pt x="118784" y="148912"/>
                    </a:cubicBezTo>
                    <a:cubicBezTo>
                      <a:pt x="140167" y="136015"/>
                      <a:pt x="154268" y="113831"/>
                      <a:pt x="156884" y="88999"/>
                    </a:cubicBezTo>
                    <a:cubicBezTo>
                      <a:pt x="161490" y="44708"/>
                      <a:pt x="129348" y="5065"/>
                      <a:pt x="85065" y="417"/>
                    </a:cubicBezTo>
                    <a:cubicBezTo>
                      <a:pt x="43441" y="-3869"/>
                      <a:pt x="12771" y="25373"/>
                      <a:pt x="4579" y="65568"/>
                    </a:cubicBezTo>
                    <a:cubicBezTo>
                      <a:pt x="198" y="85380"/>
                      <a:pt x="-4374" y="125861"/>
                      <a:pt x="8008" y="158341"/>
                    </a:cubicBezTo>
                    <a:cubicBezTo>
                      <a:pt x="14961" y="176725"/>
                      <a:pt x="21438" y="189583"/>
                      <a:pt x="38012" y="188917"/>
                    </a:cubicBezTo>
                    <a:cubicBezTo>
                      <a:pt x="43543" y="188422"/>
                      <a:pt x="49023" y="187469"/>
                      <a:pt x="54395" y="186059"/>
                    </a:cubicBezTo>
                    <a:cubicBezTo>
                      <a:pt x="55283" y="193679"/>
                      <a:pt x="55602" y="201347"/>
                      <a:pt x="55347" y="209015"/>
                    </a:cubicBezTo>
                    <a:cubicBezTo>
                      <a:pt x="55347" y="217111"/>
                      <a:pt x="56300" y="221111"/>
                      <a:pt x="40488" y="230827"/>
                    </a:cubicBezTo>
                    <a:cubicBezTo>
                      <a:pt x="24677" y="240542"/>
                      <a:pt x="64301" y="260354"/>
                      <a:pt x="90114" y="258449"/>
                    </a:cubicBezTo>
                    <a:cubicBezTo>
                      <a:pt x="115927" y="256544"/>
                      <a:pt x="144883" y="240923"/>
                      <a:pt x="152883" y="224255"/>
                    </a:cubicBezTo>
                    <a:cubicBezTo>
                      <a:pt x="161646" y="205586"/>
                      <a:pt x="165266" y="200823"/>
                      <a:pt x="150502" y="199966"/>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1" name="Google Shape;231;p12"/>
              <p:cNvSpPr/>
              <p:nvPr/>
            </p:nvSpPr>
            <p:spPr>
              <a:xfrm>
                <a:off x="6244085" y="3981464"/>
                <a:ext cx="49073" cy="87044"/>
              </a:xfrm>
              <a:custGeom>
                <a:avLst/>
                <a:gdLst/>
                <a:ahLst/>
                <a:cxnLst/>
                <a:rect l="l" t="t" r="r" b="b"/>
                <a:pathLst>
                  <a:path w="61341" h="108805" extrusionOk="0">
                    <a:moveTo>
                      <a:pt x="9525" y="108806"/>
                    </a:moveTo>
                    <a:cubicBezTo>
                      <a:pt x="9525" y="108806"/>
                      <a:pt x="45053" y="100805"/>
                      <a:pt x="61341" y="84993"/>
                    </a:cubicBezTo>
                    <a:cubicBezTo>
                      <a:pt x="61341" y="84993"/>
                      <a:pt x="40196" y="18318"/>
                      <a:pt x="26670" y="1745"/>
                    </a:cubicBezTo>
                    <a:cubicBezTo>
                      <a:pt x="13144" y="-14829"/>
                      <a:pt x="0" y="92137"/>
                      <a:pt x="0" y="92137"/>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2" name="Google Shape;232;p12"/>
              <p:cNvSpPr/>
              <p:nvPr/>
            </p:nvSpPr>
            <p:spPr>
              <a:xfrm>
                <a:off x="6106401" y="3956215"/>
                <a:ext cx="153237" cy="219092"/>
              </a:xfrm>
              <a:custGeom>
                <a:avLst/>
                <a:gdLst/>
                <a:ahLst/>
                <a:cxnLst/>
                <a:rect l="l" t="t" r="r" b="b"/>
                <a:pathLst>
                  <a:path w="191546" h="273865" extrusionOk="0">
                    <a:moveTo>
                      <a:pt x="127349" y="560"/>
                    </a:moveTo>
                    <a:cubicBezTo>
                      <a:pt x="133160" y="7799"/>
                      <a:pt x="133826" y="16847"/>
                      <a:pt x="111443" y="22562"/>
                    </a:cubicBezTo>
                    <a:cubicBezTo>
                      <a:pt x="95161" y="27192"/>
                      <a:pt x="77760" y="25839"/>
                      <a:pt x="62389" y="18753"/>
                    </a:cubicBezTo>
                    <a:cubicBezTo>
                      <a:pt x="44747" y="26210"/>
                      <a:pt x="27792" y="35202"/>
                      <a:pt x="11716" y="45613"/>
                    </a:cubicBezTo>
                    <a:cubicBezTo>
                      <a:pt x="-7334" y="108478"/>
                      <a:pt x="8001" y="116574"/>
                      <a:pt x="0" y="161628"/>
                    </a:cubicBezTo>
                    <a:cubicBezTo>
                      <a:pt x="3143" y="184297"/>
                      <a:pt x="6858" y="242780"/>
                      <a:pt x="7810" y="256020"/>
                    </a:cubicBezTo>
                    <a:cubicBezTo>
                      <a:pt x="50578" y="285929"/>
                      <a:pt x="137350" y="275737"/>
                      <a:pt x="156781" y="244019"/>
                    </a:cubicBezTo>
                    <a:cubicBezTo>
                      <a:pt x="157130" y="233455"/>
                      <a:pt x="158116" y="222930"/>
                      <a:pt x="159734" y="212491"/>
                    </a:cubicBezTo>
                    <a:cubicBezTo>
                      <a:pt x="180118" y="136862"/>
                      <a:pt x="196025" y="117241"/>
                      <a:pt x="190405" y="60091"/>
                    </a:cubicBezTo>
                    <a:cubicBezTo>
                      <a:pt x="187166" y="27515"/>
                      <a:pt x="184595" y="11132"/>
                      <a:pt x="167259" y="2369"/>
                    </a:cubicBezTo>
                    <a:cubicBezTo>
                      <a:pt x="154092" y="26"/>
                      <a:pt x="140675" y="-583"/>
                      <a:pt x="127349" y="560"/>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3" name="Google Shape;233;p12"/>
              <p:cNvSpPr/>
              <p:nvPr/>
            </p:nvSpPr>
            <p:spPr>
              <a:xfrm>
                <a:off x="5856250" y="4001330"/>
                <a:ext cx="294998" cy="212364"/>
              </a:xfrm>
              <a:custGeom>
                <a:avLst/>
                <a:gdLst/>
                <a:ahLst/>
                <a:cxnLst/>
                <a:rect l="l" t="t" r="r" b="b"/>
                <a:pathLst>
                  <a:path w="368747" h="265455" extrusionOk="0">
                    <a:moveTo>
                      <a:pt x="47613" y="190066"/>
                    </a:moveTo>
                    <a:cubicBezTo>
                      <a:pt x="57313" y="192152"/>
                      <a:pt x="66860" y="194885"/>
                      <a:pt x="76188" y="198257"/>
                    </a:cubicBezTo>
                    <a:cubicBezTo>
                      <a:pt x="84940" y="202858"/>
                      <a:pt x="94355" y="206077"/>
                      <a:pt x="104097" y="207782"/>
                    </a:cubicBezTo>
                    <a:cubicBezTo>
                      <a:pt x="114574" y="209402"/>
                      <a:pt x="130957" y="203972"/>
                      <a:pt x="159246" y="190637"/>
                    </a:cubicBezTo>
                    <a:cubicBezTo>
                      <a:pt x="190224" y="174759"/>
                      <a:pt x="218251" y="153690"/>
                      <a:pt x="242114" y="128344"/>
                    </a:cubicBezTo>
                    <a:cubicBezTo>
                      <a:pt x="269228" y="96083"/>
                      <a:pt x="293451" y="61507"/>
                      <a:pt x="314504" y="24998"/>
                    </a:cubicBezTo>
                    <a:cubicBezTo>
                      <a:pt x="326791" y="2614"/>
                      <a:pt x="342317" y="-3006"/>
                      <a:pt x="355842" y="1375"/>
                    </a:cubicBezTo>
                    <a:cubicBezTo>
                      <a:pt x="372035" y="6710"/>
                      <a:pt x="374035" y="22807"/>
                      <a:pt x="355842" y="52906"/>
                    </a:cubicBezTo>
                    <a:cubicBezTo>
                      <a:pt x="332617" y="92225"/>
                      <a:pt x="304799" y="128639"/>
                      <a:pt x="272975" y="161396"/>
                    </a:cubicBezTo>
                    <a:cubicBezTo>
                      <a:pt x="247871" y="186503"/>
                      <a:pt x="218651" y="207115"/>
                      <a:pt x="186583" y="222356"/>
                    </a:cubicBezTo>
                    <a:cubicBezTo>
                      <a:pt x="163712" y="234252"/>
                      <a:pt x="139230" y="242758"/>
                      <a:pt x="113907" y="247597"/>
                    </a:cubicBezTo>
                    <a:cubicBezTo>
                      <a:pt x="105049" y="249502"/>
                      <a:pt x="99048" y="253216"/>
                      <a:pt x="82665" y="258932"/>
                    </a:cubicBezTo>
                    <a:cubicBezTo>
                      <a:pt x="66375" y="264856"/>
                      <a:pt x="48897" y="266790"/>
                      <a:pt x="31707" y="264551"/>
                    </a:cubicBezTo>
                    <a:cubicBezTo>
                      <a:pt x="17514" y="261789"/>
                      <a:pt x="12657" y="258550"/>
                      <a:pt x="12085" y="255026"/>
                    </a:cubicBezTo>
                    <a:cubicBezTo>
                      <a:pt x="11514" y="251502"/>
                      <a:pt x="14371" y="249025"/>
                      <a:pt x="21039" y="249502"/>
                    </a:cubicBezTo>
                    <a:cubicBezTo>
                      <a:pt x="31538" y="251169"/>
                      <a:pt x="42255" y="250912"/>
                      <a:pt x="52662" y="248740"/>
                    </a:cubicBezTo>
                    <a:cubicBezTo>
                      <a:pt x="52662" y="248740"/>
                      <a:pt x="37993" y="248264"/>
                      <a:pt x="29325" y="247216"/>
                    </a:cubicBezTo>
                    <a:cubicBezTo>
                      <a:pt x="21541" y="246368"/>
                      <a:pt x="13911" y="244444"/>
                      <a:pt x="6656" y="241501"/>
                    </a:cubicBezTo>
                    <a:cubicBezTo>
                      <a:pt x="-297" y="238548"/>
                      <a:pt x="-2869" y="227594"/>
                      <a:pt x="4179" y="227975"/>
                    </a:cubicBezTo>
                    <a:cubicBezTo>
                      <a:pt x="11228" y="228356"/>
                      <a:pt x="15990" y="230452"/>
                      <a:pt x="28944" y="231785"/>
                    </a:cubicBezTo>
                    <a:cubicBezTo>
                      <a:pt x="35778" y="232614"/>
                      <a:pt x="42685" y="232614"/>
                      <a:pt x="49518" y="231785"/>
                    </a:cubicBezTo>
                    <a:cubicBezTo>
                      <a:pt x="40949" y="230376"/>
                      <a:pt x="32508" y="228271"/>
                      <a:pt x="24277" y="225499"/>
                    </a:cubicBezTo>
                    <a:cubicBezTo>
                      <a:pt x="17463" y="223689"/>
                      <a:pt x="11333" y="219917"/>
                      <a:pt x="6656" y="214640"/>
                    </a:cubicBezTo>
                    <a:cubicBezTo>
                      <a:pt x="4275" y="211878"/>
                      <a:pt x="4941" y="205115"/>
                      <a:pt x="13228" y="206830"/>
                    </a:cubicBezTo>
                    <a:cubicBezTo>
                      <a:pt x="23208" y="210307"/>
                      <a:pt x="33569" y="212583"/>
                      <a:pt x="44089" y="213592"/>
                    </a:cubicBezTo>
                    <a:cubicBezTo>
                      <a:pt x="54662" y="213592"/>
                      <a:pt x="62187" y="212735"/>
                      <a:pt x="60853" y="211116"/>
                    </a:cubicBezTo>
                    <a:cubicBezTo>
                      <a:pt x="59520" y="209497"/>
                      <a:pt x="53233" y="209687"/>
                      <a:pt x="45232" y="205211"/>
                    </a:cubicBezTo>
                    <a:cubicBezTo>
                      <a:pt x="37231" y="200734"/>
                      <a:pt x="32469" y="192066"/>
                      <a:pt x="35707" y="187875"/>
                    </a:cubicBezTo>
                    <a:cubicBezTo>
                      <a:pt x="38946" y="183684"/>
                      <a:pt x="38946" y="186827"/>
                      <a:pt x="47613" y="190066"/>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4" name="Google Shape;234;p12"/>
              <p:cNvSpPr/>
              <p:nvPr/>
            </p:nvSpPr>
            <p:spPr>
              <a:xfrm>
                <a:off x="6075027" y="3988967"/>
                <a:ext cx="80628" cy="83804"/>
              </a:xfrm>
              <a:custGeom>
                <a:avLst/>
                <a:gdLst/>
                <a:ahLst/>
                <a:cxnLst/>
                <a:rect l="l" t="t" r="r" b="b"/>
                <a:pathLst>
                  <a:path w="100785" h="104755" extrusionOk="0">
                    <a:moveTo>
                      <a:pt x="65151" y="104756"/>
                    </a:moveTo>
                    <a:cubicBezTo>
                      <a:pt x="40403" y="101165"/>
                      <a:pt x="17516" y="89554"/>
                      <a:pt x="0" y="71704"/>
                    </a:cubicBezTo>
                    <a:lnTo>
                      <a:pt x="39433" y="17030"/>
                    </a:lnTo>
                    <a:cubicBezTo>
                      <a:pt x="39433" y="17030"/>
                      <a:pt x="61627" y="-10973"/>
                      <a:pt x="90964" y="4838"/>
                    </a:cubicBezTo>
                    <a:cubicBezTo>
                      <a:pt x="90964" y="4838"/>
                      <a:pt x="113062" y="7220"/>
                      <a:pt x="90964" y="53511"/>
                    </a:cubicBezTo>
                    <a:cubicBezTo>
                      <a:pt x="83445" y="71113"/>
                      <a:pt x="74824" y="88230"/>
                      <a:pt x="65151" y="104756"/>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5" name="Google Shape;235;p12"/>
              <p:cNvSpPr/>
              <p:nvPr/>
            </p:nvSpPr>
            <p:spPr>
              <a:xfrm>
                <a:off x="6107459" y="3797280"/>
                <a:ext cx="160810" cy="262954"/>
              </a:xfrm>
              <a:custGeom>
                <a:avLst/>
                <a:gdLst/>
                <a:ahLst/>
                <a:cxnLst/>
                <a:rect l="l" t="t" r="r" b="b"/>
                <a:pathLst>
                  <a:path w="201012" h="328692" extrusionOk="0">
                    <a:moveTo>
                      <a:pt x="3726" y="41904"/>
                    </a:moveTo>
                    <a:cubicBezTo>
                      <a:pt x="6992" y="22359"/>
                      <a:pt x="25260" y="8995"/>
                      <a:pt x="44874" y="11805"/>
                    </a:cubicBezTo>
                    <a:cubicBezTo>
                      <a:pt x="58646" y="2566"/>
                      <a:pt x="75264" y="-1454"/>
                      <a:pt x="91737" y="470"/>
                    </a:cubicBezTo>
                    <a:cubicBezTo>
                      <a:pt x="129170" y="4376"/>
                      <a:pt x="153649" y="29045"/>
                      <a:pt x="164984" y="66193"/>
                    </a:cubicBezTo>
                    <a:cubicBezTo>
                      <a:pt x="170544" y="84833"/>
                      <a:pt x="174245" y="103978"/>
                      <a:pt x="176033" y="123343"/>
                    </a:cubicBezTo>
                    <a:cubicBezTo>
                      <a:pt x="187272" y="206686"/>
                      <a:pt x="217562" y="272790"/>
                      <a:pt x="189273" y="297555"/>
                    </a:cubicBezTo>
                    <a:cubicBezTo>
                      <a:pt x="160983" y="322320"/>
                      <a:pt x="83450" y="338036"/>
                      <a:pt x="51065" y="322510"/>
                    </a:cubicBezTo>
                    <a:cubicBezTo>
                      <a:pt x="18680" y="306985"/>
                      <a:pt x="77735" y="163348"/>
                      <a:pt x="13632" y="83528"/>
                    </a:cubicBezTo>
                    <a:cubicBezTo>
                      <a:pt x="-1418" y="64574"/>
                      <a:pt x="-2847" y="51334"/>
                      <a:pt x="3726" y="41904"/>
                    </a:cubicBezTo>
                    <a:close/>
                  </a:path>
                </a:pathLst>
              </a:custGeom>
              <a:solidFill>
                <a:srgbClr val="CC8B0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6" name="Google Shape;236;p12"/>
              <p:cNvSpPr/>
              <p:nvPr/>
            </p:nvSpPr>
            <p:spPr>
              <a:xfrm>
                <a:off x="5490177" y="4381136"/>
                <a:ext cx="345795" cy="199644"/>
              </a:xfrm>
              <a:custGeom>
                <a:avLst/>
                <a:gdLst/>
                <a:ahLst/>
                <a:cxnLst/>
                <a:rect l="l" t="t" r="r" b="b"/>
                <a:pathLst>
                  <a:path w="432244" h="249555" extrusionOk="0">
                    <a:moveTo>
                      <a:pt x="432245" y="124778"/>
                    </a:moveTo>
                    <a:cubicBezTo>
                      <a:pt x="432245" y="193690"/>
                      <a:pt x="335483" y="249555"/>
                      <a:pt x="216122" y="249555"/>
                    </a:cubicBezTo>
                    <a:cubicBezTo>
                      <a:pt x="96761" y="249555"/>
                      <a:pt x="0" y="193690"/>
                      <a:pt x="0" y="124778"/>
                    </a:cubicBezTo>
                    <a:cubicBezTo>
                      <a:pt x="0" y="55865"/>
                      <a:pt x="96761" y="0"/>
                      <a:pt x="216122" y="0"/>
                    </a:cubicBezTo>
                    <a:cubicBezTo>
                      <a:pt x="335483" y="0"/>
                      <a:pt x="432245" y="55865"/>
                      <a:pt x="432245" y="124778"/>
                    </a:cubicBez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7" name="Google Shape;237;p12"/>
              <p:cNvSpPr/>
              <p:nvPr/>
            </p:nvSpPr>
            <p:spPr>
              <a:xfrm>
                <a:off x="5573749" y="4455840"/>
                <a:ext cx="98301" cy="76095"/>
              </a:xfrm>
              <a:custGeom>
                <a:avLst/>
                <a:gdLst/>
                <a:ahLst/>
                <a:cxnLst/>
                <a:rect l="l" t="t" r="r" b="b"/>
                <a:pathLst>
                  <a:path w="122876" h="95119" extrusionOk="0">
                    <a:moveTo>
                      <a:pt x="9769" y="2"/>
                    </a:moveTo>
                    <a:cubicBezTo>
                      <a:pt x="24533" y="12004"/>
                      <a:pt x="46250" y="1050"/>
                      <a:pt x="47297" y="2193"/>
                    </a:cubicBezTo>
                    <a:cubicBezTo>
                      <a:pt x="64639" y="18195"/>
                      <a:pt x="82792" y="33302"/>
                      <a:pt x="101685" y="47437"/>
                    </a:cubicBezTo>
                    <a:cubicBezTo>
                      <a:pt x="111210" y="54676"/>
                      <a:pt x="125212" y="64296"/>
                      <a:pt x="122545" y="78202"/>
                    </a:cubicBezTo>
                    <a:cubicBezTo>
                      <a:pt x="117973" y="102967"/>
                      <a:pt x="78254" y="95347"/>
                      <a:pt x="63204" y="87727"/>
                    </a:cubicBezTo>
                    <a:cubicBezTo>
                      <a:pt x="48155" y="80107"/>
                      <a:pt x="35963" y="67630"/>
                      <a:pt x="21770" y="59152"/>
                    </a:cubicBezTo>
                    <a:cubicBezTo>
                      <a:pt x="11674" y="52866"/>
                      <a:pt x="1768" y="49627"/>
                      <a:pt x="149" y="36864"/>
                    </a:cubicBezTo>
                    <a:cubicBezTo>
                      <a:pt x="-1185" y="28768"/>
                      <a:pt x="6816" y="-284"/>
                      <a:pt x="9769" y="2"/>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8" name="Google Shape;238;p12"/>
              <p:cNvSpPr/>
              <p:nvPr/>
            </p:nvSpPr>
            <p:spPr>
              <a:xfrm>
                <a:off x="5573762" y="4480895"/>
                <a:ext cx="97794" cy="51001"/>
              </a:xfrm>
              <a:custGeom>
                <a:avLst/>
                <a:gdLst/>
                <a:ahLst/>
                <a:cxnLst/>
                <a:rect l="l" t="t" r="r" b="b"/>
                <a:pathLst>
                  <a:path w="122242" h="63751" extrusionOk="0">
                    <a:moveTo>
                      <a:pt x="227" y="0"/>
                    </a:moveTo>
                    <a:cubicBezTo>
                      <a:pt x="2228" y="12192"/>
                      <a:pt x="12038" y="15621"/>
                      <a:pt x="22040" y="21812"/>
                    </a:cubicBezTo>
                    <a:cubicBezTo>
                      <a:pt x="36518" y="30766"/>
                      <a:pt x="49186" y="43720"/>
                      <a:pt x="64140" y="51245"/>
                    </a:cubicBezTo>
                    <a:cubicBezTo>
                      <a:pt x="79094" y="58769"/>
                      <a:pt x="112527" y="65246"/>
                      <a:pt x="122243" y="47530"/>
                    </a:cubicBezTo>
                    <a:cubicBezTo>
                      <a:pt x="117004" y="71438"/>
                      <a:pt x="77951" y="63913"/>
                      <a:pt x="63092" y="56388"/>
                    </a:cubicBezTo>
                    <a:cubicBezTo>
                      <a:pt x="48233" y="48863"/>
                      <a:pt x="35851" y="36290"/>
                      <a:pt x="21659" y="27813"/>
                    </a:cubicBezTo>
                    <a:cubicBezTo>
                      <a:pt x="11562" y="21527"/>
                      <a:pt x="1656" y="18288"/>
                      <a:pt x="37" y="5524"/>
                    </a:cubicBezTo>
                    <a:cubicBezTo>
                      <a:pt x="-49" y="3677"/>
                      <a:pt x="15" y="1829"/>
                      <a:pt x="227"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39" name="Google Shape;239;p12"/>
              <p:cNvSpPr/>
              <p:nvPr/>
            </p:nvSpPr>
            <p:spPr>
              <a:xfrm>
                <a:off x="5674337" y="4417793"/>
                <a:ext cx="98217" cy="73323"/>
              </a:xfrm>
              <a:custGeom>
                <a:avLst/>
                <a:gdLst/>
                <a:ahLst/>
                <a:cxnLst/>
                <a:rect l="l" t="t" r="r" b="b"/>
                <a:pathLst>
                  <a:path w="122771" h="91654" extrusionOk="0">
                    <a:moveTo>
                      <a:pt x="11400" y="61"/>
                    </a:moveTo>
                    <a:cubicBezTo>
                      <a:pt x="26164" y="12062"/>
                      <a:pt x="51881" y="-987"/>
                      <a:pt x="53024" y="61"/>
                    </a:cubicBezTo>
                    <a:cubicBezTo>
                      <a:pt x="68334" y="15615"/>
                      <a:pt x="84521" y="30274"/>
                      <a:pt x="101507" y="43971"/>
                    </a:cubicBezTo>
                    <a:cubicBezTo>
                      <a:pt x="111032" y="51114"/>
                      <a:pt x="125033" y="60830"/>
                      <a:pt x="122462" y="74737"/>
                    </a:cubicBezTo>
                    <a:cubicBezTo>
                      <a:pt x="117794" y="99502"/>
                      <a:pt x="78075" y="91881"/>
                      <a:pt x="63121" y="84262"/>
                    </a:cubicBezTo>
                    <a:cubicBezTo>
                      <a:pt x="48167" y="76642"/>
                      <a:pt x="35879" y="64069"/>
                      <a:pt x="21687" y="55687"/>
                    </a:cubicBezTo>
                    <a:cubicBezTo>
                      <a:pt x="11591" y="49400"/>
                      <a:pt x="1589" y="46162"/>
                      <a:pt x="65" y="33398"/>
                    </a:cubicBezTo>
                    <a:cubicBezTo>
                      <a:pt x="-887" y="25302"/>
                      <a:pt x="8828" y="-225"/>
                      <a:pt x="11400" y="61"/>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0" name="Google Shape;240;p12"/>
              <p:cNvSpPr/>
              <p:nvPr/>
            </p:nvSpPr>
            <p:spPr>
              <a:xfrm>
                <a:off x="5674522" y="4441449"/>
                <a:ext cx="97784" cy="51040"/>
              </a:xfrm>
              <a:custGeom>
                <a:avLst/>
                <a:gdLst/>
                <a:ahLst/>
                <a:cxnLst/>
                <a:rect l="l" t="t" r="r" b="b"/>
                <a:pathLst>
                  <a:path w="122230" h="63800" extrusionOk="0">
                    <a:moveTo>
                      <a:pt x="216" y="0"/>
                    </a:moveTo>
                    <a:cubicBezTo>
                      <a:pt x="2216" y="12192"/>
                      <a:pt x="12027" y="15621"/>
                      <a:pt x="22028" y="21812"/>
                    </a:cubicBezTo>
                    <a:cubicBezTo>
                      <a:pt x="36506" y="30766"/>
                      <a:pt x="49174" y="43720"/>
                      <a:pt x="64128" y="51340"/>
                    </a:cubicBezTo>
                    <a:cubicBezTo>
                      <a:pt x="79083" y="58960"/>
                      <a:pt x="112515" y="65246"/>
                      <a:pt x="122231" y="47530"/>
                    </a:cubicBezTo>
                    <a:cubicBezTo>
                      <a:pt x="116992" y="71438"/>
                      <a:pt x="77940" y="64008"/>
                      <a:pt x="63081" y="56483"/>
                    </a:cubicBezTo>
                    <a:cubicBezTo>
                      <a:pt x="48222" y="48958"/>
                      <a:pt x="35934" y="36290"/>
                      <a:pt x="21742" y="27432"/>
                    </a:cubicBezTo>
                    <a:cubicBezTo>
                      <a:pt x="11550" y="21146"/>
                      <a:pt x="1644" y="17907"/>
                      <a:pt x="25" y="5143"/>
                    </a:cubicBezTo>
                    <a:cubicBezTo>
                      <a:pt x="-41" y="3429"/>
                      <a:pt x="23" y="1705"/>
                      <a:pt x="216"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1" name="Google Shape;241;p12"/>
              <p:cNvSpPr/>
              <p:nvPr/>
            </p:nvSpPr>
            <p:spPr>
              <a:xfrm>
                <a:off x="5578538" y="3979203"/>
                <a:ext cx="169290" cy="484803"/>
              </a:xfrm>
              <a:custGeom>
                <a:avLst/>
                <a:gdLst/>
                <a:ahLst/>
                <a:cxnLst/>
                <a:rect l="l" t="t" r="r" b="b"/>
                <a:pathLst>
                  <a:path w="211613" h="606004" extrusionOk="0">
                    <a:moveTo>
                      <a:pt x="2540" y="52483"/>
                    </a:moveTo>
                    <a:cubicBezTo>
                      <a:pt x="3302" y="74771"/>
                      <a:pt x="10160" y="171545"/>
                      <a:pt x="13303" y="222695"/>
                    </a:cubicBezTo>
                    <a:cubicBezTo>
                      <a:pt x="16446" y="273844"/>
                      <a:pt x="17113" y="336995"/>
                      <a:pt x="17113" y="336995"/>
                    </a:cubicBezTo>
                    <a:cubicBezTo>
                      <a:pt x="17113" y="336995"/>
                      <a:pt x="8255" y="374237"/>
                      <a:pt x="2540" y="418147"/>
                    </a:cubicBezTo>
                    <a:cubicBezTo>
                      <a:pt x="-3175" y="462058"/>
                      <a:pt x="2540" y="600361"/>
                      <a:pt x="2540" y="600361"/>
                    </a:cubicBezTo>
                    <a:cubicBezTo>
                      <a:pt x="14124" y="607886"/>
                      <a:pt x="29056" y="607886"/>
                      <a:pt x="40640" y="600361"/>
                    </a:cubicBezTo>
                    <a:cubicBezTo>
                      <a:pt x="40640" y="600361"/>
                      <a:pt x="64262" y="489585"/>
                      <a:pt x="75121" y="439674"/>
                    </a:cubicBezTo>
                    <a:cubicBezTo>
                      <a:pt x="85979" y="389763"/>
                      <a:pt x="87979" y="360997"/>
                      <a:pt x="93599" y="330137"/>
                    </a:cubicBezTo>
                    <a:cubicBezTo>
                      <a:pt x="100457" y="292703"/>
                      <a:pt x="115221" y="118110"/>
                      <a:pt x="115221" y="118110"/>
                    </a:cubicBezTo>
                    <a:lnTo>
                      <a:pt x="121126" y="118110"/>
                    </a:lnTo>
                    <a:lnTo>
                      <a:pt x="136938" y="315182"/>
                    </a:lnTo>
                    <a:cubicBezTo>
                      <a:pt x="132057" y="329717"/>
                      <a:pt x="128705" y="344719"/>
                      <a:pt x="126937" y="359950"/>
                    </a:cubicBezTo>
                    <a:cubicBezTo>
                      <a:pt x="122650" y="392049"/>
                      <a:pt x="131509" y="553593"/>
                      <a:pt x="131509" y="553593"/>
                    </a:cubicBezTo>
                    <a:cubicBezTo>
                      <a:pt x="144340" y="560727"/>
                      <a:pt x="160089" y="560070"/>
                      <a:pt x="172276" y="551879"/>
                    </a:cubicBezTo>
                    <a:cubicBezTo>
                      <a:pt x="172276" y="551879"/>
                      <a:pt x="211614" y="337947"/>
                      <a:pt x="211614" y="305467"/>
                    </a:cubicBezTo>
                    <a:cubicBezTo>
                      <a:pt x="211614" y="283845"/>
                      <a:pt x="207994" y="0"/>
                      <a:pt x="207994" y="0"/>
                    </a:cubicBezTo>
                    <a:close/>
                  </a:path>
                </a:pathLst>
              </a:custGeom>
              <a:solidFill>
                <a:srgbClr val="E2616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2" name="Google Shape;242;p12"/>
              <p:cNvSpPr/>
              <p:nvPr/>
            </p:nvSpPr>
            <p:spPr>
              <a:xfrm>
                <a:off x="5601056" y="3677030"/>
                <a:ext cx="108255" cy="105706"/>
              </a:xfrm>
              <a:custGeom>
                <a:avLst/>
                <a:gdLst/>
                <a:ahLst/>
                <a:cxnLst/>
                <a:rect l="l" t="t" r="r" b="b"/>
                <a:pathLst>
                  <a:path w="135319" h="132132" extrusionOk="0">
                    <a:moveTo>
                      <a:pt x="27811" y="0"/>
                    </a:moveTo>
                    <a:cubicBezTo>
                      <a:pt x="27811" y="0"/>
                      <a:pt x="30287" y="48578"/>
                      <a:pt x="29239" y="52864"/>
                    </a:cubicBezTo>
                    <a:cubicBezTo>
                      <a:pt x="28192" y="57150"/>
                      <a:pt x="6951" y="71342"/>
                      <a:pt x="664" y="76486"/>
                    </a:cubicBezTo>
                    <a:cubicBezTo>
                      <a:pt x="-5622" y="81629"/>
                      <a:pt x="34288" y="120491"/>
                      <a:pt x="53623" y="130016"/>
                    </a:cubicBezTo>
                    <a:cubicBezTo>
                      <a:pt x="72959" y="139541"/>
                      <a:pt x="134205" y="115538"/>
                      <a:pt x="135253" y="85439"/>
                    </a:cubicBezTo>
                    <a:cubicBezTo>
                      <a:pt x="136300" y="55340"/>
                      <a:pt x="124775" y="30099"/>
                      <a:pt x="115441" y="28765"/>
                    </a:cubicBezTo>
                    <a:cubicBezTo>
                      <a:pt x="106106" y="27432"/>
                      <a:pt x="27811" y="0"/>
                      <a:pt x="27811" y="0"/>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3" name="Google Shape;243;p12"/>
              <p:cNvSpPr/>
              <p:nvPr/>
            </p:nvSpPr>
            <p:spPr>
              <a:xfrm>
                <a:off x="5726677" y="3702009"/>
                <a:ext cx="153814" cy="302133"/>
              </a:xfrm>
              <a:custGeom>
                <a:avLst/>
                <a:gdLst/>
                <a:ahLst/>
                <a:cxnLst/>
                <a:rect l="l" t="t" r="r" b="b"/>
                <a:pathLst>
                  <a:path w="192267" h="377666" extrusionOk="0">
                    <a:moveTo>
                      <a:pt x="3655" y="58864"/>
                    </a:moveTo>
                    <a:cubicBezTo>
                      <a:pt x="6513" y="37433"/>
                      <a:pt x="-7584" y="17050"/>
                      <a:pt x="6037" y="0"/>
                    </a:cubicBezTo>
                    <a:cubicBezTo>
                      <a:pt x="53662" y="47054"/>
                      <a:pt x="47947" y="171450"/>
                      <a:pt x="58805" y="250984"/>
                    </a:cubicBezTo>
                    <a:cubicBezTo>
                      <a:pt x="94429" y="288131"/>
                      <a:pt x="165961" y="324803"/>
                      <a:pt x="186059" y="333851"/>
                    </a:cubicBezTo>
                    <a:cubicBezTo>
                      <a:pt x="189679" y="335566"/>
                      <a:pt x="192917" y="337375"/>
                      <a:pt x="192155" y="341281"/>
                    </a:cubicBezTo>
                    <a:cubicBezTo>
                      <a:pt x="189461" y="354530"/>
                      <a:pt x="183757" y="366979"/>
                      <a:pt x="175486" y="377666"/>
                    </a:cubicBezTo>
                    <a:cubicBezTo>
                      <a:pt x="127861" y="357283"/>
                      <a:pt x="94048" y="345567"/>
                      <a:pt x="34897" y="289370"/>
                    </a:cubicBezTo>
                    <a:cubicBezTo>
                      <a:pt x="29295" y="283293"/>
                      <a:pt x="24287" y="276692"/>
                      <a:pt x="19943" y="269653"/>
                    </a:cubicBezTo>
                    <a:cubicBezTo>
                      <a:pt x="3084" y="218980"/>
                      <a:pt x="-1202" y="95821"/>
                      <a:pt x="3655" y="58864"/>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4" name="Google Shape;244;p12"/>
              <p:cNvSpPr/>
              <p:nvPr/>
            </p:nvSpPr>
            <p:spPr>
              <a:xfrm>
                <a:off x="5572425" y="3691494"/>
                <a:ext cx="175494" cy="353954"/>
              </a:xfrm>
              <a:custGeom>
                <a:avLst/>
                <a:gdLst/>
                <a:ahLst/>
                <a:cxnLst/>
                <a:rect l="l" t="t" r="r" b="b"/>
                <a:pathLst>
                  <a:path w="219367" h="442443" extrusionOk="0">
                    <a:moveTo>
                      <a:pt x="58192" y="43155"/>
                    </a:moveTo>
                    <a:cubicBezTo>
                      <a:pt x="58192" y="43155"/>
                      <a:pt x="93434" y="95638"/>
                      <a:pt x="142583" y="100305"/>
                    </a:cubicBezTo>
                    <a:cubicBezTo>
                      <a:pt x="158109" y="85065"/>
                      <a:pt x="159443" y="30678"/>
                      <a:pt x="138011" y="13247"/>
                    </a:cubicBezTo>
                    <a:cubicBezTo>
                      <a:pt x="138011" y="13247"/>
                      <a:pt x="157728" y="-2660"/>
                      <a:pt x="171254" y="388"/>
                    </a:cubicBezTo>
                    <a:cubicBezTo>
                      <a:pt x="185905" y="9218"/>
                      <a:pt x="196816" y="23115"/>
                      <a:pt x="201924" y="39441"/>
                    </a:cubicBezTo>
                    <a:cubicBezTo>
                      <a:pt x="214382" y="75569"/>
                      <a:pt x="220254" y="113631"/>
                      <a:pt x="219260" y="151836"/>
                    </a:cubicBezTo>
                    <a:cubicBezTo>
                      <a:pt x="218402" y="203366"/>
                      <a:pt x="219260" y="360814"/>
                      <a:pt x="219260" y="360814"/>
                    </a:cubicBezTo>
                    <a:cubicBezTo>
                      <a:pt x="219260" y="360814"/>
                      <a:pt x="212402" y="394056"/>
                      <a:pt x="167920" y="418821"/>
                    </a:cubicBezTo>
                    <a:cubicBezTo>
                      <a:pt x="123438" y="443586"/>
                      <a:pt x="90386" y="446063"/>
                      <a:pt x="60192" y="439014"/>
                    </a:cubicBezTo>
                    <a:cubicBezTo>
                      <a:pt x="35332" y="433204"/>
                      <a:pt x="14758" y="424441"/>
                      <a:pt x="6185" y="406439"/>
                    </a:cubicBezTo>
                    <a:cubicBezTo>
                      <a:pt x="8471" y="370244"/>
                      <a:pt x="24569" y="276042"/>
                      <a:pt x="18568" y="230607"/>
                    </a:cubicBezTo>
                    <a:cubicBezTo>
                      <a:pt x="12567" y="185173"/>
                      <a:pt x="2947" y="151359"/>
                      <a:pt x="470" y="114593"/>
                    </a:cubicBezTo>
                    <a:cubicBezTo>
                      <a:pt x="-2006" y="77826"/>
                      <a:pt x="5233" y="78588"/>
                      <a:pt x="23711" y="65539"/>
                    </a:cubicBezTo>
                    <a:cubicBezTo>
                      <a:pt x="34645" y="57252"/>
                      <a:pt x="46169" y="49766"/>
                      <a:pt x="58192" y="43155"/>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5" name="Google Shape;245;p12"/>
              <p:cNvSpPr/>
              <p:nvPr/>
            </p:nvSpPr>
            <p:spPr>
              <a:xfrm>
                <a:off x="5596900" y="3567776"/>
                <a:ext cx="116875" cy="142090"/>
              </a:xfrm>
              <a:custGeom>
                <a:avLst/>
                <a:gdLst/>
                <a:ahLst/>
                <a:cxnLst/>
                <a:rect l="l" t="t" r="r" b="b"/>
                <a:pathLst>
                  <a:path w="146094" h="177613" extrusionOk="0">
                    <a:moveTo>
                      <a:pt x="142737" y="64264"/>
                    </a:moveTo>
                    <a:lnTo>
                      <a:pt x="142737" y="64264"/>
                    </a:lnTo>
                    <a:cubicBezTo>
                      <a:pt x="136926" y="26164"/>
                      <a:pt x="109780" y="-2411"/>
                      <a:pt x="70823" y="161"/>
                    </a:cubicBezTo>
                    <a:cubicBezTo>
                      <a:pt x="29585" y="2342"/>
                      <a:pt x="-2076" y="37537"/>
                      <a:pt x="106" y="78780"/>
                    </a:cubicBezTo>
                    <a:cubicBezTo>
                      <a:pt x="1341" y="102107"/>
                      <a:pt x="13407" y="123519"/>
                      <a:pt x="32723" y="136654"/>
                    </a:cubicBezTo>
                    <a:cubicBezTo>
                      <a:pt x="34067" y="142360"/>
                      <a:pt x="36081" y="147894"/>
                      <a:pt x="38724" y="153132"/>
                    </a:cubicBezTo>
                    <a:cubicBezTo>
                      <a:pt x="52440" y="169230"/>
                      <a:pt x="94064" y="179136"/>
                      <a:pt x="105970" y="177421"/>
                    </a:cubicBezTo>
                    <a:cubicBezTo>
                      <a:pt x="120536" y="176269"/>
                      <a:pt x="132921" y="166334"/>
                      <a:pt x="137212" y="152370"/>
                    </a:cubicBezTo>
                    <a:cubicBezTo>
                      <a:pt x="150166" y="122462"/>
                      <a:pt x="146070" y="82838"/>
                      <a:pt x="142737" y="64264"/>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6" name="Google Shape;246;p12"/>
              <p:cNvSpPr/>
              <p:nvPr/>
            </p:nvSpPr>
            <p:spPr>
              <a:xfrm>
                <a:off x="5586117" y="3555452"/>
                <a:ext cx="123225" cy="121654"/>
              </a:xfrm>
              <a:custGeom>
                <a:avLst/>
                <a:gdLst/>
                <a:ahLst/>
                <a:cxnLst/>
                <a:rect l="l" t="t" r="r" b="b"/>
                <a:pathLst>
                  <a:path w="154031" h="152067" extrusionOk="0">
                    <a:moveTo>
                      <a:pt x="46496" y="152068"/>
                    </a:moveTo>
                    <a:lnTo>
                      <a:pt x="46496" y="152068"/>
                    </a:lnTo>
                    <a:lnTo>
                      <a:pt x="50021" y="119112"/>
                    </a:lnTo>
                    <a:cubicBezTo>
                      <a:pt x="50021" y="119112"/>
                      <a:pt x="22874" y="49579"/>
                      <a:pt x="86692" y="63009"/>
                    </a:cubicBezTo>
                    <a:cubicBezTo>
                      <a:pt x="128602" y="71867"/>
                      <a:pt x="139079" y="75677"/>
                      <a:pt x="151843" y="47579"/>
                    </a:cubicBezTo>
                    <a:cubicBezTo>
                      <a:pt x="164606" y="19480"/>
                      <a:pt x="119648" y="-5857"/>
                      <a:pt x="66118" y="1192"/>
                    </a:cubicBezTo>
                    <a:cubicBezTo>
                      <a:pt x="27984" y="5192"/>
                      <a:pt x="-739" y="37720"/>
                      <a:pt x="14" y="76058"/>
                    </a:cubicBezTo>
                    <a:cubicBezTo>
                      <a:pt x="1538" y="96632"/>
                      <a:pt x="7063" y="138542"/>
                      <a:pt x="46496" y="152068"/>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7" name="Google Shape;247;p12"/>
              <p:cNvSpPr/>
              <p:nvPr/>
            </p:nvSpPr>
            <p:spPr>
              <a:xfrm>
                <a:off x="5563193" y="3761560"/>
                <a:ext cx="157578" cy="270890"/>
              </a:xfrm>
              <a:custGeom>
                <a:avLst/>
                <a:gdLst/>
                <a:ahLst/>
                <a:cxnLst/>
                <a:rect l="l" t="t" r="r" b="b"/>
                <a:pathLst>
                  <a:path w="196972" h="338613" extrusionOk="0">
                    <a:moveTo>
                      <a:pt x="780" y="5239"/>
                    </a:moveTo>
                    <a:cubicBezTo>
                      <a:pt x="19163" y="0"/>
                      <a:pt x="5161" y="4286"/>
                      <a:pt x="19163" y="0"/>
                    </a:cubicBezTo>
                    <a:cubicBezTo>
                      <a:pt x="66788" y="46958"/>
                      <a:pt x="61168" y="127540"/>
                      <a:pt x="72027" y="207073"/>
                    </a:cubicBezTo>
                    <a:cubicBezTo>
                      <a:pt x="98506" y="250984"/>
                      <a:pt x="196709" y="310039"/>
                      <a:pt x="196709" y="310039"/>
                    </a:cubicBezTo>
                    <a:cubicBezTo>
                      <a:pt x="197947" y="318516"/>
                      <a:pt x="194994" y="320992"/>
                      <a:pt x="184326" y="338614"/>
                    </a:cubicBezTo>
                    <a:cubicBezTo>
                      <a:pt x="129661" y="317649"/>
                      <a:pt x="79941" y="285579"/>
                      <a:pt x="38308" y="244411"/>
                    </a:cubicBezTo>
                    <a:cubicBezTo>
                      <a:pt x="35927" y="242221"/>
                      <a:pt x="32498" y="241554"/>
                      <a:pt x="31545" y="238601"/>
                    </a:cubicBezTo>
                    <a:cubicBezTo>
                      <a:pt x="14686" y="187547"/>
                      <a:pt x="-4078" y="42291"/>
                      <a:pt x="780" y="5239"/>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8" name="Google Shape;248;p12"/>
              <p:cNvSpPr/>
              <p:nvPr/>
            </p:nvSpPr>
            <p:spPr>
              <a:xfrm>
                <a:off x="5730894" y="3844261"/>
                <a:ext cx="182422" cy="245287"/>
              </a:xfrm>
              <a:custGeom>
                <a:avLst/>
                <a:gdLst/>
                <a:ahLst/>
                <a:cxnLst/>
                <a:rect l="l" t="t" r="r" b="b"/>
                <a:pathLst>
                  <a:path w="228028" h="306609" extrusionOk="0">
                    <a:moveTo>
                      <a:pt x="228028" y="0"/>
                    </a:moveTo>
                    <a:lnTo>
                      <a:pt x="156686" y="244030"/>
                    </a:lnTo>
                    <a:lnTo>
                      <a:pt x="0" y="306610"/>
                    </a:lnTo>
                    <a:lnTo>
                      <a:pt x="57150" y="68866"/>
                    </a:lnTo>
                    <a:lnTo>
                      <a:pt x="228028" y="0"/>
                    </a:ln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49" name="Google Shape;249;p12"/>
              <p:cNvSpPr/>
              <p:nvPr/>
            </p:nvSpPr>
            <p:spPr>
              <a:xfrm>
                <a:off x="5699455" y="3997937"/>
                <a:ext cx="92794" cy="45581"/>
              </a:xfrm>
              <a:custGeom>
                <a:avLst/>
                <a:gdLst/>
                <a:ahLst/>
                <a:cxnLst/>
                <a:rect l="l" t="t" r="r" b="b"/>
                <a:pathLst>
                  <a:path w="115992" h="56976" extrusionOk="0">
                    <a:moveTo>
                      <a:pt x="1604" y="16383"/>
                    </a:moveTo>
                    <a:cubicBezTo>
                      <a:pt x="3890" y="8001"/>
                      <a:pt x="9891" y="10096"/>
                      <a:pt x="16749" y="12192"/>
                    </a:cubicBezTo>
                    <a:cubicBezTo>
                      <a:pt x="24087" y="15173"/>
                      <a:pt x="32154" y="15869"/>
                      <a:pt x="39895" y="14192"/>
                    </a:cubicBezTo>
                    <a:cubicBezTo>
                      <a:pt x="45919" y="11240"/>
                      <a:pt x="51497" y="7458"/>
                      <a:pt x="56468" y="2953"/>
                    </a:cubicBezTo>
                    <a:cubicBezTo>
                      <a:pt x="59631" y="1038"/>
                      <a:pt x="63251" y="19"/>
                      <a:pt x="66946" y="0"/>
                    </a:cubicBezTo>
                    <a:cubicBezTo>
                      <a:pt x="66946" y="2096"/>
                      <a:pt x="63326" y="14478"/>
                      <a:pt x="63326" y="14478"/>
                    </a:cubicBezTo>
                    <a:cubicBezTo>
                      <a:pt x="63326" y="14478"/>
                      <a:pt x="97712" y="14478"/>
                      <a:pt x="101426" y="14478"/>
                    </a:cubicBezTo>
                    <a:cubicBezTo>
                      <a:pt x="104583" y="13907"/>
                      <a:pt x="107609" y="15993"/>
                      <a:pt x="108184" y="19155"/>
                    </a:cubicBezTo>
                    <a:cubicBezTo>
                      <a:pt x="108501" y="20889"/>
                      <a:pt x="108012" y="22670"/>
                      <a:pt x="106856" y="24003"/>
                    </a:cubicBezTo>
                    <a:lnTo>
                      <a:pt x="109237" y="24003"/>
                    </a:lnTo>
                    <a:cubicBezTo>
                      <a:pt x="116190" y="22479"/>
                      <a:pt x="118762" y="33528"/>
                      <a:pt x="112190" y="34862"/>
                    </a:cubicBezTo>
                    <a:lnTo>
                      <a:pt x="106475" y="35719"/>
                    </a:lnTo>
                    <a:cubicBezTo>
                      <a:pt x="111047" y="37529"/>
                      <a:pt x="112190" y="45244"/>
                      <a:pt x="106475" y="46196"/>
                    </a:cubicBezTo>
                    <a:lnTo>
                      <a:pt x="104665" y="46196"/>
                    </a:lnTo>
                    <a:cubicBezTo>
                      <a:pt x="103845" y="46339"/>
                      <a:pt x="103009" y="46339"/>
                      <a:pt x="102188" y="46196"/>
                    </a:cubicBezTo>
                    <a:lnTo>
                      <a:pt x="100188" y="46196"/>
                    </a:lnTo>
                    <a:cubicBezTo>
                      <a:pt x="100896" y="49435"/>
                      <a:pt x="98845" y="52635"/>
                      <a:pt x="95608" y="53340"/>
                    </a:cubicBezTo>
                    <a:cubicBezTo>
                      <a:pt x="95421" y="53378"/>
                      <a:pt x="95233" y="53416"/>
                      <a:pt x="95045" y="53435"/>
                    </a:cubicBezTo>
                    <a:cubicBezTo>
                      <a:pt x="78281" y="55626"/>
                      <a:pt x="53611" y="62294"/>
                      <a:pt x="38466" y="48482"/>
                    </a:cubicBezTo>
                    <a:cubicBezTo>
                      <a:pt x="27950" y="47473"/>
                      <a:pt x="17678" y="44710"/>
                      <a:pt x="8081" y="40291"/>
                    </a:cubicBezTo>
                    <a:cubicBezTo>
                      <a:pt x="-967" y="35719"/>
                      <a:pt x="-1253" y="26289"/>
                      <a:pt x="1604" y="16383"/>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0" name="Google Shape;250;p12"/>
              <p:cNvSpPr/>
              <p:nvPr/>
            </p:nvSpPr>
            <p:spPr>
              <a:xfrm>
                <a:off x="5833154" y="3969125"/>
                <a:ext cx="57182" cy="47279"/>
              </a:xfrm>
              <a:custGeom>
                <a:avLst/>
                <a:gdLst/>
                <a:ahLst/>
                <a:cxnLst/>
                <a:rect l="l" t="t" r="r" b="b"/>
                <a:pathLst>
                  <a:path w="71478" h="59099" extrusionOk="0">
                    <a:moveTo>
                      <a:pt x="5636" y="32418"/>
                    </a:moveTo>
                    <a:lnTo>
                      <a:pt x="8018" y="32418"/>
                    </a:lnTo>
                    <a:cubicBezTo>
                      <a:pt x="5440" y="30599"/>
                      <a:pt x="4827" y="27027"/>
                      <a:pt x="6648" y="24455"/>
                    </a:cubicBezTo>
                    <a:cubicBezTo>
                      <a:pt x="7726" y="22922"/>
                      <a:pt x="9482" y="22026"/>
                      <a:pt x="11351" y="22036"/>
                    </a:cubicBezTo>
                    <a:cubicBezTo>
                      <a:pt x="14876" y="22036"/>
                      <a:pt x="50213" y="14606"/>
                      <a:pt x="50213" y="14606"/>
                    </a:cubicBezTo>
                    <a:lnTo>
                      <a:pt x="54500" y="128"/>
                    </a:lnTo>
                    <a:cubicBezTo>
                      <a:pt x="54500" y="-729"/>
                      <a:pt x="60596" y="2986"/>
                      <a:pt x="60786" y="3176"/>
                    </a:cubicBezTo>
                    <a:cubicBezTo>
                      <a:pt x="66872" y="7091"/>
                      <a:pt x="70809" y="13597"/>
                      <a:pt x="71454" y="20798"/>
                    </a:cubicBezTo>
                    <a:cubicBezTo>
                      <a:pt x="71818" y="30903"/>
                      <a:pt x="68152" y="40733"/>
                      <a:pt x="61262" y="48134"/>
                    </a:cubicBezTo>
                    <a:cubicBezTo>
                      <a:pt x="54984" y="54364"/>
                      <a:pt x="46575" y="57974"/>
                      <a:pt x="37736" y="58231"/>
                    </a:cubicBezTo>
                    <a:cubicBezTo>
                      <a:pt x="33449" y="58231"/>
                      <a:pt x="29354" y="58707"/>
                      <a:pt x="25639" y="59088"/>
                    </a:cubicBezTo>
                    <a:cubicBezTo>
                      <a:pt x="22226" y="59298"/>
                      <a:pt x="19289" y="56707"/>
                      <a:pt x="19078" y="53287"/>
                    </a:cubicBezTo>
                    <a:cubicBezTo>
                      <a:pt x="19071" y="53192"/>
                      <a:pt x="19068" y="53087"/>
                      <a:pt x="19067" y="52992"/>
                    </a:cubicBezTo>
                    <a:lnTo>
                      <a:pt x="17924" y="52992"/>
                    </a:lnTo>
                    <a:cubicBezTo>
                      <a:pt x="17115" y="53221"/>
                      <a:pt x="16256" y="53221"/>
                      <a:pt x="15447" y="52992"/>
                    </a:cubicBezTo>
                    <a:lnTo>
                      <a:pt x="13637" y="52992"/>
                    </a:lnTo>
                    <a:cubicBezTo>
                      <a:pt x="7637" y="52992"/>
                      <a:pt x="7160" y="45562"/>
                      <a:pt x="11256" y="42895"/>
                    </a:cubicBezTo>
                    <a:lnTo>
                      <a:pt x="5446" y="42895"/>
                    </a:lnTo>
                    <a:cubicBezTo>
                      <a:pt x="-2174" y="43562"/>
                      <a:pt x="-1507" y="32323"/>
                      <a:pt x="5636" y="32418"/>
                    </a:cubicBezTo>
                    <a:close/>
                  </a:path>
                </a:pathLst>
              </a:custGeom>
              <a:solidFill>
                <a:srgbClr val="9C6448"/>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1" name="Google Shape;251;p12"/>
              <p:cNvSpPr/>
              <p:nvPr/>
            </p:nvSpPr>
            <p:spPr>
              <a:xfrm>
                <a:off x="5709343" y="3692033"/>
                <a:ext cx="56693" cy="82524"/>
              </a:xfrm>
              <a:custGeom>
                <a:avLst/>
                <a:gdLst/>
                <a:ahLst/>
                <a:cxnLst/>
                <a:rect l="l" t="t" r="r" b="b"/>
                <a:pathLst>
                  <a:path w="70866" h="103155" extrusionOk="0">
                    <a:moveTo>
                      <a:pt x="45339" y="103156"/>
                    </a:moveTo>
                    <a:cubicBezTo>
                      <a:pt x="54990" y="102718"/>
                      <a:pt x="64114" y="98631"/>
                      <a:pt x="70866" y="91726"/>
                    </a:cubicBezTo>
                    <a:cubicBezTo>
                      <a:pt x="69533" y="73628"/>
                      <a:pt x="46482" y="5143"/>
                      <a:pt x="0" y="0"/>
                    </a:cubicBezTo>
                    <a:cubicBezTo>
                      <a:pt x="12463" y="8944"/>
                      <a:pt x="22324" y="21041"/>
                      <a:pt x="28575" y="35052"/>
                    </a:cubicBezTo>
                    <a:cubicBezTo>
                      <a:pt x="35880" y="57293"/>
                      <a:pt x="41484" y="80067"/>
                      <a:pt x="45339" y="103156"/>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2" name="Google Shape;252;p12"/>
              <p:cNvSpPr/>
              <p:nvPr/>
            </p:nvSpPr>
            <p:spPr>
              <a:xfrm>
                <a:off x="5551668" y="3748041"/>
                <a:ext cx="68780" cy="102654"/>
              </a:xfrm>
              <a:custGeom>
                <a:avLst/>
                <a:gdLst/>
                <a:ahLst/>
                <a:cxnLst/>
                <a:rect l="l" t="t" r="r" b="b"/>
                <a:pathLst>
                  <a:path w="85975" h="128318" extrusionOk="0">
                    <a:moveTo>
                      <a:pt x="6812" y="123589"/>
                    </a:moveTo>
                    <a:cubicBezTo>
                      <a:pt x="6812" y="123589"/>
                      <a:pt x="53008" y="139590"/>
                      <a:pt x="85584" y="112730"/>
                    </a:cubicBezTo>
                    <a:cubicBezTo>
                      <a:pt x="89203" y="106634"/>
                      <a:pt x="66534" y="27957"/>
                      <a:pt x="66534" y="27957"/>
                    </a:cubicBezTo>
                    <a:cubicBezTo>
                      <a:pt x="66534" y="27957"/>
                      <a:pt x="47484" y="-12238"/>
                      <a:pt x="16813" y="3764"/>
                    </a:cubicBezTo>
                    <a:cubicBezTo>
                      <a:pt x="-13857" y="19766"/>
                      <a:pt x="6812" y="123589"/>
                      <a:pt x="6812" y="123589"/>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sp>
          <p:nvSpPr>
            <p:cNvPr id="253" name="Google Shape;253;p12"/>
            <p:cNvSpPr/>
            <p:nvPr/>
          </p:nvSpPr>
          <p:spPr>
            <a:xfrm>
              <a:off x="7297552" y="1119942"/>
              <a:ext cx="135609" cy="266405"/>
            </a:xfrm>
            <a:custGeom>
              <a:avLst/>
              <a:gdLst/>
              <a:ahLst/>
              <a:cxnLst/>
              <a:rect l="l" t="t" r="r" b="b"/>
              <a:pathLst>
                <a:path w="169617" h="333215" extrusionOk="0">
                  <a:moveTo>
                    <a:pt x="97114" y="257806"/>
                  </a:moveTo>
                  <a:cubicBezTo>
                    <a:pt x="82065" y="284512"/>
                    <a:pt x="63834" y="309299"/>
                    <a:pt x="42822" y="331624"/>
                  </a:cubicBezTo>
                  <a:cubicBezTo>
                    <a:pt x="36916" y="338482"/>
                    <a:pt x="-8137" y="321242"/>
                    <a:pt x="1293" y="316384"/>
                  </a:cubicBezTo>
                  <a:cubicBezTo>
                    <a:pt x="10722" y="311527"/>
                    <a:pt x="40250" y="270283"/>
                    <a:pt x="55109" y="242851"/>
                  </a:cubicBezTo>
                  <a:cubicBezTo>
                    <a:pt x="67549" y="210057"/>
                    <a:pt x="78074" y="176568"/>
                    <a:pt x="86637" y="142553"/>
                  </a:cubicBezTo>
                  <a:cubicBezTo>
                    <a:pt x="96162" y="108930"/>
                    <a:pt x="103972" y="59590"/>
                    <a:pt x="110735" y="36349"/>
                  </a:cubicBezTo>
                  <a:cubicBezTo>
                    <a:pt x="114326" y="18843"/>
                    <a:pt x="127870" y="5080"/>
                    <a:pt x="145311" y="1202"/>
                  </a:cubicBezTo>
                  <a:cubicBezTo>
                    <a:pt x="161503" y="-2513"/>
                    <a:pt x="172076" y="1869"/>
                    <a:pt x="169123" y="21586"/>
                  </a:cubicBezTo>
                  <a:cubicBezTo>
                    <a:pt x="163885" y="56066"/>
                    <a:pt x="136929" y="189988"/>
                    <a:pt x="97114" y="257806"/>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4" name="Google Shape;254;p12"/>
            <p:cNvSpPr/>
            <p:nvPr/>
          </p:nvSpPr>
          <p:spPr>
            <a:xfrm>
              <a:off x="7309787" y="1745656"/>
              <a:ext cx="93295" cy="72283"/>
            </a:xfrm>
            <a:custGeom>
              <a:avLst/>
              <a:gdLst/>
              <a:ahLst/>
              <a:cxnLst/>
              <a:rect l="l" t="t" r="r" b="b"/>
              <a:pathLst>
                <a:path w="116692" h="90410" extrusionOk="0">
                  <a:moveTo>
                    <a:pt x="107433" y="2"/>
                  </a:moveTo>
                  <a:cubicBezTo>
                    <a:pt x="93527" y="11337"/>
                    <a:pt x="72857" y="955"/>
                    <a:pt x="71810" y="2003"/>
                  </a:cubicBezTo>
                  <a:cubicBezTo>
                    <a:pt x="55417" y="17271"/>
                    <a:pt x="38177" y="31616"/>
                    <a:pt x="20184" y="44960"/>
                  </a:cubicBezTo>
                  <a:cubicBezTo>
                    <a:pt x="11421" y="51818"/>
                    <a:pt x="-2105" y="61057"/>
                    <a:pt x="277" y="74202"/>
                  </a:cubicBezTo>
                  <a:cubicBezTo>
                    <a:pt x="4753" y="97824"/>
                    <a:pt x="42472" y="90585"/>
                    <a:pt x="56665" y="83727"/>
                  </a:cubicBezTo>
                  <a:cubicBezTo>
                    <a:pt x="70857" y="76869"/>
                    <a:pt x="82573" y="64677"/>
                    <a:pt x="96003" y="56200"/>
                  </a:cubicBezTo>
                  <a:cubicBezTo>
                    <a:pt x="105528" y="50199"/>
                    <a:pt x="115053" y="47151"/>
                    <a:pt x="116577" y="34959"/>
                  </a:cubicBezTo>
                  <a:cubicBezTo>
                    <a:pt x="117720" y="27244"/>
                    <a:pt x="110100" y="-284"/>
                    <a:pt x="107433" y="2"/>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5" name="Google Shape;255;p12"/>
            <p:cNvSpPr/>
            <p:nvPr/>
          </p:nvSpPr>
          <p:spPr>
            <a:xfrm>
              <a:off x="7310617" y="1769417"/>
              <a:ext cx="92899" cy="48456"/>
            </a:xfrm>
            <a:custGeom>
              <a:avLst/>
              <a:gdLst/>
              <a:ahLst/>
              <a:cxnLst/>
              <a:rect l="l" t="t" r="r" b="b"/>
              <a:pathLst>
                <a:path w="116196" h="60608" extrusionOk="0">
                  <a:moveTo>
                    <a:pt x="115919" y="0"/>
                  </a:moveTo>
                  <a:cubicBezTo>
                    <a:pt x="114110" y="11621"/>
                    <a:pt x="104775" y="14764"/>
                    <a:pt x="95250" y="20765"/>
                  </a:cubicBezTo>
                  <a:cubicBezTo>
                    <a:pt x="81534" y="29242"/>
                    <a:pt x="69437" y="41529"/>
                    <a:pt x="55245" y="48673"/>
                  </a:cubicBezTo>
                  <a:cubicBezTo>
                    <a:pt x="41053" y="55817"/>
                    <a:pt x="9239" y="62008"/>
                    <a:pt x="0" y="45149"/>
                  </a:cubicBezTo>
                  <a:cubicBezTo>
                    <a:pt x="5048" y="67913"/>
                    <a:pt x="42101" y="60770"/>
                    <a:pt x="56198" y="53626"/>
                  </a:cubicBezTo>
                  <a:cubicBezTo>
                    <a:pt x="70295" y="46482"/>
                    <a:pt x="82106" y="34576"/>
                    <a:pt x="95536" y="26099"/>
                  </a:cubicBezTo>
                  <a:cubicBezTo>
                    <a:pt x="105061" y="20098"/>
                    <a:pt x="114586" y="17050"/>
                    <a:pt x="116110" y="4858"/>
                  </a:cubicBezTo>
                  <a:cubicBezTo>
                    <a:pt x="116272" y="3239"/>
                    <a:pt x="116205" y="1600"/>
                    <a:pt x="115919"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6" name="Google Shape;256;p12"/>
            <p:cNvSpPr/>
            <p:nvPr/>
          </p:nvSpPr>
          <p:spPr>
            <a:xfrm>
              <a:off x="7197828" y="1680648"/>
              <a:ext cx="93274" cy="69610"/>
            </a:xfrm>
            <a:custGeom>
              <a:avLst/>
              <a:gdLst/>
              <a:ahLst/>
              <a:cxnLst/>
              <a:rect l="l" t="t" r="r" b="b"/>
              <a:pathLst>
                <a:path w="116665" h="87067" extrusionOk="0">
                  <a:moveTo>
                    <a:pt x="105833" y="64"/>
                  </a:moveTo>
                  <a:cubicBezTo>
                    <a:pt x="91831" y="11398"/>
                    <a:pt x="67733" y="-984"/>
                    <a:pt x="66305" y="64"/>
                  </a:cubicBezTo>
                  <a:cubicBezTo>
                    <a:pt x="51722" y="14780"/>
                    <a:pt x="36329" y="28677"/>
                    <a:pt x="20204" y="41688"/>
                  </a:cubicBezTo>
                  <a:cubicBezTo>
                    <a:pt x="11440" y="48546"/>
                    <a:pt x="-2180" y="57690"/>
                    <a:pt x="296" y="70930"/>
                  </a:cubicBezTo>
                  <a:cubicBezTo>
                    <a:pt x="4678" y="94456"/>
                    <a:pt x="42492" y="87217"/>
                    <a:pt x="56684" y="80455"/>
                  </a:cubicBezTo>
                  <a:cubicBezTo>
                    <a:pt x="70876" y="73692"/>
                    <a:pt x="82592" y="61405"/>
                    <a:pt x="96022" y="52927"/>
                  </a:cubicBezTo>
                  <a:cubicBezTo>
                    <a:pt x="105547" y="47022"/>
                    <a:pt x="115072" y="43879"/>
                    <a:pt x="116597" y="31782"/>
                  </a:cubicBezTo>
                  <a:cubicBezTo>
                    <a:pt x="117549" y="23495"/>
                    <a:pt x="108310" y="-698"/>
                    <a:pt x="105833" y="64"/>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7" name="Google Shape;257;p12"/>
            <p:cNvSpPr/>
            <p:nvPr/>
          </p:nvSpPr>
          <p:spPr>
            <a:xfrm>
              <a:off x="7198064" y="1702707"/>
              <a:ext cx="92850" cy="48456"/>
            </a:xfrm>
            <a:custGeom>
              <a:avLst/>
              <a:gdLst/>
              <a:ahLst/>
              <a:cxnLst/>
              <a:rect l="l" t="t" r="r" b="b"/>
              <a:pathLst>
                <a:path w="116135" h="60608" extrusionOk="0">
                  <a:moveTo>
                    <a:pt x="115919" y="0"/>
                  </a:moveTo>
                  <a:cubicBezTo>
                    <a:pt x="114014" y="11621"/>
                    <a:pt x="104680" y="14764"/>
                    <a:pt x="95155" y="20765"/>
                  </a:cubicBezTo>
                  <a:cubicBezTo>
                    <a:pt x="81439" y="29242"/>
                    <a:pt x="69437" y="41529"/>
                    <a:pt x="55150" y="48673"/>
                  </a:cubicBezTo>
                  <a:cubicBezTo>
                    <a:pt x="40862" y="55817"/>
                    <a:pt x="9239" y="62008"/>
                    <a:pt x="0" y="45149"/>
                  </a:cubicBezTo>
                  <a:cubicBezTo>
                    <a:pt x="4953" y="67913"/>
                    <a:pt x="42101" y="60770"/>
                    <a:pt x="56198" y="53626"/>
                  </a:cubicBezTo>
                  <a:cubicBezTo>
                    <a:pt x="70295" y="46482"/>
                    <a:pt x="82010" y="34576"/>
                    <a:pt x="95536" y="26099"/>
                  </a:cubicBezTo>
                  <a:cubicBezTo>
                    <a:pt x="105061" y="20098"/>
                    <a:pt x="114586" y="17050"/>
                    <a:pt x="116110" y="4858"/>
                  </a:cubicBezTo>
                  <a:cubicBezTo>
                    <a:pt x="116177" y="3238"/>
                    <a:pt x="116110" y="1610"/>
                    <a:pt x="115919"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8" name="Google Shape;258;p12"/>
            <p:cNvSpPr/>
            <p:nvPr/>
          </p:nvSpPr>
          <p:spPr>
            <a:xfrm>
              <a:off x="7221254" y="1360384"/>
              <a:ext cx="326700" cy="394943"/>
            </a:xfrm>
            <a:custGeom>
              <a:avLst/>
              <a:gdLst/>
              <a:ahLst/>
              <a:cxnLst/>
              <a:rect l="l" t="t" r="r" b="b"/>
              <a:pathLst>
                <a:path w="408631" h="493987" extrusionOk="0">
                  <a:moveTo>
                    <a:pt x="405429" y="33455"/>
                  </a:moveTo>
                  <a:cubicBezTo>
                    <a:pt x="420955" y="130325"/>
                    <a:pt x="377902" y="166805"/>
                    <a:pt x="321990" y="187094"/>
                  </a:cubicBezTo>
                  <a:cubicBezTo>
                    <a:pt x="281890" y="201857"/>
                    <a:pt x="224264" y="224622"/>
                    <a:pt x="224264" y="224622"/>
                  </a:cubicBezTo>
                  <a:cubicBezTo>
                    <a:pt x="224264" y="224622"/>
                    <a:pt x="225121" y="245863"/>
                    <a:pt x="225502" y="293583"/>
                  </a:cubicBezTo>
                  <a:cubicBezTo>
                    <a:pt x="225978" y="335588"/>
                    <a:pt x="220359" y="489036"/>
                    <a:pt x="220359" y="489036"/>
                  </a:cubicBezTo>
                  <a:cubicBezTo>
                    <a:pt x="206862" y="495799"/>
                    <a:pt x="190936" y="495627"/>
                    <a:pt x="177591" y="488560"/>
                  </a:cubicBezTo>
                  <a:cubicBezTo>
                    <a:pt x="177591" y="488560"/>
                    <a:pt x="155017" y="371021"/>
                    <a:pt x="150255" y="318062"/>
                  </a:cubicBezTo>
                  <a:cubicBezTo>
                    <a:pt x="143778" y="246149"/>
                    <a:pt x="132729" y="199095"/>
                    <a:pt x="136348" y="183665"/>
                  </a:cubicBezTo>
                  <a:cubicBezTo>
                    <a:pt x="139587" y="170044"/>
                    <a:pt x="218168" y="131372"/>
                    <a:pt x="243123" y="110703"/>
                  </a:cubicBezTo>
                  <a:lnTo>
                    <a:pt x="78531" y="165853"/>
                  </a:lnTo>
                  <a:cubicBezTo>
                    <a:pt x="81789" y="183703"/>
                    <a:pt x="83380" y="201810"/>
                    <a:pt x="83294" y="219955"/>
                  </a:cubicBezTo>
                  <a:cubicBezTo>
                    <a:pt x="81770" y="277105"/>
                    <a:pt x="78627" y="400453"/>
                    <a:pt x="78627" y="400453"/>
                  </a:cubicBezTo>
                  <a:cubicBezTo>
                    <a:pt x="78627" y="400453"/>
                    <a:pt x="56053" y="416741"/>
                    <a:pt x="36812" y="400453"/>
                  </a:cubicBezTo>
                  <a:cubicBezTo>
                    <a:pt x="36812" y="400453"/>
                    <a:pt x="-4622" y="156137"/>
                    <a:pt x="427" y="124229"/>
                  </a:cubicBezTo>
                  <a:cubicBezTo>
                    <a:pt x="5189" y="93558"/>
                    <a:pt x="150255" y="30788"/>
                    <a:pt x="175782" y="9167"/>
                  </a:cubicBezTo>
                  <a:cubicBezTo>
                    <a:pt x="184802" y="1843"/>
                    <a:pt x="196499" y="-1308"/>
                    <a:pt x="207976" y="499"/>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59" name="Google Shape;259;p12"/>
            <p:cNvSpPr/>
            <p:nvPr/>
          </p:nvSpPr>
          <p:spPr>
            <a:xfrm>
              <a:off x="7417903" y="1095544"/>
              <a:ext cx="102781" cy="99997"/>
            </a:xfrm>
            <a:custGeom>
              <a:avLst/>
              <a:gdLst/>
              <a:ahLst/>
              <a:cxnLst/>
              <a:rect l="l" t="t" r="r" b="b"/>
              <a:pathLst>
                <a:path w="128556" h="125075" extrusionOk="0">
                  <a:moveTo>
                    <a:pt x="102220" y="0"/>
                  </a:moveTo>
                  <a:cubicBezTo>
                    <a:pt x="102220" y="0"/>
                    <a:pt x="99838" y="46196"/>
                    <a:pt x="100886" y="50292"/>
                  </a:cubicBezTo>
                  <a:cubicBezTo>
                    <a:pt x="101934" y="54388"/>
                    <a:pt x="122032" y="67913"/>
                    <a:pt x="127937" y="72676"/>
                  </a:cubicBezTo>
                  <a:cubicBezTo>
                    <a:pt x="133843" y="77438"/>
                    <a:pt x="96029" y="114776"/>
                    <a:pt x="77645" y="123253"/>
                  </a:cubicBezTo>
                  <a:cubicBezTo>
                    <a:pt x="59262" y="131731"/>
                    <a:pt x="1445" y="109442"/>
                    <a:pt x="112" y="80867"/>
                  </a:cubicBezTo>
                  <a:cubicBezTo>
                    <a:pt x="-1222" y="52292"/>
                    <a:pt x="9637" y="28289"/>
                    <a:pt x="19162" y="27051"/>
                  </a:cubicBezTo>
                  <a:cubicBezTo>
                    <a:pt x="28687" y="25813"/>
                    <a:pt x="102220" y="0"/>
                    <a:pt x="102220" y="0"/>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0" name="Google Shape;260;p12"/>
            <p:cNvSpPr/>
            <p:nvPr/>
          </p:nvSpPr>
          <p:spPr>
            <a:xfrm>
              <a:off x="7381720" y="1109556"/>
              <a:ext cx="166775" cy="325513"/>
            </a:xfrm>
            <a:custGeom>
              <a:avLst/>
              <a:gdLst/>
              <a:ahLst/>
              <a:cxnLst/>
              <a:rect l="l" t="t" r="r" b="b"/>
              <a:pathLst>
                <a:path w="208599" h="407146" extrusionOk="0">
                  <a:moveTo>
                    <a:pt x="152620" y="40673"/>
                  </a:moveTo>
                  <a:cubicBezTo>
                    <a:pt x="152620" y="40673"/>
                    <a:pt x="119187" y="90584"/>
                    <a:pt x="72419" y="95251"/>
                  </a:cubicBezTo>
                  <a:cubicBezTo>
                    <a:pt x="57751" y="80773"/>
                    <a:pt x="56417" y="28576"/>
                    <a:pt x="76801" y="12574"/>
                  </a:cubicBezTo>
                  <a:cubicBezTo>
                    <a:pt x="76801" y="12574"/>
                    <a:pt x="57751" y="-2571"/>
                    <a:pt x="45178" y="382"/>
                  </a:cubicBezTo>
                  <a:cubicBezTo>
                    <a:pt x="31481" y="8783"/>
                    <a:pt x="21327" y="21888"/>
                    <a:pt x="16603" y="37244"/>
                  </a:cubicBezTo>
                  <a:cubicBezTo>
                    <a:pt x="4658" y="71536"/>
                    <a:pt x="-923" y="107721"/>
                    <a:pt x="124" y="144019"/>
                  </a:cubicBezTo>
                  <a:cubicBezTo>
                    <a:pt x="886" y="192977"/>
                    <a:pt x="124" y="316707"/>
                    <a:pt x="124" y="316707"/>
                  </a:cubicBezTo>
                  <a:cubicBezTo>
                    <a:pt x="5620" y="346271"/>
                    <a:pt x="23556" y="372047"/>
                    <a:pt x="49369" y="387478"/>
                  </a:cubicBezTo>
                  <a:cubicBezTo>
                    <a:pt x="83068" y="406490"/>
                    <a:pt x="122740" y="411976"/>
                    <a:pt x="160335" y="402813"/>
                  </a:cubicBezTo>
                  <a:cubicBezTo>
                    <a:pt x="183957" y="397289"/>
                    <a:pt x="192720" y="383763"/>
                    <a:pt x="200911" y="366904"/>
                  </a:cubicBezTo>
                  <a:cubicBezTo>
                    <a:pt x="198816" y="332614"/>
                    <a:pt x="185195" y="262129"/>
                    <a:pt x="190910" y="218790"/>
                  </a:cubicBezTo>
                  <a:cubicBezTo>
                    <a:pt x="196625" y="175451"/>
                    <a:pt x="205769" y="143447"/>
                    <a:pt x="208150" y="108586"/>
                  </a:cubicBezTo>
                  <a:cubicBezTo>
                    <a:pt x="210532" y="73724"/>
                    <a:pt x="203483" y="74391"/>
                    <a:pt x="186052" y="62009"/>
                  </a:cubicBezTo>
                  <a:cubicBezTo>
                    <a:pt x="175442" y="54092"/>
                    <a:pt x="164269" y="46962"/>
                    <a:pt x="152620" y="40673"/>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1" name="Google Shape;261;p12"/>
            <p:cNvSpPr/>
            <p:nvPr/>
          </p:nvSpPr>
          <p:spPr>
            <a:xfrm>
              <a:off x="7413797" y="991818"/>
              <a:ext cx="110760" cy="134864"/>
            </a:xfrm>
            <a:custGeom>
              <a:avLst/>
              <a:gdLst/>
              <a:ahLst/>
              <a:cxnLst/>
              <a:rect l="l" t="t" r="r" b="b"/>
              <a:pathLst>
                <a:path w="138537" h="168686" extrusionOk="0">
                  <a:moveTo>
                    <a:pt x="2962" y="60969"/>
                  </a:moveTo>
                  <a:lnTo>
                    <a:pt x="2962" y="60969"/>
                  </a:lnTo>
                  <a:cubicBezTo>
                    <a:pt x="8486" y="25155"/>
                    <a:pt x="34204" y="-1896"/>
                    <a:pt x="71161" y="104"/>
                  </a:cubicBezTo>
                  <a:cubicBezTo>
                    <a:pt x="110299" y="2083"/>
                    <a:pt x="140427" y="35416"/>
                    <a:pt x="138445" y="74557"/>
                  </a:cubicBezTo>
                  <a:cubicBezTo>
                    <a:pt x="137321" y="96813"/>
                    <a:pt x="125806" y="117248"/>
                    <a:pt x="107356" y="129739"/>
                  </a:cubicBezTo>
                  <a:cubicBezTo>
                    <a:pt x="106032" y="135172"/>
                    <a:pt x="104117" y="140443"/>
                    <a:pt x="101641" y="145456"/>
                  </a:cubicBezTo>
                  <a:cubicBezTo>
                    <a:pt x="88592" y="160696"/>
                    <a:pt x="49063" y="170125"/>
                    <a:pt x="37728" y="168506"/>
                  </a:cubicBezTo>
                  <a:cubicBezTo>
                    <a:pt x="23907" y="167251"/>
                    <a:pt x="12249" y="157706"/>
                    <a:pt x="8296" y="144408"/>
                  </a:cubicBezTo>
                  <a:cubicBezTo>
                    <a:pt x="-3610" y="116309"/>
                    <a:pt x="-86" y="78685"/>
                    <a:pt x="2962" y="60969"/>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2" name="Google Shape;262;p12"/>
            <p:cNvSpPr/>
            <p:nvPr/>
          </p:nvSpPr>
          <p:spPr>
            <a:xfrm>
              <a:off x="7417935" y="980032"/>
              <a:ext cx="116886" cy="115512"/>
            </a:xfrm>
            <a:custGeom>
              <a:avLst/>
              <a:gdLst/>
              <a:ahLst/>
              <a:cxnLst/>
              <a:rect l="l" t="t" r="r" b="b"/>
              <a:pathLst>
                <a:path w="146199" h="144480" extrusionOk="0">
                  <a:moveTo>
                    <a:pt x="102179" y="144481"/>
                  </a:moveTo>
                  <a:lnTo>
                    <a:pt x="102179" y="144481"/>
                  </a:lnTo>
                  <a:lnTo>
                    <a:pt x="98750" y="113239"/>
                  </a:lnTo>
                  <a:cubicBezTo>
                    <a:pt x="98750" y="113239"/>
                    <a:pt x="124277" y="47135"/>
                    <a:pt x="63984" y="59899"/>
                  </a:cubicBezTo>
                  <a:cubicBezTo>
                    <a:pt x="24169" y="68281"/>
                    <a:pt x="14168" y="71900"/>
                    <a:pt x="2072" y="45135"/>
                  </a:cubicBezTo>
                  <a:cubicBezTo>
                    <a:pt x="-10025" y="18370"/>
                    <a:pt x="32647" y="-5538"/>
                    <a:pt x="83415" y="1129"/>
                  </a:cubicBezTo>
                  <a:cubicBezTo>
                    <a:pt x="119648" y="4934"/>
                    <a:pt x="146928" y="35857"/>
                    <a:pt x="146185" y="72281"/>
                  </a:cubicBezTo>
                  <a:cubicBezTo>
                    <a:pt x="144851" y="91903"/>
                    <a:pt x="139612" y="131717"/>
                    <a:pt x="102179" y="144481"/>
                  </a:cubicBezTo>
                  <a:close/>
                </a:path>
              </a:pathLst>
            </a:custGeom>
            <a:solidFill>
              <a:srgbClr val="3A2C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3" name="Google Shape;263;p12"/>
            <p:cNvSpPr/>
            <p:nvPr/>
          </p:nvSpPr>
          <p:spPr>
            <a:xfrm>
              <a:off x="7364000" y="1109861"/>
              <a:ext cx="53839" cy="78361"/>
            </a:xfrm>
            <a:custGeom>
              <a:avLst/>
              <a:gdLst/>
              <a:ahLst/>
              <a:cxnLst/>
              <a:rect l="l" t="t" r="r" b="b"/>
              <a:pathLst>
                <a:path w="67341" h="98012" extrusionOk="0">
                  <a:moveTo>
                    <a:pt x="24289" y="98012"/>
                  </a:moveTo>
                  <a:cubicBezTo>
                    <a:pt x="15097" y="97573"/>
                    <a:pt x="6410" y="93657"/>
                    <a:pt x="0" y="87058"/>
                  </a:cubicBezTo>
                  <a:cubicBezTo>
                    <a:pt x="1334" y="70009"/>
                    <a:pt x="23241" y="4858"/>
                    <a:pt x="67342" y="0"/>
                  </a:cubicBezTo>
                  <a:cubicBezTo>
                    <a:pt x="55350" y="8451"/>
                    <a:pt x="45844" y="19962"/>
                    <a:pt x="39814" y="33338"/>
                  </a:cubicBezTo>
                  <a:cubicBezTo>
                    <a:pt x="32994" y="54469"/>
                    <a:pt x="27813" y="76090"/>
                    <a:pt x="24289" y="98012"/>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4" name="Google Shape;264;p12"/>
            <p:cNvSpPr/>
            <p:nvPr/>
          </p:nvSpPr>
          <p:spPr>
            <a:xfrm>
              <a:off x="7794459" y="3551002"/>
              <a:ext cx="540508" cy="312148"/>
            </a:xfrm>
            <a:custGeom>
              <a:avLst/>
              <a:gdLst/>
              <a:ahLst/>
              <a:cxnLst/>
              <a:rect l="l" t="t" r="r" b="b"/>
              <a:pathLst>
                <a:path w="676058" h="390429" extrusionOk="0">
                  <a:moveTo>
                    <a:pt x="625735" y="92488"/>
                  </a:moveTo>
                  <a:cubicBezTo>
                    <a:pt x="610904" y="78943"/>
                    <a:pt x="594607" y="67094"/>
                    <a:pt x="577157" y="57150"/>
                  </a:cubicBezTo>
                  <a:cubicBezTo>
                    <a:pt x="445236" y="-19050"/>
                    <a:pt x="230733" y="-19050"/>
                    <a:pt x="98907" y="57150"/>
                  </a:cubicBezTo>
                  <a:cubicBezTo>
                    <a:pt x="78543" y="68666"/>
                    <a:pt x="59826" y="82896"/>
                    <a:pt x="43281" y="99441"/>
                  </a:cubicBezTo>
                  <a:cubicBezTo>
                    <a:pt x="-29204" y="173831"/>
                    <a:pt x="-10630" y="270034"/>
                    <a:pt x="98907" y="333280"/>
                  </a:cubicBezTo>
                  <a:cubicBezTo>
                    <a:pt x="230733" y="409480"/>
                    <a:pt x="445331" y="409480"/>
                    <a:pt x="577157" y="333280"/>
                  </a:cubicBezTo>
                  <a:cubicBezTo>
                    <a:pt x="690124" y="268033"/>
                    <a:pt x="706316" y="167735"/>
                    <a:pt x="625735" y="92488"/>
                  </a:cubicBezTo>
                  <a:close/>
                  <a:moveTo>
                    <a:pt x="535152" y="308610"/>
                  </a:moveTo>
                  <a:cubicBezTo>
                    <a:pt x="426472" y="371380"/>
                    <a:pt x="249402" y="371380"/>
                    <a:pt x="141008" y="308610"/>
                  </a:cubicBezTo>
                  <a:cubicBezTo>
                    <a:pt x="64808" y="264605"/>
                    <a:pt x="41948" y="201168"/>
                    <a:pt x="72713" y="145542"/>
                  </a:cubicBezTo>
                  <a:cubicBezTo>
                    <a:pt x="89277" y="118310"/>
                    <a:pt x="112871" y="96031"/>
                    <a:pt x="141008" y="81058"/>
                  </a:cubicBezTo>
                  <a:cubicBezTo>
                    <a:pt x="249688" y="18383"/>
                    <a:pt x="426758" y="18383"/>
                    <a:pt x="535152" y="81058"/>
                  </a:cubicBezTo>
                  <a:cubicBezTo>
                    <a:pt x="563260" y="96002"/>
                    <a:pt x="586797" y="118291"/>
                    <a:pt x="603256" y="145542"/>
                  </a:cubicBezTo>
                  <a:lnTo>
                    <a:pt x="603256" y="145542"/>
                  </a:lnTo>
                  <a:cubicBezTo>
                    <a:pt x="634117" y="201549"/>
                    <a:pt x="611352" y="264890"/>
                    <a:pt x="535152" y="308610"/>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5" name="Google Shape;265;p12"/>
            <p:cNvSpPr/>
            <p:nvPr/>
          </p:nvSpPr>
          <p:spPr>
            <a:xfrm>
              <a:off x="7824798" y="3491907"/>
              <a:ext cx="469764" cy="181297"/>
            </a:xfrm>
            <a:custGeom>
              <a:avLst/>
              <a:gdLst/>
              <a:ahLst/>
              <a:cxnLst/>
              <a:rect l="l" t="t" r="r" b="b"/>
              <a:pathLst>
                <a:path w="587572" h="226763" extrusionOk="0">
                  <a:moveTo>
                    <a:pt x="565309" y="219837"/>
                  </a:moveTo>
                  <a:lnTo>
                    <a:pt x="565309" y="219837"/>
                  </a:lnTo>
                  <a:cubicBezTo>
                    <a:pt x="548849" y="192586"/>
                    <a:pt x="525313" y="170297"/>
                    <a:pt x="497205" y="155353"/>
                  </a:cubicBezTo>
                  <a:cubicBezTo>
                    <a:pt x="388525" y="92678"/>
                    <a:pt x="211455" y="92678"/>
                    <a:pt x="103061" y="155353"/>
                  </a:cubicBezTo>
                  <a:cubicBezTo>
                    <a:pt x="74924" y="170326"/>
                    <a:pt x="51330" y="192605"/>
                    <a:pt x="34766" y="219837"/>
                  </a:cubicBezTo>
                  <a:lnTo>
                    <a:pt x="5334" y="172974"/>
                  </a:lnTo>
                  <a:lnTo>
                    <a:pt x="0" y="164497"/>
                  </a:lnTo>
                  <a:lnTo>
                    <a:pt x="38100" y="73533"/>
                  </a:lnTo>
                  <a:lnTo>
                    <a:pt x="170402" y="0"/>
                  </a:lnTo>
                  <a:lnTo>
                    <a:pt x="416719" y="4286"/>
                  </a:lnTo>
                  <a:lnTo>
                    <a:pt x="584073" y="103537"/>
                  </a:lnTo>
                  <a:cubicBezTo>
                    <a:pt x="584073" y="103537"/>
                    <a:pt x="587121" y="134969"/>
                    <a:pt x="587502" y="166021"/>
                  </a:cubicBezTo>
                  <a:cubicBezTo>
                    <a:pt x="588169" y="204883"/>
                    <a:pt x="584359" y="242697"/>
                    <a:pt x="565309" y="219837"/>
                  </a:cubicBezTo>
                  <a:close/>
                </a:path>
              </a:pathLst>
            </a:custGeom>
            <a:solidFill>
              <a:srgbClr val="A1A5B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6" name="Google Shape;266;p12"/>
            <p:cNvSpPr/>
            <p:nvPr/>
          </p:nvSpPr>
          <p:spPr>
            <a:xfrm>
              <a:off x="7794490" y="3623727"/>
              <a:ext cx="41046" cy="82625"/>
            </a:xfrm>
            <a:custGeom>
              <a:avLst/>
              <a:gdLst/>
              <a:ahLst/>
              <a:cxnLst/>
              <a:rect l="l" t="t" r="r" b="b"/>
              <a:pathLst>
                <a:path w="51339" h="103346" extrusionOk="0">
                  <a:moveTo>
                    <a:pt x="0" y="103346"/>
                  </a:moveTo>
                  <a:lnTo>
                    <a:pt x="95" y="0"/>
                  </a:lnTo>
                  <a:lnTo>
                    <a:pt x="51340" y="86773"/>
                  </a:lnTo>
                  <a:lnTo>
                    <a:pt x="0" y="103346"/>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7" name="Google Shape;267;p12"/>
            <p:cNvSpPr/>
            <p:nvPr/>
          </p:nvSpPr>
          <p:spPr>
            <a:xfrm>
              <a:off x="8298847" y="3624184"/>
              <a:ext cx="36096" cy="82168"/>
            </a:xfrm>
            <a:custGeom>
              <a:avLst/>
              <a:gdLst/>
              <a:ahLst/>
              <a:cxnLst/>
              <a:rect l="l" t="t" r="r" b="b"/>
              <a:pathLst>
                <a:path w="45148" h="102774" extrusionOk="0">
                  <a:moveTo>
                    <a:pt x="45148" y="102775"/>
                  </a:moveTo>
                  <a:lnTo>
                    <a:pt x="45148" y="0"/>
                  </a:lnTo>
                  <a:lnTo>
                    <a:pt x="0" y="51149"/>
                  </a:lnTo>
                  <a:lnTo>
                    <a:pt x="45148" y="102775"/>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8" name="Google Shape;268;p12"/>
            <p:cNvSpPr/>
            <p:nvPr/>
          </p:nvSpPr>
          <p:spPr>
            <a:xfrm>
              <a:off x="7842237" y="3535238"/>
              <a:ext cx="449908" cy="259679"/>
            </a:xfrm>
            <a:custGeom>
              <a:avLst/>
              <a:gdLst/>
              <a:ahLst/>
              <a:cxnLst/>
              <a:rect l="l" t="t" r="r" b="b"/>
              <a:pathLst>
                <a:path w="562737" h="324802" extrusionOk="0">
                  <a:moveTo>
                    <a:pt x="562737" y="162401"/>
                  </a:moveTo>
                  <a:cubicBezTo>
                    <a:pt x="562737" y="252093"/>
                    <a:pt x="436764" y="324802"/>
                    <a:pt x="281368" y="324802"/>
                  </a:cubicBezTo>
                  <a:cubicBezTo>
                    <a:pt x="125973" y="324802"/>
                    <a:pt x="0" y="252093"/>
                    <a:pt x="0" y="162401"/>
                  </a:cubicBezTo>
                  <a:cubicBezTo>
                    <a:pt x="0" y="72710"/>
                    <a:pt x="125973" y="0"/>
                    <a:pt x="281368" y="0"/>
                  </a:cubicBezTo>
                  <a:cubicBezTo>
                    <a:pt x="436764" y="0"/>
                    <a:pt x="562737" y="72710"/>
                    <a:pt x="562737" y="162401"/>
                  </a:cubicBezTo>
                  <a:close/>
                </a:path>
              </a:pathLst>
            </a:custGeom>
            <a:solidFill>
              <a:srgbClr val="3E7EFF">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69" name="Google Shape;269;p12"/>
            <p:cNvSpPr/>
            <p:nvPr/>
          </p:nvSpPr>
          <p:spPr>
            <a:xfrm>
              <a:off x="7815050" y="3673683"/>
              <a:ext cx="491482" cy="176325"/>
            </a:xfrm>
            <a:custGeom>
              <a:avLst/>
              <a:gdLst/>
              <a:ahLst/>
              <a:cxnLst/>
              <a:rect l="l" t="t" r="r" b="b"/>
              <a:pathLst>
                <a:path w="614737" h="220544" extrusionOk="0">
                  <a:moveTo>
                    <a:pt x="0" y="58293"/>
                  </a:moveTo>
                  <a:cubicBezTo>
                    <a:pt x="0" y="58293"/>
                    <a:pt x="43339" y="228981"/>
                    <a:pt x="366522" y="220218"/>
                  </a:cubicBezTo>
                  <a:cubicBezTo>
                    <a:pt x="590836" y="220218"/>
                    <a:pt x="619506" y="27432"/>
                    <a:pt x="614172" y="0"/>
                  </a:cubicBezTo>
                  <a:cubicBezTo>
                    <a:pt x="567595" y="64189"/>
                    <a:pt x="495062" y="104556"/>
                    <a:pt x="415957" y="110300"/>
                  </a:cubicBezTo>
                  <a:cubicBezTo>
                    <a:pt x="279463" y="122206"/>
                    <a:pt x="178689" y="120682"/>
                    <a:pt x="124778" y="94583"/>
                  </a:cubicBezTo>
                  <a:cubicBezTo>
                    <a:pt x="70866" y="68485"/>
                    <a:pt x="95" y="0"/>
                    <a:pt x="95" y="0"/>
                  </a:cubicBez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0" name="Google Shape;270;p12"/>
            <p:cNvSpPr/>
            <p:nvPr/>
          </p:nvSpPr>
          <p:spPr>
            <a:xfrm>
              <a:off x="7794490" y="3472184"/>
              <a:ext cx="540453" cy="312196"/>
            </a:xfrm>
            <a:custGeom>
              <a:avLst/>
              <a:gdLst/>
              <a:ahLst/>
              <a:cxnLst/>
              <a:rect l="l" t="t" r="r" b="b"/>
              <a:pathLst>
                <a:path w="675989" h="390489" extrusionOk="0">
                  <a:moveTo>
                    <a:pt x="98869" y="333375"/>
                  </a:moveTo>
                  <a:cubicBezTo>
                    <a:pt x="-32956" y="257175"/>
                    <a:pt x="-32956" y="133350"/>
                    <a:pt x="98869" y="57150"/>
                  </a:cubicBezTo>
                  <a:cubicBezTo>
                    <a:pt x="230695" y="-19050"/>
                    <a:pt x="445294" y="-19050"/>
                    <a:pt x="577120" y="57150"/>
                  </a:cubicBezTo>
                  <a:cubicBezTo>
                    <a:pt x="708946" y="133350"/>
                    <a:pt x="708946" y="257175"/>
                    <a:pt x="577120" y="333375"/>
                  </a:cubicBezTo>
                  <a:cubicBezTo>
                    <a:pt x="445294" y="409575"/>
                    <a:pt x="230695" y="409480"/>
                    <a:pt x="98869" y="333375"/>
                  </a:cubicBezTo>
                  <a:close/>
                  <a:moveTo>
                    <a:pt x="535019" y="81534"/>
                  </a:moveTo>
                  <a:cubicBezTo>
                    <a:pt x="426339" y="18860"/>
                    <a:pt x="249269" y="18764"/>
                    <a:pt x="140970" y="81534"/>
                  </a:cubicBezTo>
                  <a:cubicBezTo>
                    <a:pt x="32671" y="144304"/>
                    <a:pt x="32290" y="246316"/>
                    <a:pt x="140970" y="309086"/>
                  </a:cubicBezTo>
                  <a:cubicBezTo>
                    <a:pt x="249650" y="371856"/>
                    <a:pt x="426720" y="371856"/>
                    <a:pt x="535019" y="309086"/>
                  </a:cubicBezTo>
                  <a:cubicBezTo>
                    <a:pt x="643319" y="246316"/>
                    <a:pt x="644176" y="144304"/>
                    <a:pt x="535019" y="81534"/>
                  </a:cubicBezTo>
                  <a:close/>
                </a:path>
              </a:pathLst>
            </a:custGeom>
            <a:solidFill>
              <a:srgbClr val="D6D8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1" name="Google Shape;271;p12"/>
            <p:cNvSpPr/>
            <p:nvPr/>
          </p:nvSpPr>
          <p:spPr>
            <a:xfrm rot="-1801764">
              <a:off x="7461665" y="3958761"/>
              <a:ext cx="59345" cy="102714"/>
            </a:xfrm>
            <a:custGeom>
              <a:avLst/>
              <a:gdLst/>
              <a:ahLst/>
              <a:cxnLst/>
              <a:rect l="l" t="t" r="r" b="b"/>
              <a:pathLst>
                <a:path w="74294" h="128587" extrusionOk="0">
                  <a:moveTo>
                    <a:pt x="74295" y="64294"/>
                  </a:moveTo>
                  <a:cubicBezTo>
                    <a:pt x="74295" y="99802"/>
                    <a:pt x="57663" y="128588"/>
                    <a:pt x="37148" y="128588"/>
                  </a:cubicBezTo>
                  <a:cubicBezTo>
                    <a:pt x="16632" y="128588"/>
                    <a:pt x="0" y="99802"/>
                    <a:pt x="0" y="64294"/>
                  </a:cubicBezTo>
                  <a:cubicBezTo>
                    <a:pt x="0" y="28785"/>
                    <a:pt x="16632" y="0"/>
                    <a:pt x="37148" y="0"/>
                  </a:cubicBezTo>
                  <a:cubicBezTo>
                    <a:pt x="57663" y="0"/>
                    <a:pt x="74295" y="28785"/>
                    <a:pt x="74295" y="64294"/>
                  </a:cubicBezTo>
                  <a:close/>
                </a:path>
              </a:pathLst>
            </a:custGeom>
            <a:solidFill>
              <a:srgbClr val="000000">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2" name="Google Shape;272;p12"/>
            <p:cNvSpPr/>
            <p:nvPr/>
          </p:nvSpPr>
          <p:spPr>
            <a:xfrm>
              <a:off x="7752377" y="3752957"/>
              <a:ext cx="148877" cy="85976"/>
            </a:xfrm>
            <a:custGeom>
              <a:avLst/>
              <a:gdLst/>
              <a:ahLst/>
              <a:cxnLst/>
              <a:rect l="l" t="t" r="r" b="b"/>
              <a:pathLst>
                <a:path w="186213" h="107537" extrusionOk="0">
                  <a:moveTo>
                    <a:pt x="186214" y="25337"/>
                  </a:moveTo>
                  <a:lnTo>
                    <a:pt x="43910" y="107537"/>
                  </a:lnTo>
                  <a:lnTo>
                    <a:pt x="0" y="82105"/>
                  </a:lnTo>
                  <a:lnTo>
                    <a:pt x="142304" y="0"/>
                  </a:lnTo>
                  <a:lnTo>
                    <a:pt x="186214" y="25337"/>
                  </a:lnTo>
                  <a:close/>
                </a:path>
              </a:pathLst>
            </a:custGeom>
            <a:solidFill>
              <a:srgbClr val="B1B4C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3" name="Google Shape;273;p12"/>
            <p:cNvSpPr/>
            <p:nvPr/>
          </p:nvSpPr>
          <p:spPr>
            <a:xfrm>
              <a:off x="7787483" y="3773138"/>
              <a:ext cx="113771" cy="106232"/>
            </a:xfrm>
            <a:custGeom>
              <a:avLst/>
              <a:gdLst/>
              <a:ahLst/>
              <a:cxnLst/>
              <a:rect l="l" t="t" r="r" b="b"/>
              <a:pathLst>
                <a:path w="142303" h="132873" extrusionOk="0">
                  <a:moveTo>
                    <a:pt x="142304" y="50768"/>
                  </a:moveTo>
                  <a:lnTo>
                    <a:pt x="0" y="132874"/>
                  </a:lnTo>
                  <a:lnTo>
                    <a:pt x="0" y="82201"/>
                  </a:lnTo>
                  <a:lnTo>
                    <a:pt x="142304" y="0"/>
                  </a:lnTo>
                  <a:lnTo>
                    <a:pt x="142304" y="50768"/>
                  </a:lnTo>
                  <a:close/>
                </a:path>
              </a:pathLst>
            </a:custGeom>
            <a:solidFill>
              <a:srgbClr val="A1A5B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4" name="Google Shape;274;p12"/>
            <p:cNvSpPr/>
            <p:nvPr/>
          </p:nvSpPr>
          <p:spPr>
            <a:xfrm>
              <a:off x="7465892" y="3799784"/>
              <a:ext cx="344817" cy="254127"/>
            </a:xfrm>
            <a:custGeom>
              <a:avLst/>
              <a:gdLst/>
              <a:ahLst/>
              <a:cxnLst/>
              <a:rect l="l" t="t" r="r" b="b"/>
              <a:pathLst>
                <a:path w="431291" h="317858" extrusionOk="0">
                  <a:moveTo>
                    <a:pt x="431292" y="84877"/>
                  </a:moveTo>
                  <a:cubicBezTo>
                    <a:pt x="429558" y="52883"/>
                    <a:pt x="412680" y="23631"/>
                    <a:pt x="385858" y="6106"/>
                  </a:cubicBezTo>
                  <a:cubicBezTo>
                    <a:pt x="376637" y="-562"/>
                    <a:pt x="364579" y="-1867"/>
                    <a:pt x="354139" y="2676"/>
                  </a:cubicBezTo>
                  <a:lnTo>
                    <a:pt x="354139" y="2676"/>
                  </a:lnTo>
                  <a:lnTo>
                    <a:pt x="0" y="206988"/>
                  </a:lnTo>
                  <a:lnTo>
                    <a:pt x="64579" y="317859"/>
                  </a:lnTo>
                  <a:lnTo>
                    <a:pt x="414338" y="115929"/>
                  </a:lnTo>
                  <a:cubicBezTo>
                    <a:pt x="424720" y="112214"/>
                    <a:pt x="431292" y="101356"/>
                    <a:pt x="431292" y="84877"/>
                  </a:cubicBez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5" name="Google Shape;275;p12"/>
            <p:cNvSpPr/>
            <p:nvPr/>
          </p:nvSpPr>
          <p:spPr>
            <a:xfrm rot="-1801764">
              <a:off x="7461665" y="3958761"/>
              <a:ext cx="59345" cy="102714"/>
            </a:xfrm>
            <a:custGeom>
              <a:avLst/>
              <a:gdLst/>
              <a:ahLst/>
              <a:cxnLst/>
              <a:rect l="l" t="t" r="r" b="b"/>
              <a:pathLst>
                <a:path w="74294" h="128587" extrusionOk="0">
                  <a:moveTo>
                    <a:pt x="74295" y="64294"/>
                  </a:moveTo>
                  <a:cubicBezTo>
                    <a:pt x="74295" y="99802"/>
                    <a:pt x="57663" y="128588"/>
                    <a:pt x="37148" y="128588"/>
                  </a:cubicBezTo>
                  <a:cubicBezTo>
                    <a:pt x="16632" y="128588"/>
                    <a:pt x="0" y="99802"/>
                    <a:pt x="0" y="64294"/>
                  </a:cubicBezTo>
                  <a:cubicBezTo>
                    <a:pt x="0" y="28785"/>
                    <a:pt x="16632" y="0"/>
                    <a:pt x="37148" y="0"/>
                  </a:cubicBezTo>
                  <a:cubicBezTo>
                    <a:pt x="57663" y="0"/>
                    <a:pt x="74295" y="28785"/>
                    <a:pt x="74295" y="64294"/>
                  </a:cubicBezTo>
                  <a:close/>
                </a:path>
              </a:pathLst>
            </a:custGeom>
            <a:solidFill>
              <a:schemeClr val="accent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6" name="Google Shape;276;p12"/>
            <p:cNvSpPr/>
            <p:nvPr/>
          </p:nvSpPr>
          <p:spPr>
            <a:xfrm>
              <a:off x="8113340" y="4275363"/>
              <a:ext cx="345579" cy="199519"/>
            </a:xfrm>
            <a:custGeom>
              <a:avLst/>
              <a:gdLst/>
              <a:ahLst/>
              <a:cxnLst/>
              <a:rect l="l" t="t" r="r" b="b"/>
              <a:pathLst>
                <a:path w="432244" h="249555" extrusionOk="0">
                  <a:moveTo>
                    <a:pt x="432244" y="124778"/>
                  </a:moveTo>
                  <a:cubicBezTo>
                    <a:pt x="432244" y="193690"/>
                    <a:pt x="335483" y="249555"/>
                    <a:pt x="216122" y="249555"/>
                  </a:cubicBezTo>
                  <a:cubicBezTo>
                    <a:pt x="96761" y="249555"/>
                    <a:pt x="0" y="193690"/>
                    <a:pt x="0" y="124778"/>
                  </a:cubicBezTo>
                  <a:cubicBezTo>
                    <a:pt x="0" y="55865"/>
                    <a:pt x="96761" y="0"/>
                    <a:pt x="216122" y="0"/>
                  </a:cubicBezTo>
                  <a:cubicBezTo>
                    <a:pt x="335483" y="0"/>
                    <a:pt x="432244" y="55865"/>
                    <a:pt x="432244" y="124778"/>
                  </a:cubicBezTo>
                  <a:close/>
                </a:path>
              </a:pathLst>
            </a:custGeom>
            <a:solidFill>
              <a:srgbClr val="D6D8E5">
                <a:alpha val="400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7" name="Google Shape;277;p12"/>
            <p:cNvSpPr/>
            <p:nvPr/>
          </p:nvSpPr>
          <p:spPr>
            <a:xfrm>
              <a:off x="8345604" y="3658605"/>
              <a:ext cx="79241" cy="172485"/>
            </a:xfrm>
            <a:custGeom>
              <a:avLst/>
              <a:gdLst/>
              <a:ahLst/>
              <a:cxnLst/>
              <a:rect l="l" t="t" r="r" b="b"/>
              <a:pathLst>
                <a:path w="99113" h="215741" extrusionOk="0">
                  <a:moveTo>
                    <a:pt x="77248" y="0"/>
                  </a:moveTo>
                  <a:cubicBezTo>
                    <a:pt x="79534" y="20098"/>
                    <a:pt x="103537" y="106775"/>
                    <a:pt x="98393" y="136398"/>
                  </a:cubicBezTo>
                  <a:cubicBezTo>
                    <a:pt x="93250" y="166021"/>
                    <a:pt x="11335" y="215741"/>
                    <a:pt x="11335" y="215741"/>
                  </a:cubicBezTo>
                  <a:lnTo>
                    <a:pt x="0" y="164973"/>
                  </a:lnTo>
                  <a:lnTo>
                    <a:pt x="45339" y="120491"/>
                  </a:lnTo>
                  <a:lnTo>
                    <a:pt x="33052" y="36385"/>
                  </a:ln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8" name="Google Shape;278;p12"/>
            <p:cNvSpPr/>
            <p:nvPr/>
          </p:nvSpPr>
          <p:spPr>
            <a:xfrm>
              <a:off x="8356722" y="3587657"/>
              <a:ext cx="56961" cy="109603"/>
            </a:xfrm>
            <a:custGeom>
              <a:avLst/>
              <a:gdLst/>
              <a:ahLst/>
              <a:cxnLst/>
              <a:rect l="l" t="t" r="r" b="b"/>
              <a:pathLst>
                <a:path w="71246" h="137090" extrusionOk="0">
                  <a:moveTo>
                    <a:pt x="0" y="3302"/>
                  </a:moveTo>
                  <a:cubicBezTo>
                    <a:pt x="16516" y="-4309"/>
                    <a:pt x="36109" y="1625"/>
                    <a:pt x="45625" y="17113"/>
                  </a:cubicBezTo>
                  <a:cubicBezTo>
                    <a:pt x="57626" y="37020"/>
                    <a:pt x="70104" y="105505"/>
                    <a:pt x="71247" y="117125"/>
                  </a:cubicBezTo>
                  <a:cubicBezTo>
                    <a:pt x="71247" y="117125"/>
                    <a:pt x="54388" y="140557"/>
                    <a:pt x="29051" y="136652"/>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79" name="Google Shape;279;p12"/>
            <p:cNvSpPr/>
            <p:nvPr/>
          </p:nvSpPr>
          <p:spPr>
            <a:xfrm>
              <a:off x="8165307" y="4346248"/>
              <a:ext cx="122882" cy="68919"/>
            </a:xfrm>
            <a:custGeom>
              <a:avLst/>
              <a:gdLst/>
              <a:ahLst/>
              <a:cxnLst/>
              <a:rect l="l" t="t" r="r" b="b"/>
              <a:pathLst>
                <a:path w="153698" h="86203" extrusionOk="0">
                  <a:moveTo>
                    <a:pt x="145884" y="20876"/>
                  </a:moveTo>
                  <a:cubicBezTo>
                    <a:pt x="128063" y="25743"/>
                    <a:pt x="109051" y="23409"/>
                    <a:pt x="92925" y="14399"/>
                  </a:cubicBezTo>
                  <a:cubicBezTo>
                    <a:pt x="80162" y="14399"/>
                    <a:pt x="10820" y="-14843"/>
                    <a:pt x="1390" y="10017"/>
                  </a:cubicBezTo>
                  <a:cubicBezTo>
                    <a:pt x="-6802" y="31925"/>
                    <a:pt x="23202" y="52118"/>
                    <a:pt x="39490" y="55928"/>
                  </a:cubicBezTo>
                  <a:cubicBezTo>
                    <a:pt x="74542" y="64405"/>
                    <a:pt x="100355" y="81931"/>
                    <a:pt x="114451" y="84503"/>
                  </a:cubicBezTo>
                  <a:cubicBezTo>
                    <a:pt x="124929" y="86694"/>
                    <a:pt x="138455" y="88122"/>
                    <a:pt x="146837" y="79931"/>
                  </a:cubicBezTo>
                  <a:cubicBezTo>
                    <a:pt x="156552" y="70406"/>
                    <a:pt x="155695" y="33830"/>
                    <a:pt x="145884" y="20876"/>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0" name="Google Shape;280;p12"/>
            <p:cNvSpPr/>
            <p:nvPr/>
          </p:nvSpPr>
          <p:spPr>
            <a:xfrm>
              <a:off x="8165313" y="4357988"/>
              <a:ext cx="120815" cy="57407"/>
            </a:xfrm>
            <a:custGeom>
              <a:avLst/>
              <a:gdLst/>
              <a:ahLst/>
              <a:cxnLst/>
              <a:rect l="l" t="t" r="r" b="b"/>
              <a:pathLst>
                <a:path w="151113" h="71804" extrusionOk="0">
                  <a:moveTo>
                    <a:pt x="114156" y="64103"/>
                  </a:moveTo>
                  <a:cubicBezTo>
                    <a:pt x="100059" y="61150"/>
                    <a:pt x="74246" y="43720"/>
                    <a:pt x="39195" y="35528"/>
                  </a:cubicBezTo>
                  <a:cubicBezTo>
                    <a:pt x="25764" y="32290"/>
                    <a:pt x="2619" y="17526"/>
                    <a:pt x="237" y="0"/>
                  </a:cubicBezTo>
                  <a:cubicBezTo>
                    <a:pt x="-2811" y="20098"/>
                    <a:pt x="24240" y="38100"/>
                    <a:pt x="39195" y="41529"/>
                  </a:cubicBezTo>
                  <a:cubicBezTo>
                    <a:pt x="74246" y="50006"/>
                    <a:pt x="100059" y="67532"/>
                    <a:pt x="114156" y="70104"/>
                  </a:cubicBezTo>
                  <a:cubicBezTo>
                    <a:pt x="124634" y="72295"/>
                    <a:pt x="138159" y="73723"/>
                    <a:pt x="146541" y="65532"/>
                  </a:cubicBezTo>
                  <a:cubicBezTo>
                    <a:pt x="148684" y="63122"/>
                    <a:pt x="150246" y="60255"/>
                    <a:pt x="151113" y="57150"/>
                  </a:cubicBezTo>
                  <a:cubicBezTo>
                    <a:pt x="140579" y="65161"/>
                    <a:pt x="126882" y="67742"/>
                    <a:pt x="114156" y="64103"/>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1" name="Google Shape;281;p12"/>
            <p:cNvSpPr/>
            <p:nvPr/>
          </p:nvSpPr>
          <p:spPr>
            <a:xfrm>
              <a:off x="8255166" y="4305930"/>
              <a:ext cx="122882" cy="68953"/>
            </a:xfrm>
            <a:custGeom>
              <a:avLst/>
              <a:gdLst/>
              <a:ahLst/>
              <a:cxnLst/>
              <a:rect l="l" t="t" r="r" b="b"/>
              <a:pathLst>
                <a:path w="153698" h="86245" extrusionOk="0">
                  <a:moveTo>
                    <a:pt x="145884" y="20822"/>
                  </a:moveTo>
                  <a:cubicBezTo>
                    <a:pt x="128082" y="25766"/>
                    <a:pt x="109041" y="23470"/>
                    <a:pt x="92925" y="14441"/>
                  </a:cubicBezTo>
                  <a:cubicBezTo>
                    <a:pt x="80162" y="14441"/>
                    <a:pt x="10820" y="-14896"/>
                    <a:pt x="1390" y="10059"/>
                  </a:cubicBezTo>
                  <a:cubicBezTo>
                    <a:pt x="-6802" y="31871"/>
                    <a:pt x="23202" y="52064"/>
                    <a:pt x="39490" y="55969"/>
                  </a:cubicBezTo>
                  <a:cubicBezTo>
                    <a:pt x="74446" y="64447"/>
                    <a:pt x="100354" y="81877"/>
                    <a:pt x="114452" y="84544"/>
                  </a:cubicBezTo>
                  <a:cubicBezTo>
                    <a:pt x="124929" y="86735"/>
                    <a:pt x="138454" y="88164"/>
                    <a:pt x="146837" y="79973"/>
                  </a:cubicBezTo>
                  <a:cubicBezTo>
                    <a:pt x="156552" y="70352"/>
                    <a:pt x="155695" y="33776"/>
                    <a:pt x="145884" y="20822"/>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2" name="Google Shape;282;p12"/>
            <p:cNvSpPr/>
            <p:nvPr/>
          </p:nvSpPr>
          <p:spPr>
            <a:xfrm>
              <a:off x="8255174" y="4317703"/>
              <a:ext cx="120815" cy="57407"/>
            </a:xfrm>
            <a:custGeom>
              <a:avLst/>
              <a:gdLst/>
              <a:ahLst/>
              <a:cxnLst/>
              <a:rect l="l" t="t" r="r" b="b"/>
              <a:pathLst>
                <a:path w="151113" h="71804" extrusionOk="0">
                  <a:moveTo>
                    <a:pt x="114156" y="64008"/>
                  </a:moveTo>
                  <a:cubicBezTo>
                    <a:pt x="100059" y="61055"/>
                    <a:pt x="74151" y="43624"/>
                    <a:pt x="39195" y="35433"/>
                  </a:cubicBezTo>
                  <a:cubicBezTo>
                    <a:pt x="25764" y="32195"/>
                    <a:pt x="2619" y="17526"/>
                    <a:pt x="237" y="0"/>
                  </a:cubicBezTo>
                  <a:cubicBezTo>
                    <a:pt x="-2811" y="20098"/>
                    <a:pt x="24240" y="38100"/>
                    <a:pt x="39195" y="41529"/>
                  </a:cubicBezTo>
                  <a:cubicBezTo>
                    <a:pt x="74151" y="50006"/>
                    <a:pt x="100059" y="67437"/>
                    <a:pt x="114156" y="70104"/>
                  </a:cubicBezTo>
                  <a:cubicBezTo>
                    <a:pt x="124634" y="72295"/>
                    <a:pt x="138159" y="73723"/>
                    <a:pt x="146541" y="65532"/>
                  </a:cubicBezTo>
                  <a:cubicBezTo>
                    <a:pt x="148684" y="63122"/>
                    <a:pt x="150246" y="60255"/>
                    <a:pt x="151113" y="57150"/>
                  </a:cubicBezTo>
                  <a:cubicBezTo>
                    <a:pt x="140578" y="65170"/>
                    <a:pt x="126862" y="67713"/>
                    <a:pt x="114156" y="64008"/>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3" name="Google Shape;283;p12"/>
            <p:cNvSpPr/>
            <p:nvPr/>
          </p:nvSpPr>
          <p:spPr>
            <a:xfrm>
              <a:off x="8198325" y="3858200"/>
              <a:ext cx="179678" cy="507212"/>
            </a:xfrm>
            <a:custGeom>
              <a:avLst/>
              <a:gdLst/>
              <a:ahLst/>
              <a:cxnLst/>
              <a:rect l="l" t="t" r="r" b="b"/>
              <a:pathLst>
                <a:path w="224738" h="634412" extrusionOk="0">
                  <a:moveTo>
                    <a:pt x="218313" y="392525"/>
                  </a:moveTo>
                  <a:cubicBezTo>
                    <a:pt x="215360" y="366693"/>
                    <a:pt x="210036" y="341186"/>
                    <a:pt x="202406" y="316325"/>
                  </a:cubicBezTo>
                  <a:cubicBezTo>
                    <a:pt x="202406" y="316325"/>
                    <a:pt x="207169" y="250793"/>
                    <a:pt x="209550" y="188690"/>
                  </a:cubicBezTo>
                  <a:cubicBezTo>
                    <a:pt x="212217" y="118205"/>
                    <a:pt x="236696" y="56197"/>
                    <a:pt x="217361" y="0"/>
                  </a:cubicBezTo>
                  <a:lnTo>
                    <a:pt x="0" y="48292"/>
                  </a:lnTo>
                  <a:cubicBezTo>
                    <a:pt x="0" y="48292"/>
                    <a:pt x="13145" y="329279"/>
                    <a:pt x="16002" y="363283"/>
                  </a:cubicBezTo>
                  <a:cubicBezTo>
                    <a:pt x="17536" y="389744"/>
                    <a:pt x="20717" y="416080"/>
                    <a:pt x="25527" y="442150"/>
                  </a:cubicBezTo>
                  <a:cubicBezTo>
                    <a:pt x="35052" y="496729"/>
                    <a:pt x="51530" y="626459"/>
                    <a:pt x="51530" y="626459"/>
                  </a:cubicBezTo>
                  <a:cubicBezTo>
                    <a:pt x="68075" y="634374"/>
                    <a:pt x="86801" y="636461"/>
                    <a:pt x="104680" y="632365"/>
                  </a:cubicBezTo>
                  <a:cubicBezTo>
                    <a:pt x="104680" y="632365"/>
                    <a:pt x="103061" y="468344"/>
                    <a:pt x="101537" y="429006"/>
                  </a:cubicBezTo>
                  <a:cubicBezTo>
                    <a:pt x="99727" y="381381"/>
                    <a:pt x="98298" y="384715"/>
                    <a:pt x="98298" y="384715"/>
                  </a:cubicBezTo>
                  <a:lnTo>
                    <a:pt x="105537" y="265176"/>
                  </a:lnTo>
                  <a:lnTo>
                    <a:pt x="110204" y="205740"/>
                  </a:lnTo>
                  <a:cubicBezTo>
                    <a:pt x="110204" y="205740"/>
                    <a:pt x="116205" y="249364"/>
                    <a:pt x="119729" y="288322"/>
                  </a:cubicBezTo>
                  <a:cubicBezTo>
                    <a:pt x="123158" y="322326"/>
                    <a:pt x="131350" y="353092"/>
                    <a:pt x="140494" y="416338"/>
                  </a:cubicBezTo>
                  <a:cubicBezTo>
                    <a:pt x="148495" y="471202"/>
                    <a:pt x="161354" y="581501"/>
                    <a:pt x="161354" y="581501"/>
                  </a:cubicBezTo>
                  <a:cubicBezTo>
                    <a:pt x="184404" y="594836"/>
                    <a:pt x="215551" y="583787"/>
                    <a:pt x="215551" y="583787"/>
                  </a:cubicBezTo>
                  <a:cubicBezTo>
                    <a:pt x="215551" y="583787"/>
                    <a:pt x="224790" y="440150"/>
                    <a:pt x="218313" y="392525"/>
                  </a:cubicBezTo>
                  <a:close/>
                </a:path>
              </a:pathLst>
            </a:custGeom>
            <a:solidFill>
              <a:srgbClr val="E2616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4" name="Google Shape;284;p12"/>
            <p:cNvSpPr/>
            <p:nvPr/>
          </p:nvSpPr>
          <p:spPr>
            <a:xfrm>
              <a:off x="8224549" y="3442293"/>
              <a:ext cx="130417" cy="208730"/>
            </a:xfrm>
            <a:custGeom>
              <a:avLst/>
              <a:gdLst/>
              <a:ahLst/>
              <a:cxnLst/>
              <a:rect l="l" t="t" r="r" b="b"/>
              <a:pathLst>
                <a:path w="163123" h="261076" extrusionOk="0">
                  <a:moveTo>
                    <a:pt x="153890" y="186263"/>
                  </a:moveTo>
                  <a:cubicBezTo>
                    <a:pt x="137316" y="187120"/>
                    <a:pt x="125315" y="191406"/>
                    <a:pt x="122934" y="186263"/>
                  </a:cubicBezTo>
                  <a:cubicBezTo>
                    <a:pt x="121190" y="177738"/>
                    <a:pt x="119914" y="169117"/>
                    <a:pt x="119124" y="160450"/>
                  </a:cubicBezTo>
                  <a:cubicBezTo>
                    <a:pt x="121028" y="155592"/>
                    <a:pt x="122743" y="150449"/>
                    <a:pt x="122743" y="150449"/>
                  </a:cubicBezTo>
                  <a:cubicBezTo>
                    <a:pt x="143508" y="137685"/>
                    <a:pt x="150080" y="115206"/>
                    <a:pt x="152842" y="89012"/>
                  </a:cubicBezTo>
                  <a:cubicBezTo>
                    <a:pt x="157509" y="44245"/>
                    <a:pt x="133316" y="5097"/>
                    <a:pt x="88548" y="430"/>
                  </a:cubicBezTo>
                  <a:cubicBezTo>
                    <a:pt x="46543" y="-3952"/>
                    <a:pt x="15587" y="25671"/>
                    <a:pt x="7300" y="66248"/>
                  </a:cubicBezTo>
                  <a:cubicBezTo>
                    <a:pt x="2918" y="86250"/>
                    <a:pt x="-5940" y="124064"/>
                    <a:pt x="5967" y="157021"/>
                  </a:cubicBezTo>
                  <a:cubicBezTo>
                    <a:pt x="12729" y="175499"/>
                    <a:pt x="21302" y="190073"/>
                    <a:pt x="29969" y="192930"/>
                  </a:cubicBezTo>
                  <a:cubicBezTo>
                    <a:pt x="38294" y="192740"/>
                    <a:pt x="46600" y="192006"/>
                    <a:pt x="54830" y="190739"/>
                  </a:cubicBezTo>
                  <a:lnTo>
                    <a:pt x="54830" y="190739"/>
                  </a:lnTo>
                  <a:cubicBezTo>
                    <a:pt x="54830" y="190739"/>
                    <a:pt x="57020" y="203122"/>
                    <a:pt x="58544" y="211123"/>
                  </a:cubicBezTo>
                  <a:cubicBezTo>
                    <a:pt x="60068" y="219124"/>
                    <a:pt x="59497" y="223315"/>
                    <a:pt x="43590" y="233030"/>
                  </a:cubicBezTo>
                  <a:cubicBezTo>
                    <a:pt x="27684" y="242746"/>
                    <a:pt x="67593" y="262939"/>
                    <a:pt x="93692" y="260939"/>
                  </a:cubicBezTo>
                  <a:cubicBezTo>
                    <a:pt x="119790" y="258938"/>
                    <a:pt x="149032" y="243222"/>
                    <a:pt x="157128" y="226458"/>
                  </a:cubicBezTo>
                  <a:cubicBezTo>
                    <a:pt x="165986" y="207884"/>
                    <a:pt x="165129" y="185786"/>
                    <a:pt x="153890" y="186263"/>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5" name="Google Shape;285;p12"/>
            <p:cNvSpPr/>
            <p:nvPr/>
          </p:nvSpPr>
          <p:spPr>
            <a:xfrm>
              <a:off x="8197056" y="3589895"/>
              <a:ext cx="200560" cy="332104"/>
            </a:xfrm>
            <a:custGeom>
              <a:avLst/>
              <a:gdLst/>
              <a:ahLst/>
              <a:cxnLst/>
              <a:rect l="l" t="t" r="r" b="b"/>
              <a:pathLst>
                <a:path w="250857" h="415389" extrusionOk="0">
                  <a:moveTo>
                    <a:pt x="164275" y="4121"/>
                  </a:moveTo>
                  <a:cubicBezTo>
                    <a:pt x="168847" y="15551"/>
                    <a:pt x="157131" y="29553"/>
                    <a:pt x="126175" y="39364"/>
                  </a:cubicBezTo>
                  <a:cubicBezTo>
                    <a:pt x="95218" y="49174"/>
                    <a:pt x="92266" y="36506"/>
                    <a:pt x="92266" y="36506"/>
                  </a:cubicBezTo>
                  <a:cubicBezTo>
                    <a:pt x="71558" y="45793"/>
                    <a:pt x="51375" y="56194"/>
                    <a:pt x="31782" y="67653"/>
                  </a:cubicBezTo>
                  <a:cubicBezTo>
                    <a:pt x="12732" y="80702"/>
                    <a:pt x="4921" y="118516"/>
                    <a:pt x="2350" y="181953"/>
                  </a:cubicBezTo>
                  <a:cubicBezTo>
                    <a:pt x="-508" y="255676"/>
                    <a:pt x="-794" y="365119"/>
                    <a:pt x="1683" y="383978"/>
                  </a:cubicBezTo>
                  <a:cubicBezTo>
                    <a:pt x="1683" y="383978"/>
                    <a:pt x="36544" y="418745"/>
                    <a:pt x="81217" y="415125"/>
                  </a:cubicBezTo>
                  <a:cubicBezTo>
                    <a:pt x="125889" y="411506"/>
                    <a:pt x="200946" y="371977"/>
                    <a:pt x="219139" y="341401"/>
                  </a:cubicBezTo>
                  <a:cubicBezTo>
                    <a:pt x="218662" y="276727"/>
                    <a:pt x="211042" y="266249"/>
                    <a:pt x="221520" y="229006"/>
                  </a:cubicBezTo>
                  <a:cubicBezTo>
                    <a:pt x="245523" y="143281"/>
                    <a:pt x="258096" y="108801"/>
                    <a:pt x="246475" y="52127"/>
                  </a:cubicBezTo>
                  <a:cubicBezTo>
                    <a:pt x="236950" y="5359"/>
                    <a:pt x="223425" y="-451"/>
                    <a:pt x="204946" y="25"/>
                  </a:cubicBezTo>
                  <a:cubicBezTo>
                    <a:pt x="191326" y="683"/>
                    <a:pt x="177752" y="2045"/>
                    <a:pt x="164275" y="4121"/>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6" name="Google Shape;286;p12"/>
            <p:cNvSpPr/>
            <p:nvPr/>
          </p:nvSpPr>
          <p:spPr>
            <a:xfrm>
              <a:off x="8000839" y="3631642"/>
              <a:ext cx="254644" cy="198374"/>
            </a:xfrm>
            <a:custGeom>
              <a:avLst/>
              <a:gdLst/>
              <a:ahLst/>
              <a:cxnLst/>
              <a:rect l="l" t="t" r="r" b="b"/>
              <a:pathLst>
                <a:path w="318504" h="248122" extrusionOk="0">
                  <a:moveTo>
                    <a:pt x="177479" y="190982"/>
                  </a:moveTo>
                  <a:cubicBezTo>
                    <a:pt x="214150" y="200507"/>
                    <a:pt x="222723" y="177171"/>
                    <a:pt x="227580" y="158026"/>
                  </a:cubicBezTo>
                  <a:cubicBezTo>
                    <a:pt x="239201" y="111734"/>
                    <a:pt x="245487" y="69920"/>
                    <a:pt x="254155" y="43726"/>
                  </a:cubicBezTo>
                  <a:cubicBezTo>
                    <a:pt x="264442" y="12674"/>
                    <a:pt x="275110" y="7721"/>
                    <a:pt x="290255" y="1721"/>
                  </a:cubicBezTo>
                  <a:cubicBezTo>
                    <a:pt x="307876" y="-5423"/>
                    <a:pt x="323116" y="9531"/>
                    <a:pt x="317210" y="49346"/>
                  </a:cubicBezTo>
                  <a:cubicBezTo>
                    <a:pt x="310010" y="95104"/>
                    <a:pt x="298789" y="140138"/>
                    <a:pt x="283683" y="183934"/>
                  </a:cubicBezTo>
                  <a:cubicBezTo>
                    <a:pt x="279110" y="198412"/>
                    <a:pt x="268919" y="224034"/>
                    <a:pt x="253583" y="236417"/>
                  </a:cubicBezTo>
                  <a:cubicBezTo>
                    <a:pt x="234533" y="251656"/>
                    <a:pt x="205958" y="250990"/>
                    <a:pt x="163096" y="240322"/>
                  </a:cubicBezTo>
                  <a:cubicBezTo>
                    <a:pt x="144808" y="235750"/>
                    <a:pt x="124996" y="224796"/>
                    <a:pt x="89849" y="208604"/>
                  </a:cubicBezTo>
                  <a:cubicBezTo>
                    <a:pt x="80324" y="204222"/>
                    <a:pt x="73275" y="201364"/>
                    <a:pt x="55368" y="192983"/>
                  </a:cubicBezTo>
                  <a:cubicBezTo>
                    <a:pt x="37423" y="184886"/>
                    <a:pt x="21678" y="172599"/>
                    <a:pt x="9458" y="157169"/>
                  </a:cubicBezTo>
                  <a:cubicBezTo>
                    <a:pt x="-67" y="143548"/>
                    <a:pt x="-1115" y="137166"/>
                    <a:pt x="790" y="134118"/>
                  </a:cubicBezTo>
                  <a:cubicBezTo>
                    <a:pt x="2695" y="131070"/>
                    <a:pt x="7458" y="131070"/>
                    <a:pt x="12410" y="136785"/>
                  </a:cubicBezTo>
                  <a:cubicBezTo>
                    <a:pt x="19697" y="146405"/>
                    <a:pt x="28632" y="154664"/>
                    <a:pt x="38795" y="161169"/>
                  </a:cubicBezTo>
                  <a:cubicBezTo>
                    <a:pt x="38795" y="161169"/>
                    <a:pt x="27174" y="149168"/>
                    <a:pt x="20983" y="141452"/>
                  </a:cubicBezTo>
                  <a:cubicBezTo>
                    <a:pt x="15363" y="134547"/>
                    <a:pt x="10686" y="126927"/>
                    <a:pt x="7076" y="118783"/>
                  </a:cubicBezTo>
                  <a:cubicBezTo>
                    <a:pt x="3743" y="110877"/>
                    <a:pt x="10601" y="99733"/>
                    <a:pt x="15744" y="105734"/>
                  </a:cubicBezTo>
                  <a:cubicBezTo>
                    <a:pt x="20888" y="111734"/>
                    <a:pt x="23459" y="117164"/>
                    <a:pt x="32889" y="128498"/>
                  </a:cubicBezTo>
                  <a:cubicBezTo>
                    <a:pt x="37880" y="134547"/>
                    <a:pt x="43567" y="139985"/>
                    <a:pt x="49844" y="144691"/>
                  </a:cubicBezTo>
                  <a:cubicBezTo>
                    <a:pt x="43977" y="136738"/>
                    <a:pt x="38757" y="128327"/>
                    <a:pt x="34223" y="119545"/>
                  </a:cubicBezTo>
                  <a:cubicBezTo>
                    <a:pt x="30213" y="112649"/>
                    <a:pt x="28232" y="104753"/>
                    <a:pt x="28508" y="96780"/>
                  </a:cubicBezTo>
                  <a:cubicBezTo>
                    <a:pt x="28508" y="92684"/>
                    <a:pt x="34699" y="87731"/>
                    <a:pt x="40128" y="95637"/>
                  </a:cubicBezTo>
                  <a:cubicBezTo>
                    <a:pt x="45510" y="106372"/>
                    <a:pt x="52130" y="116440"/>
                    <a:pt x="59845" y="125641"/>
                  </a:cubicBezTo>
                  <a:cubicBezTo>
                    <a:pt x="68227" y="134309"/>
                    <a:pt x="75275" y="139357"/>
                    <a:pt x="75466" y="136880"/>
                  </a:cubicBezTo>
                  <a:cubicBezTo>
                    <a:pt x="75657" y="134404"/>
                    <a:pt x="70418" y="129737"/>
                    <a:pt x="67465" y="119640"/>
                  </a:cubicBezTo>
                  <a:cubicBezTo>
                    <a:pt x="64512" y="109544"/>
                    <a:pt x="67465" y="98876"/>
                    <a:pt x="73085" y="97637"/>
                  </a:cubicBezTo>
                  <a:cubicBezTo>
                    <a:pt x="78705" y="96399"/>
                    <a:pt x="77561" y="96780"/>
                    <a:pt x="82038" y="106305"/>
                  </a:cubicBezTo>
                  <a:cubicBezTo>
                    <a:pt x="88230" y="116002"/>
                    <a:pt x="93792" y="126089"/>
                    <a:pt x="98707" y="136499"/>
                  </a:cubicBezTo>
                  <a:cubicBezTo>
                    <a:pt x="101536" y="146263"/>
                    <a:pt x="106699" y="155187"/>
                    <a:pt x="113757" y="162503"/>
                  </a:cubicBezTo>
                  <a:cubicBezTo>
                    <a:pt x="122805" y="171647"/>
                    <a:pt x="142713" y="182219"/>
                    <a:pt x="177479" y="190982"/>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7" name="Google Shape;287;p12"/>
            <p:cNvSpPr/>
            <p:nvPr/>
          </p:nvSpPr>
          <p:spPr>
            <a:xfrm>
              <a:off x="8187055" y="3627341"/>
              <a:ext cx="77484" cy="113419"/>
            </a:xfrm>
            <a:custGeom>
              <a:avLst/>
              <a:gdLst/>
              <a:ahLst/>
              <a:cxnLst/>
              <a:rect l="l" t="t" r="r" b="b"/>
              <a:pathLst>
                <a:path w="96916" h="141862" extrusionOk="0">
                  <a:moveTo>
                    <a:pt x="70866" y="624"/>
                  </a:moveTo>
                  <a:cubicBezTo>
                    <a:pt x="46387" y="-2900"/>
                    <a:pt x="29146" y="8053"/>
                    <a:pt x="18288" y="45105"/>
                  </a:cubicBezTo>
                  <a:cubicBezTo>
                    <a:pt x="7429" y="82158"/>
                    <a:pt x="0" y="112638"/>
                    <a:pt x="0" y="112638"/>
                  </a:cubicBezTo>
                  <a:cubicBezTo>
                    <a:pt x="9677" y="126611"/>
                    <a:pt x="24336" y="136355"/>
                    <a:pt x="40957" y="139879"/>
                  </a:cubicBezTo>
                  <a:cubicBezTo>
                    <a:pt x="70199" y="146928"/>
                    <a:pt x="80772" y="132926"/>
                    <a:pt x="80772" y="132926"/>
                  </a:cubicBezTo>
                  <a:cubicBezTo>
                    <a:pt x="80772" y="132926"/>
                    <a:pt x="88868" y="94064"/>
                    <a:pt x="93916" y="67680"/>
                  </a:cubicBezTo>
                  <a:cubicBezTo>
                    <a:pt x="98965" y="41295"/>
                    <a:pt x="101155" y="5101"/>
                    <a:pt x="70866" y="624"/>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88" name="Google Shape;288;p12"/>
            <p:cNvSpPr/>
            <p:nvPr/>
          </p:nvSpPr>
          <p:spPr>
            <a:xfrm>
              <a:off x="8224358" y="3433131"/>
              <a:ext cx="126435" cy="139356"/>
            </a:xfrm>
            <a:custGeom>
              <a:avLst/>
              <a:gdLst/>
              <a:ahLst/>
              <a:cxnLst/>
              <a:rect l="l" t="t" r="r" b="b"/>
              <a:pathLst>
                <a:path w="158142" h="174304" extrusionOk="0">
                  <a:moveTo>
                    <a:pt x="8872" y="71897"/>
                  </a:moveTo>
                  <a:cubicBezTo>
                    <a:pt x="8872" y="71897"/>
                    <a:pt x="-29704" y="13223"/>
                    <a:pt x="54021" y="1221"/>
                  </a:cubicBezTo>
                  <a:cubicBezTo>
                    <a:pt x="114409" y="-7446"/>
                    <a:pt x="153176" y="31416"/>
                    <a:pt x="157653" y="73516"/>
                  </a:cubicBezTo>
                  <a:cubicBezTo>
                    <a:pt x="161939" y="113712"/>
                    <a:pt x="137174" y="155527"/>
                    <a:pt x="119553" y="172100"/>
                  </a:cubicBezTo>
                  <a:cubicBezTo>
                    <a:pt x="101960" y="176519"/>
                    <a:pt x="83358" y="174243"/>
                    <a:pt x="67356" y="165718"/>
                  </a:cubicBezTo>
                  <a:cubicBezTo>
                    <a:pt x="66403" y="154793"/>
                    <a:pt x="66022" y="143820"/>
                    <a:pt x="66213" y="132857"/>
                  </a:cubicBezTo>
                  <a:cubicBezTo>
                    <a:pt x="66213" y="132857"/>
                    <a:pt x="95359" y="70849"/>
                    <a:pt x="8872" y="71897"/>
                  </a:cubicBezTo>
                  <a:close/>
                </a:path>
              </a:pathLst>
            </a:custGeom>
            <a:solidFill>
              <a:srgbClr val="2B2A30"/>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nvGrpSpPr>
            <p:cNvPr id="289" name="Google Shape;289;p12"/>
            <p:cNvGrpSpPr/>
            <p:nvPr/>
          </p:nvGrpSpPr>
          <p:grpSpPr>
            <a:xfrm>
              <a:off x="6544681" y="927100"/>
              <a:ext cx="264550" cy="200503"/>
              <a:chOff x="6621095" y="1452181"/>
              <a:chExt cx="330894" cy="250785"/>
            </a:xfrm>
          </p:grpSpPr>
          <p:sp>
            <p:nvSpPr>
              <p:cNvPr id="290" name="Google Shape;290;p12"/>
              <p:cNvSpPr/>
              <p:nvPr/>
            </p:nvSpPr>
            <p:spPr>
              <a:xfrm>
                <a:off x="6648789" y="1521520"/>
                <a:ext cx="303199" cy="174500"/>
              </a:xfrm>
              <a:custGeom>
                <a:avLst/>
                <a:gdLst/>
                <a:ahLst/>
                <a:cxnLst/>
                <a:rect l="l" t="t" r="r" b="b"/>
                <a:pathLst>
                  <a:path w="303199" h="174500" extrusionOk="0">
                    <a:moveTo>
                      <a:pt x="0" y="63249"/>
                    </a:moveTo>
                    <a:lnTo>
                      <a:pt x="107878" y="860"/>
                    </a:lnTo>
                    <a:cubicBezTo>
                      <a:pt x="109779" y="-287"/>
                      <a:pt x="112155" y="-287"/>
                      <a:pt x="114056" y="860"/>
                    </a:cubicBezTo>
                    <a:lnTo>
                      <a:pt x="303200" y="110302"/>
                    </a:lnTo>
                    <a:lnTo>
                      <a:pt x="192280" y="174501"/>
                    </a:ln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1" name="Google Shape;291;p12"/>
              <p:cNvSpPr/>
              <p:nvPr/>
            </p:nvSpPr>
            <p:spPr>
              <a:xfrm>
                <a:off x="6790409" y="1564671"/>
                <a:ext cx="79173" cy="45815"/>
              </a:xfrm>
              <a:custGeom>
                <a:avLst/>
                <a:gdLst/>
                <a:ahLst/>
                <a:cxnLst/>
                <a:rect l="l" t="t" r="r" b="b"/>
                <a:pathLst>
                  <a:path w="79173" h="45815" extrusionOk="0">
                    <a:moveTo>
                      <a:pt x="79174" y="29242"/>
                    </a:moveTo>
                    <a:lnTo>
                      <a:pt x="50660" y="45815"/>
                    </a:lnTo>
                    <a:lnTo>
                      <a:pt x="0" y="16478"/>
                    </a:lnTo>
                    <a:lnTo>
                      <a:pt x="28514" y="0"/>
                    </a:lnTo>
                    <a:lnTo>
                      <a:pt x="79174" y="29242"/>
                    </a:lnTo>
                    <a:close/>
                  </a:path>
                </a:pathLst>
              </a:custGeom>
              <a:solidFill>
                <a:srgbClr val="000000">
                  <a:alpha val="149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2" name="Google Shape;292;p12"/>
              <p:cNvSpPr/>
              <p:nvPr/>
            </p:nvSpPr>
            <p:spPr>
              <a:xfrm>
                <a:off x="6648780" y="1584674"/>
                <a:ext cx="303209" cy="118292"/>
              </a:xfrm>
              <a:custGeom>
                <a:avLst/>
                <a:gdLst/>
                <a:ahLst/>
                <a:cxnLst/>
                <a:rect l="l" t="t" r="r" b="b"/>
                <a:pathLst>
                  <a:path w="303209" h="118292" extrusionOk="0">
                    <a:moveTo>
                      <a:pt x="303209" y="47149"/>
                    </a:moveTo>
                    <a:lnTo>
                      <a:pt x="303209" y="49721"/>
                    </a:lnTo>
                    <a:cubicBezTo>
                      <a:pt x="303237" y="53440"/>
                      <a:pt x="301279" y="56892"/>
                      <a:pt x="298076" y="58769"/>
                    </a:cubicBezTo>
                    <a:lnTo>
                      <a:pt x="197517" y="116872"/>
                    </a:lnTo>
                    <a:cubicBezTo>
                      <a:pt x="194323" y="118766"/>
                      <a:pt x="190350" y="118766"/>
                      <a:pt x="187157" y="116872"/>
                    </a:cubicBezTo>
                    <a:lnTo>
                      <a:pt x="5237" y="12097"/>
                    </a:lnTo>
                    <a:cubicBezTo>
                      <a:pt x="1863" y="10147"/>
                      <a:pt x="-153" y="6475"/>
                      <a:pt x="9" y="2572"/>
                    </a:cubicBezTo>
                    <a:lnTo>
                      <a:pt x="9" y="0"/>
                    </a:lnTo>
                    <a:lnTo>
                      <a:pt x="192289" y="111252"/>
                    </a:lnTo>
                    <a:close/>
                  </a:path>
                </a:pathLst>
              </a:custGeom>
              <a:solidFill>
                <a:srgbClr val="E5E5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3" name="Google Shape;293;p12"/>
              <p:cNvSpPr/>
              <p:nvPr/>
            </p:nvSpPr>
            <p:spPr>
              <a:xfrm>
                <a:off x="6621095" y="1454086"/>
                <a:ext cx="217122" cy="244320"/>
              </a:xfrm>
              <a:custGeom>
                <a:avLst/>
                <a:gdLst/>
                <a:ahLst/>
                <a:cxnLst/>
                <a:rect l="l" t="t" r="r" b="b"/>
                <a:pathLst>
                  <a:path w="217122" h="244320" extrusionOk="0">
                    <a:moveTo>
                      <a:pt x="217123" y="243459"/>
                    </a:moveTo>
                    <a:cubicBezTo>
                      <a:pt x="213644" y="244834"/>
                      <a:pt x="209728" y="244552"/>
                      <a:pt x="206478" y="242697"/>
                    </a:cubicBezTo>
                    <a:lnTo>
                      <a:pt x="25888" y="137922"/>
                    </a:lnTo>
                    <a:cubicBezTo>
                      <a:pt x="22695" y="136081"/>
                      <a:pt x="20499" y="132899"/>
                      <a:pt x="19900" y="129254"/>
                    </a:cubicBezTo>
                    <a:lnTo>
                      <a:pt x="36" y="10763"/>
                    </a:lnTo>
                    <a:cubicBezTo>
                      <a:pt x="-12" y="10097"/>
                      <a:pt x="-12" y="9429"/>
                      <a:pt x="36" y="8763"/>
                    </a:cubicBezTo>
                    <a:cubicBezTo>
                      <a:pt x="26" y="5457"/>
                      <a:pt x="1366" y="2291"/>
                      <a:pt x="3743" y="0"/>
                    </a:cubicBezTo>
                    <a:lnTo>
                      <a:pt x="191935" y="108871"/>
                    </a:lnTo>
                    <a:cubicBezTo>
                      <a:pt x="194226" y="110281"/>
                      <a:pt x="195813" y="112601"/>
                      <a:pt x="196307" y="115252"/>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4" name="Google Shape;294;p12"/>
              <p:cNvSpPr/>
              <p:nvPr/>
            </p:nvSpPr>
            <p:spPr>
              <a:xfrm>
                <a:off x="6624647" y="1452181"/>
                <a:ext cx="216421" cy="245364"/>
              </a:xfrm>
              <a:custGeom>
                <a:avLst/>
                <a:gdLst/>
                <a:ahLst/>
                <a:cxnLst/>
                <a:rect l="l" t="t" r="r" b="b"/>
                <a:pathLst>
                  <a:path w="216421" h="245364" extrusionOk="0">
                    <a:moveTo>
                      <a:pt x="216422" y="243840"/>
                    </a:moveTo>
                    <a:lnTo>
                      <a:pt x="215186" y="244602"/>
                    </a:lnTo>
                    <a:lnTo>
                      <a:pt x="213570" y="245364"/>
                    </a:lnTo>
                    <a:lnTo>
                      <a:pt x="192090" y="117157"/>
                    </a:lnTo>
                    <a:cubicBezTo>
                      <a:pt x="191596" y="114506"/>
                      <a:pt x="190008" y="112186"/>
                      <a:pt x="187718" y="110776"/>
                    </a:cubicBezTo>
                    <a:lnTo>
                      <a:pt x="0" y="1905"/>
                    </a:lnTo>
                    <a:cubicBezTo>
                      <a:pt x="694" y="1117"/>
                      <a:pt x="1530" y="471"/>
                      <a:pt x="2471" y="0"/>
                    </a:cubicBezTo>
                    <a:lnTo>
                      <a:pt x="191044" y="109061"/>
                    </a:lnTo>
                    <a:cubicBezTo>
                      <a:pt x="193373" y="110453"/>
                      <a:pt x="194998" y="112774"/>
                      <a:pt x="195512" y="115443"/>
                    </a:cubicBezTo>
                    <a:close/>
                  </a:path>
                </a:pathLst>
              </a:custGeom>
              <a:solidFill>
                <a:srgbClr val="E5E5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grpSp>
          <p:nvGrpSpPr>
            <p:cNvPr id="295" name="Google Shape;295;p12"/>
            <p:cNvGrpSpPr/>
            <p:nvPr/>
          </p:nvGrpSpPr>
          <p:grpSpPr>
            <a:xfrm>
              <a:off x="7210360" y="1314224"/>
              <a:ext cx="264550" cy="200503"/>
              <a:chOff x="6621095" y="1452181"/>
              <a:chExt cx="330894" cy="250785"/>
            </a:xfrm>
          </p:grpSpPr>
          <p:sp>
            <p:nvSpPr>
              <p:cNvPr id="296" name="Google Shape;296;p12"/>
              <p:cNvSpPr/>
              <p:nvPr/>
            </p:nvSpPr>
            <p:spPr>
              <a:xfrm>
                <a:off x="6648789" y="1521520"/>
                <a:ext cx="303199" cy="174500"/>
              </a:xfrm>
              <a:custGeom>
                <a:avLst/>
                <a:gdLst/>
                <a:ahLst/>
                <a:cxnLst/>
                <a:rect l="l" t="t" r="r" b="b"/>
                <a:pathLst>
                  <a:path w="303199" h="174500" extrusionOk="0">
                    <a:moveTo>
                      <a:pt x="0" y="63249"/>
                    </a:moveTo>
                    <a:lnTo>
                      <a:pt x="107878" y="860"/>
                    </a:lnTo>
                    <a:cubicBezTo>
                      <a:pt x="109779" y="-287"/>
                      <a:pt x="112155" y="-287"/>
                      <a:pt x="114056" y="860"/>
                    </a:cubicBezTo>
                    <a:lnTo>
                      <a:pt x="303200" y="110302"/>
                    </a:lnTo>
                    <a:lnTo>
                      <a:pt x="192280" y="174501"/>
                    </a:ln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7" name="Google Shape;297;p12"/>
              <p:cNvSpPr/>
              <p:nvPr/>
            </p:nvSpPr>
            <p:spPr>
              <a:xfrm>
                <a:off x="6790409" y="1564671"/>
                <a:ext cx="79173" cy="45815"/>
              </a:xfrm>
              <a:custGeom>
                <a:avLst/>
                <a:gdLst/>
                <a:ahLst/>
                <a:cxnLst/>
                <a:rect l="l" t="t" r="r" b="b"/>
                <a:pathLst>
                  <a:path w="79173" h="45815" extrusionOk="0">
                    <a:moveTo>
                      <a:pt x="79174" y="29242"/>
                    </a:moveTo>
                    <a:lnTo>
                      <a:pt x="50660" y="45815"/>
                    </a:lnTo>
                    <a:lnTo>
                      <a:pt x="0" y="16478"/>
                    </a:lnTo>
                    <a:lnTo>
                      <a:pt x="28514" y="0"/>
                    </a:lnTo>
                    <a:lnTo>
                      <a:pt x="79174" y="29242"/>
                    </a:lnTo>
                    <a:close/>
                  </a:path>
                </a:pathLst>
              </a:custGeom>
              <a:solidFill>
                <a:srgbClr val="000000">
                  <a:alpha val="149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8" name="Google Shape;298;p12"/>
              <p:cNvSpPr/>
              <p:nvPr/>
            </p:nvSpPr>
            <p:spPr>
              <a:xfrm>
                <a:off x="6648780" y="1584674"/>
                <a:ext cx="303209" cy="118292"/>
              </a:xfrm>
              <a:custGeom>
                <a:avLst/>
                <a:gdLst/>
                <a:ahLst/>
                <a:cxnLst/>
                <a:rect l="l" t="t" r="r" b="b"/>
                <a:pathLst>
                  <a:path w="303209" h="118292" extrusionOk="0">
                    <a:moveTo>
                      <a:pt x="303209" y="47149"/>
                    </a:moveTo>
                    <a:lnTo>
                      <a:pt x="303209" y="49721"/>
                    </a:lnTo>
                    <a:cubicBezTo>
                      <a:pt x="303237" y="53440"/>
                      <a:pt x="301279" y="56892"/>
                      <a:pt x="298076" y="58769"/>
                    </a:cubicBezTo>
                    <a:lnTo>
                      <a:pt x="197517" y="116872"/>
                    </a:lnTo>
                    <a:cubicBezTo>
                      <a:pt x="194323" y="118766"/>
                      <a:pt x="190350" y="118766"/>
                      <a:pt x="187157" y="116872"/>
                    </a:cubicBezTo>
                    <a:lnTo>
                      <a:pt x="5237" y="12097"/>
                    </a:lnTo>
                    <a:cubicBezTo>
                      <a:pt x="1863" y="10147"/>
                      <a:pt x="-153" y="6475"/>
                      <a:pt x="9" y="2572"/>
                    </a:cubicBezTo>
                    <a:lnTo>
                      <a:pt x="9" y="0"/>
                    </a:lnTo>
                    <a:lnTo>
                      <a:pt x="192289" y="111252"/>
                    </a:lnTo>
                    <a:close/>
                  </a:path>
                </a:pathLst>
              </a:custGeom>
              <a:solidFill>
                <a:srgbClr val="E5E5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299" name="Google Shape;299;p12"/>
              <p:cNvSpPr/>
              <p:nvPr/>
            </p:nvSpPr>
            <p:spPr>
              <a:xfrm>
                <a:off x="6621095" y="1454086"/>
                <a:ext cx="217122" cy="244320"/>
              </a:xfrm>
              <a:custGeom>
                <a:avLst/>
                <a:gdLst/>
                <a:ahLst/>
                <a:cxnLst/>
                <a:rect l="l" t="t" r="r" b="b"/>
                <a:pathLst>
                  <a:path w="217122" h="244320" extrusionOk="0">
                    <a:moveTo>
                      <a:pt x="217123" y="243459"/>
                    </a:moveTo>
                    <a:cubicBezTo>
                      <a:pt x="213644" y="244834"/>
                      <a:pt x="209728" y="244552"/>
                      <a:pt x="206478" y="242697"/>
                    </a:cubicBezTo>
                    <a:lnTo>
                      <a:pt x="25888" y="137922"/>
                    </a:lnTo>
                    <a:cubicBezTo>
                      <a:pt x="22695" y="136081"/>
                      <a:pt x="20499" y="132899"/>
                      <a:pt x="19900" y="129254"/>
                    </a:cubicBezTo>
                    <a:lnTo>
                      <a:pt x="36" y="10763"/>
                    </a:lnTo>
                    <a:cubicBezTo>
                      <a:pt x="-12" y="10097"/>
                      <a:pt x="-12" y="9429"/>
                      <a:pt x="36" y="8763"/>
                    </a:cubicBezTo>
                    <a:cubicBezTo>
                      <a:pt x="26" y="5457"/>
                      <a:pt x="1366" y="2291"/>
                      <a:pt x="3743" y="0"/>
                    </a:cubicBezTo>
                    <a:lnTo>
                      <a:pt x="191935" y="108871"/>
                    </a:lnTo>
                    <a:cubicBezTo>
                      <a:pt x="194226" y="110281"/>
                      <a:pt x="195813" y="112601"/>
                      <a:pt x="196307" y="115252"/>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0" name="Google Shape;300;p12"/>
              <p:cNvSpPr/>
              <p:nvPr/>
            </p:nvSpPr>
            <p:spPr>
              <a:xfrm>
                <a:off x="6624647" y="1452181"/>
                <a:ext cx="216421" cy="245364"/>
              </a:xfrm>
              <a:custGeom>
                <a:avLst/>
                <a:gdLst/>
                <a:ahLst/>
                <a:cxnLst/>
                <a:rect l="l" t="t" r="r" b="b"/>
                <a:pathLst>
                  <a:path w="216421" h="245364" extrusionOk="0">
                    <a:moveTo>
                      <a:pt x="216422" y="243840"/>
                    </a:moveTo>
                    <a:lnTo>
                      <a:pt x="215186" y="244602"/>
                    </a:lnTo>
                    <a:lnTo>
                      <a:pt x="213570" y="245364"/>
                    </a:lnTo>
                    <a:lnTo>
                      <a:pt x="192090" y="117157"/>
                    </a:lnTo>
                    <a:cubicBezTo>
                      <a:pt x="191596" y="114506"/>
                      <a:pt x="190008" y="112186"/>
                      <a:pt x="187718" y="110776"/>
                    </a:cubicBezTo>
                    <a:lnTo>
                      <a:pt x="0" y="1905"/>
                    </a:lnTo>
                    <a:cubicBezTo>
                      <a:pt x="694" y="1117"/>
                      <a:pt x="1530" y="471"/>
                      <a:pt x="2471" y="0"/>
                    </a:cubicBezTo>
                    <a:lnTo>
                      <a:pt x="191044" y="109061"/>
                    </a:lnTo>
                    <a:cubicBezTo>
                      <a:pt x="193373" y="110453"/>
                      <a:pt x="194998" y="112774"/>
                      <a:pt x="195512" y="115443"/>
                    </a:cubicBezTo>
                    <a:close/>
                  </a:path>
                </a:pathLst>
              </a:custGeom>
              <a:solidFill>
                <a:srgbClr val="E5E5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sp>
          <p:nvSpPr>
            <p:cNvPr id="301" name="Google Shape;301;p12"/>
            <p:cNvSpPr/>
            <p:nvPr/>
          </p:nvSpPr>
          <p:spPr>
            <a:xfrm>
              <a:off x="7451033" y="1163186"/>
              <a:ext cx="126280" cy="353110"/>
            </a:xfrm>
            <a:custGeom>
              <a:avLst/>
              <a:gdLst/>
              <a:ahLst/>
              <a:cxnLst/>
              <a:rect l="l" t="t" r="r" b="b"/>
              <a:pathLst>
                <a:path w="157949" h="441664" extrusionOk="0">
                  <a:moveTo>
                    <a:pt x="12203" y="371070"/>
                  </a:moveTo>
                  <a:cubicBezTo>
                    <a:pt x="20680" y="365574"/>
                    <a:pt x="29462" y="360555"/>
                    <a:pt x="38492" y="356021"/>
                  </a:cubicBezTo>
                  <a:cubicBezTo>
                    <a:pt x="46960" y="353439"/>
                    <a:pt x="54656" y="348791"/>
                    <a:pt x="60876" y="342495"/>
                  </a:cubicBezTo>
                  <a:cubicBezTo>
                    <a:pt x="69162" y="334399"/>
                    <a:pt x="82593" y="304395"/>
                    <a:pt x="92118" y="274391"/>
                  </a:cubicBezTo>
                  <a:cubicBezTo>
                    <a:pt x="101785" y="240846"/>
                    <a:pt x="105624" y="205889"/>
                    <a:pt x="103452" y="171045"/>
                  </a:cubicBezTo>
                  <a:cubicBezTo>
                    <a:pt x="99357" y="129516"/>
                    <a:pt x="84402" y="71318"/>
                    <a:pt x="80593" y="47220"/>
                  </a:cubicBezTo>
                  <a:cubicBezTo>
                    <a:pt x="76782" y="23122"/>
                    <a:pt x="84498" y="13692"/>
                    <a:pt x="95642" y="4929"/>
                  </a:cubicBezTo>
                  <a:cubicBezTo>
                    <a:pt x="108691" y="-5453"/>
                    <a:pt x="126789" y="-881"/>
                    <a:pt x="136409" y="32647"/>
                  </a:cubicBezTo>
                  <a:cubicBezTo>
                    <a:pt x="148810" y="79078"/>
                    <a:pt x="156030" y="126740"/>
                    <a:pt x="157935" y="174760"/>
                  </a:cubicBezTo>
                  <a:cubicBezTo>
                    <a:pt x="158269" y="210341"/>
                    <a:pt x="152773" y="245736"/>
                    <a:pt x="141648" y="279535"/>
                  </a:cubicBezTo>
                  <a:cubicBezTo>
                    <a:pt x="131656" y="308501"/>
                    <a:pt x="118226" y="336161"/>
                    <a:pt x="101643" y="361926"/>
                  </a:cubicBezTo>
                  <a:cubicBezTo>
                    <a:pt x="97071" y="369737"/>
                    <a:pt x="95547" y="376595"/>
                    <a:pt x="88498" y="392406"/>
                  </a:cubicBezTo>
                  <a:cubicBezTo>
                    <a:pt x="81745" y="408237"/>
                    <a:pt x="71258" y="422191"/>
                    <a:pt x="57923" y="433078"/>
                  </a:cubicBezTo>
                  <a:cubicBezTo>
                    <a:pt x="46112" y="441555"/>
                    <a:pt x="40587" y="442603"/>
                    <a:pt x="37825" y="441079"/>
                  </a:cubicBezTo>
                  <a:cubicBezTo>
                    <a:pt x="35063" y="439555"/>
                    <a:pt x="35063" y="435364"/>
                    <a:pt x="40016" y="430887"/>
                  </a:cubicBezTo>
                  <a:cubicBezTo>
                    <a:pt x="48341" y="424391"/>
                    <a:pt x="55437" y="416457"/>
                    <a:pt x="60971" y="407456"/>
                  </a:cubicBezTo>
                  <a:cubicBezTo>
                    <a:pt x="60971" y="407456"/>
                    <a:pt x="50684" y="417743"/>
                    <a:pt x="44017" y="423362"/>
                  </a:cubicBezTo>
                  <a:cubicBezTo>
                    <a:pt x="38044" y="428354"/>
                    <a:pt x="31443" y="432545"/>
                    <a:pt x="24395" y="435840"/>
                  </a:cubicBezTo>
                  <a:cubicBezTo>
                    <a:pt x="17537" y="438888"/>
                    <a:pt x="8012" y="433078"/>
                    <a:pt x="12870" y="428411"/>
                  </a:cubicBezTo>
                  <a:cubicBezTo>
                    <a:pt x="17727" y="423743"/>
                    <a:pt x="22395" y="421553"/>
                    <a:pt x="32491" y="413076"/>
                  </a:cubicBezTo>
                  <a:cubicBezTo>
                    <a:pt x="37701" y="408580"/>
                    <a:pt x="42369" y="403503"/>
                    <a:pt x="46398" y="397931"/>
                  </a:cubicBezTo>
                  <a:cubicBezTo>
                    <a:pt x="39521" y="403208"/>
                    <a:pt x="32225" y="407922"/>
                    <a:pt x="24585" y="412028"/>
                  </a:cubicBezTo>
                  <a:cubicBezTo>
                    <a:pt x="18632" y="415685"/>
                    <a:pt x="11755" y="417533"/>
                    <a:pt x="4773" y="417362"/>
                  </a:cubicBezTo>
                  <a:cubicBezTo>
                    <a:pt x="1154" y="417362"/>
                    <a:pt x="-3228" y="412218"/>
                    <a:pt x="3535" y="407265"/>
                  </a:cubicBezTo>
                  <a:cubicBezTo>
                    <a:pt x="12879" y="402417"/>
                    <a:pt x="21604" y="396473"/>
                    <a:pt x="29538" y="389549"/>
                  </a:cubicBezTo>
                  <a:cubicBezTo>
                    <a:pt x="37063" y="382119"/>
                    <a:pt x="41254" y="375833"/>
                    <a:pt x="39063" y="375642"/>
                  </a:cubicBezTo>
                  <a:cubicBezTo>
                    <a:pt x="36873" y="375452"/>
                    <a:pt x="32872" y="380214"/>
                    <a:pt x="24109" y="382976"/>
                  </a:cubicBezTo>
                  <a:cubicBezTo>
                    <a:pt x="15346" y="385739"/>
                    <a:pt x="5917" y="382976"/>
                    <a:pt x="5059" y="378404"/>
                  </a:cubicBezTo>
                  <a:cubicBezTo>
                    <a:pt x="4202" y="373832"/>
                    <a:pt x="4011" y="375261"/>
                    <a:pt x="12203" y="371070"/>
                  </a:cubicBezTo>
                  <a:close/>
                </a:path>
              </a:pathLst>
            </a:custGeom>
            <a:solidFill>
              <a:srgbClr val="FFCEA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2" name="Google Shape;302;p12"/>
            <p:cNvSpPr/>
            <p:nvPr/>
          </p:nvSpPr>
          <p:spPr>
            <a:xfrm>
              <a:off x="7509451" y="1160411"/>
              <a:ext cx="72725" cy="98625"/>
            </a:xfrm>
            <a:custGeom>
              <a:avLst/>
              <a:gdLst/>
              <a:ahLst/>
              <a:cxnLst/>
              <a:rect l="l" t="t" r="r" b="b"/>
              <a:pathLst>
                <a:path w="90963" h="123358" extrusionOk="0">
                  <a:moveTo>
                    <a:pt x="90964" y="98317"/>
                  </a:moveTo>
                  <a:cubicBezTo>
                    <a:pt x="90964" y="98317"/>
                    <a:pt x="58007" y="131083"/>
                    <a:pt x="19050" y="121653"/>
                  </a:cubicBezTo>
                  <a:cubicBezTo>
                    <a:pt x="13525" y="117843"/>
                    <a:pt x="0" y="41358"/>
                    <a:pt x="0" y="41358"/>
                  </a:cubicBezTo>
                  <a:cubicBezTo>
                    <a:pt x="0" y="41358"/>
                    <a:pt x="0" y="-1029"/>
                    <a:pt x="32480" y="19"/>
                  </a:cubicBezTo>
                  <a:cubicBezTo>
                    <a:pt x="64961" y="1067"/>
                    <a:pt x="90964" y="98317"/>
                    <a:pt x="90964" y="98317"/>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nvGrpSpPr>
            <p:cNvPr id="303" name="Google Shape;303;p12"/>
            <p:cNvGrpSpPr/>
            <p:nvPr/>
          </p:nvGrpSpPr>
          <p:grpSpPr>
            <a:xfrm flipH="1">
              <a:off x="8183210" y="2407472"/>
              <a:ext cx="780360" cy="1195999"/>
              <a:chOff x="3975528" y="3303922"/>
              <a:chExt cx="780360" cy="1195999"/>
            </a:xfrm>
          </p:grpSpPr>
          <p:sp>
            <p:nvSpPr>
              <p:cNvPr id="304" name="Google Shape;304;p12"/>
              <p:cNvSpPr/>
              <p:nvPr/>
            </p:nvSpPr>
            <p:spPr>
              <a:xfrm>
                <a:off x="4158598" y="4226660"/>
                <a:ext cx="285978" cy="165125"/>
              </a:xfrm>
              <a:custGeom>
                <a:avLst/>
                <a:gdLst/>
                <a:ahLst/>
                <a:cxnLst/>
                <a:rect l="l" t="t" r="r" b="b"/>
                <a:pathLst>
                  <a:path w="357473" h="206406" extrusionOk="0">
                    <a:moveTo>
                      <a:pt x="178689" y="206407"/>
                    </a:moveTo>
                    <a:lnTo>
                      <a:pt x="0" y="103251"/>
                    </a:lnTo>
                    <a:lnTo>
                      <a:pt x="178689" y="0"/>
                    </a:lnTo>
                    <a:lnTo>
                      <a:pt x="357473" y="103251"/>
                    </a:lnTo>
                    <a:lnTo>
                      <a:pt x="178689" y="206407"/>
                    </a:lnTo>
                    <a:close/>
                  </a:path>
                </a:pathLst>
              </a:custGeom>
              <a:solidFill>
                <a:srgbClr val="D6D8E5">
                  <a:alpha val="2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5" name="Google Shape;305;p12"/>
              <p:cNvSpPr/>
              <p:nvPr/>
            </p:nvSpPr>
            <p:spPr>
              <a:xfrm>
                <a:off x="4385076" y="4094459"/>
                <a:ext cx="285978" cy="165125"/>
              </a:xfrm>
              <a:custGeom>
                <a:avLst/>
                <a:gdLst/>
                <a:ahLst/>
                <a:cxnLst/>
                <a:rect l="l" t="t" r="r" b="b"/>
                <a:pathLst>
                  <a:path w="357473" h="206406" extrusionOk="0">
                    <a:moveTo>
                      <a:pt x="178784" y="206407"/>
                    </a:moveTo>
                    <a:lnTo>
                      <a:pt x="0" y="103251"/>
                    </a:lnTo>
                    <a:lnTo>
                      <a:pt x="178784" y="0"/>
                    </a:lnTo>
                    <a:lnTo>
                      <a:pt x="357473" y="103251"/>
                    </a:lnTo>
                    <a:lnTo>
                      <a:pt x="178784" y="206407"/>
                    </a:lnTo>
                    <a:close/>
                  </a:path>
                </a:pathLst>
              </a:custGeom>
              <a:solidFill>
                <a:srgbClr val="D6D8E5">
                  <a:alpha val="2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6" name="Google Shape;306;p12"/>
              <p:cNvSpPr/>
              <p:nvPr/>
            </p:nvSpPr>
            <p:spPr>
              <a:xfrm>
                <a:off x="4469909" y="3303922"/>
                <a:ext cx="285978" cy="165049"/>
              </a:xfrm>
              <a:custGeom>
                <a:avLst/>
                <a:gdLst/>
                <a:ahLst/>
                <a:cxnLst/>
                <a:rect l="l" t="t" r="r" b="b"/>
                <a:pathLst>
                  <a:path w="357473" h="206311" extrusionOk="0">
                    <a:moveTo>
                      <a:pt x="178784" y="206312"/>
                    </a:moveTo>
                    <a:lnTo>
                      <a:pt x="0" y="103156"/>
                    </a:lnTo>
                    <a:lnTo>
                      <a:pt x="178784" y="0"/>
                    </a:lnTo>
                    <a:lnTo>
                      <a:pt x="357473" y="103156"/>
                    </a:lnTo>
                    <a:lnTo>
                      <a:pt x="178784" y="206312"/>
                    </a:ln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7" name="Google Shape;307;p12"/>
              <p:cNvSpPr/>
              <p:nvPr/>
            </p:nvSpPr>
            <p:spPr>
              <a:xfrm>
                <a:off x="4469909" y="3386395"/>
                <a:ext cx="143027" cy="825855"/>
              </a:xfrm>
              <a:custGeom>
                <a:avLst/>
                <a:gdLst/>
                <a:ahLst/>
                <a:cxnLst/>
                <a:rect l="l" t="t" r="r" b="b"/>
                <a:pathLst>
                  <a:path w="178784" h="1032319" extrusionOk="0">
                    <a:moveTo>
                      <a:pt x="178784" y="1032320"/>
                    </a:moveTo>
                    <a:lnTo>
                      <a:pt x="0" y="929068"/>
                    </a:lnTo>
                    <a:lnTo>
                      <a:pt x="0" y="0"/>
                    </a:lnTo>
                    <a:lnTo>
                      <a:pt x="178784" y="103251"/>
                    </a:lnTo>
                    <a:lnTo>
                      <a:pt x="178784" y="1032320"/>
                    </a:ln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8" name="Google Shape;308;p12"/>
              <p:cNvSpPr/>
              <p:nvPr/>
            </p:nvSpPr>
            <p:spPr>
              <a:xfrm>
                <a:off x="4469909" y="3386395"/>
                <a:ext cx="143027" cy="825855"/>
              </a:xfrm>
              <a:custGeom>
                <a:avLst/>
                <a:gdLst/>
                <a:ahLst/>
                <a:cxnLst/>
                <a:rect l="l" t="t" r="r" b="b"/>
                <a:pathLst>
                  <a:path w="178784" h="1032319" extrusionOk="0">
                    <a:moveTo>
                      <a:pt x="178784" y="1032320"/>
                    </a:moveTo>
                    <a:lnTo>
                      <a:pt x="0" y="929068"/>
                    </a:lnTo>
                    <a:lnTo>
                      <a:pt x="0" y="0"/>
                    </a:lnTo>
                    <a:lnTo>
                      <a:pt x="178784" y="103251"/>
                    </a:lnTo>
                    <a:lnTo>
                      <a:pt x="178784" y="1032320"/>
                    </a:lnTo>
                    <a:close/>
                  </a:path>
                </a:pathLst>
              </a:custGeom>
              <a:solidFill>
                <a:srgbClr val="000000">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09" name="Google Shape;309;p12"/>
              <p:cNvSpPr/>
              <p:nvPr/>
            </p:nvSpPr>
            <p:spPr>
              <a:xfrm>
                <a:off x="4612847" y="3386395"/>
                <a:ext cx="142951" cy="825855"/>
              </a:xfrm>
              <a:custGeom>
                <a:avLst/>
                <a:gdLst/>
                <a:ahLst/>
                <a:cxnLst/>
                <a:rect l="l" t="t" r="r" b="b"/>
                <a:pathLst>
                  <a:path w="178689" h="1032319" extrusionOk="0">
                    <a:moveTo>
                      <a:pt x="178689" y="929068"/>
                    </a:moveTo>
                    <a:lnTo>
                      <a:pt x="0" y="1032320"/>
                    </a:lnTo>
                    <a:lnTo>
                      <a:pt x="0" y="103251"/>
                    </a:lnTo>
                    <a:lnTo>
                      <a:pt x="178689" y="0"/>
                    </a:lnTo>
                    <a:lnTo>
                      <a:pt x="178689" y="929068"/>
                    </a:lnTo>
                    <a:close/>
                  </a:path>
                </a:pathLst>
              </a:custGeom>
              <a:solidFill>
                <a:schemeClr val="accent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0" name="Google Shape;310;p12"/>
              <p:cNvSpPr/>
              <p:nvPr/>
            </p:nvSpPr>
            <p:spPr>
              <a:xfrm>
                <a:off x="4255541" y="3675088"/>
                <a:ext cx="285978" cy="165201"/>
              </a:xfrm>
              <a:custGeom>
                <a:avLst/>
                <a:gdLst/>
                <a:ahLst/>
                <a:cxnLst/>
                <a:rect l="l" t="t" r="r" b="b"/>
                <a:pathLst>
                  <a:path w="357473" h="206501" extrusionOk="0">
                    <a:moveTo>
                      <a:pt x="178784" y="206502"/>
                    </a:moveTo>
                    <a:lnTo>
                      <a:pt x="0" y="103251"/>
                    </a:lnTo>
                    <a:lnTo>
                      <a:pt x="178784" y="0"/>
                    </a:lnTo>
                    <a:lnTo>
                      <a:pt x="357473" y="103251"/>
                    </a:lnTo>
                    <a:lnTo>
                      <a:pt x="178784" y="206502"/>
                    </a:ln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1" name="Google Shape;311;p12"/>
              <p:cNvSpPr/>
              <p:nvPr/>
            </p:nvSpPr>
            <p:spPr>
              <a:xfrm>
                <a:off x="4255541" y="3757637"/>
                <a:ext cx="143027" cy="577519"/>
              </a:xfrm>
              <a:custGeom>
                <a:avLst/>
                <a:gdLst/>
                <a:ahLst/>
                <a:cxnLst/>
                <a:rect l="l" t="t" r="r" b="b"/>
                <a:pathLst>
                  <a:path w="178784" h="721899" extrusionOk="0">
                    <a:moveTo>
                      <a:pt x="178784" y="721900"/>
                    </a:moveTo>
                    <a:lnTo>
                      <a:pt x="0" y="618744"/>
                    </a:lnTo>
                    <a:lnTo>
                      <a:pt x="0" y="0"/>
                    </a:lnTo>
                    <a:lnTo>
                      <a:pt x="178784" y="103251"/>
                    </a:lnTo>
                    <a:lnTo>
                      <a:pt x="178784" y="721900"/>
                    </a:ln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2" name="Google Shape;312;p12"/>
              <p:cNvSpPr/>
              <p:nvPr/>
            </p:nvSpPr>
            <p:spPr>
              <a:xfrm>
                <a:off x="4255541" y="3757637"/>
                <a:ext cx="143027" cy="577519"/>
              </a:xfrm>
              <a:custGeom>
                <a:avLst/>
                <a:gdLst/>
                <a:ahLst/>
                <a:cxnLst/>
                <a:rect l="l" t="t" r="r" b="b"/>
                <a:pathLst>
                  <a:path w="178784" h="721899" extrusionOk="0">
                    <a:moveTo>
                      <a:pt x="178784" y="721900"/>
                    </a:moveTo>
                    <a:lnTo>
                      <a:pt x="0" y="618744"/>
                    </a:lnTo>
                    <a:lnTo>
                      <a:pt x="0" y="0"/>
                    </a:lnTo>
                    <a:lnTo>
                      <a:pt x="178784" y="103251"/>
                    </a:lnTo>
                    <a:lnTo>
                      <a:pt x="178784" y="721900"/>
                    </a:lnTo>
                    <a:close/>
                  </a:path>
                </a:pathLst>
              </a:custGeom>
              <a:solidFill>
                <a:srgbClr val="000000">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3" name="Google Shape;313;p12"/>
              <p:cNvSpPr/>
              <p:nvPr/>
            </p:nvSpPr>
            <p:spPr>
              <a:xfrm>
                <a:off x="4398478" y="3757637"/>
                <a:ext cx="142950" cy="577519"/>
              </a:xfrm>
              <a:custGeom>
                <a:avLst/>
                <a:gdLst/>
                <a:ahLst/>
                <a:cxnLst/>
                <a:rect l="l" t="t" r="r" b="b"/>
                <a:pathLst>
                  <a:path w="178688" h="721899" extrusionOk="0">
                    <a:moveTo>
                      <a:pt x="178689" y="618744"/>
                    </a:moveTo>
                    <a:lnTo>
                      <a:pt x="0" y="721900"/>
                    </a:lnTo>
                    <a:lnTo>
                      <a:pt x="0" y="103251"/>
                    </a:lnTo>
                    <a:lnTo>
                      <a:pt x="178689" y="0"/>
                    </a:lnTo>
                    <a:lnTo>
                      <a:pt x="178689" y="618744"/>
                    </a:lnTo>
                    <a:close/>
                  </a:path>
                </a:pathLst>
              </a:custGeom>
              <a:solidFill>
                <a:schemeClr val="accent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4" name="Google Shape;314;p12"/>
              <p:cNvSpPr/>
              <p:nvPr/>
            </p:nvSpPr>
            <p:spPr>
              <a:xfrm>
                <a:off x="3975528" y="4334796"/>
                <a:ext cx="285978" cy="165125"/>
              </a:xfrm>
              <a:custGeom>
                <a:avLst/>
                <a:gdLst/>
                <a:ahLst/>
                <a:cxnLst/>
                <a:rect l="l" t="t" r="r" b="b"/>
                <a:pathLst>
                  <a:path w="357473" h="206406" extrusionOk="0">
                    <a:moveTo>
                      <a:pt x="178784" y="206407"/>
                    </a:moveTo>
                    <a:lnTo>
                      <a:pt x="0" y="103251"/>
                    </a:lnTo>
                    <a:lnTo>
                      <a:pt x="178784" y="0"/>
                    </a:lnTo>
                    <a:lnTo>
                      <a:pt x="357473" y="103251"/>
                    </a:lnTo>
                    <a:lnTo>
                      <a:pt x="178784" y="206407"/>
                    </a:lnTo>
                    <a:close/>
                  </a:path>
                </a:pathLst>
              </a:custGeom>
              <a:solidFill>
                <a:srgbClr val="D6D8E5">
                  <a:alpha val="2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5" name="Google Shape;315;p12"/>
              <p:cNvSpPr/>
              <p:nvPr/>
            </p:nvSpPr>
            <p:spPr>
              <a:xfrm>
                <a:off x="4027311" y="4067196"/>
                <a:ext cx="285978" cy="165125"/>
              </a:xfrm>
              <a:custGeom>
                <a:avLst/>
                <a:gdLst/>
                <a:ahLst/>
                <a:cxnLst/>
                <a:rect l="l" t="t" r="r" b="b"/>
                <a:pathLst>
                  <a:path w="357473" h="206406" extrusionOk="0">
                    <a:moveTo>
                      <a:pt x="178784" y="206407"/>
                    </a:moveTo>
                    <a:lnTo>
                      <a:pt x="0" y="103156"/>
                    </a:lnTo>
                    <a:lnTo>
                      <a:pt x="178689" y="0"/>
                    </a:lnTo>
                    <a:lnTo>
                      <a:pt x="357473" y="103156"/>
                    </a:lnTo>
                    <a:lnTo>
                      <a:pt x="178784" y="206407"/>
                    </a:ln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6" name="Google Shape;316;p12"/>
              <p:cNvSpPr/>
              <p:nvPr/>
            </p:nvSpPr>
            <p:spPr>
              <a:xfrm>
                <a:off x="4027311" y="4149670"/>
                <a:ext cx="143027" cy="319278"/>
              </a:xfrm>
              <a:custGeom>
                <a:avLst/>
                <a:gdLst/>
                <a:ahLst/>
                <a:cxnLst/>
                <a:rect l="l" t="t" r="r" b="b"/>
                <a:pathLst>
                  <a:path w="178784" h="399097" extrusionOk="0">
                    <a:moveTo>
                      <a:pt x="178784" y="399098"/>
                    </a:moveTo>
                    <a:lnTo>
                      <a:pt x="0" y="295846"/>
                    </a:lnTo>
                    <a:lnTo>
                      <a:pt x="0" y="0"/>
                    </a:lnTo>
                    <a:lnTo>
                      <a:pt x="178784" y="103251"/>
                    </a:lnTo>
                    <a:lnTo>
                      <a:pt x="178784" y="399098"/>
                    </a:lnTo>
                    <a:close/>
                  </a:path>
                </a:pathLst>
              </a:custGeom>
              <a:solidFill>
                <a:schemeClr val="accent1"/>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7" name="Google Shape;317;p12"/>
              <p:cNvSpPr/>
              <p:nvPr/>
            </p:nvSpPr>
            <p:spPr>
              <a:xfrm>
                <a:off x="4027311" y="4149670"/>
                <a:ext cx="143027" cy="319278"/>
              </a:xfrm>
              <a:custGeom>
                <a:avLst/>
                <a:gdLst/>
                <a:ahLst/>
                <a:cxnLst/>
                <a:rect l="l" t="t" r="r" b="b"/>
                <a:pathLst>
                  <a:path w="178784" h="399097" extrusionOk="0">
                    <a:moveTo>
                      <a:pt x="178784" y="399098"/>
                    </a:moveTo>
                    <a:lnTo>
                      <a:pt x="0" y="295846"/>
                    </a:lnTo>
                    <a:lnTo>
                      <a:pt x="0" y="0"/>
                    </a:lnTo>
                    <a:lnTo>
                      <a:pt x="178784" y="103251"/>
                    </a:lnTo>
                    <a:lnTo>
                      <a:pt x="178784" y="399098"/>
                    </a:lnTo>
                    <a:close/>
                  </a:path>
                </a:pathLst>
              </a:custGeom>
              <a:solidFill>
                <a:srgbClr val="000000">
                  <a:alpha val="98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8" name="Google Shape;318;p12"/>
              <p:cNvSpPr/>
              <p:nvPr/>
            </p:nvSpPr>
            <p:spPr>
              <a:xfrm>
                <a:off x="4170249" y="4149670"/>
                <a:ext cx="142951" cy="319278"/>
              </a:xfrm>
              <a:custGeom>
                <a:avLst/>
                <a:gdLst/>
                <a:ahLst/>
                <a:cxnLst/>
                <a:rect l="l" t="t" r="r" b="b"/>
                <a:pathLst>
                  <a:path w="178689" h="399097" extrusionOk="0">
                    <a:moveTo>
                      <a:pt x="178689" y="295846"/>
                    </a:moveTo>
                    <a:lnTo>
                      <a:pt x="0" y="399098"/>
                    </a:lnTo>
                    <a:lnTo>
                      <a:pt x="0" y="103251"/>
                    </a:lnTo>
                    <a:lnTo>
                      <a:pt x="178689" y="0"/>
                    </a:lnTo>
                    <a:lnTo>
                      <a:pt x="178689" y="295846"/>
                    </a:lnTo>
                    <a:close/>
                  </a:path>
                </a:pathLst>
              </a:custGeom>
              <a:solidFill>
                <a:schemeClr val="accent2"/>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19" name="Google Shape;319;p12"/>
              <p:cNvSpPr/>
              <p:nvPr/>
            </p:nvSpPr>
            <p:spPr>
              <a:xfrm>
                <a:off x="4359514" y="3443605"/>
                <a:ext cx="123401" cy="242674"/>
              </a:xfrm>
              <a:custGeom>
                <a:avLst/>
                <a:gdLst/>
                <a:ahLst/>
                <a:cxnLst/>
                <a:rect l="l" t="t" r="r" b="b"/>
                <a:pathLst>
                  <a:path w="154251" h="303342" extrusionOk="0">
                    <a:moveTo>
                      <a:pt x="65595" y="234575"/>
                    </a:moveTo>
                    <a:cubicBezTo>
                      <a:pt x="79310" y="258921"/>
                      <a:pt x="95907" y="281534"/>
                      <a:pt x="115030" y="301917"/>
                    </a:cubicBezTo>
                    <a:cubicBezTo>
                      <a:pt x="120364" y="308108"/>
                      <a:pt x="161512" y="292392"/>
                      <a:pt x="153130" y="288010"/>
                    </a:cubicBezTo>
                    <a:cubicBezTo>
                      <a:pt x="144747" y="283629"/>
                      <a:pt x="117601" y="246005"/>
                      <a:pt x="104171" y="221335"/>
                    </a:cubicBezTo>
                    <a:cubicBezTo>
                      <a:pt x="92896" y="191398"/>
                      <a:pt x="83356" y="160833"/>
                      <a:pt x="75596" y="129800"/>
                    </a:cubicBezTo>
                    <a:cubicBezTo>
                      <a:pt x="67119" y="99225"/>
                      <a:pt x="59880" y="54267"/>
                      <a:pt x="53689" y="33121"/>
                    </a:cubicBezTo>
                    <a:cubicBezTo>
                      <a:pt x="50377" y="17186"/>
                      <a:pt x="38044" y="4670"/>
                      <a:pt x="22161" y="1117"/>
                    </a:cubicBezTo>
                    <a:cubicBezTo>
                      <a:pt x="7397" y="-2312"/>
                      <a:pt x="-2223" y="1689"/>
                      <a:pt x="444" y="19596"/>
                    </a:cubicBezTo>
                    <a:cubicBezTo>
                      <a:pt x="4730" y="50743"/>
                      <a:pt x="29305" y="172853"/>
                      <a:pt x="65595" y="234575"/>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0" name="Google Shape;320;p12"/>
              <p:cNvSpPr/>
              <p:nvPr/>
            </p:nvSpPr>
            <p:spPr>
              <a:xfrm>
                <a:off x="4386191" y="4013507"/>
                <a:ext cx="85270" cy="65855"/>
              </a:xfrm>
              <a:custGeom>
                <a:avLst/>
                <a:gdLst/>
                <a:ahLst/>
                <a:cxnLst/>
                <a:rect l="l" t="t" r="r" b="b"/>
                <a:pathLst>
                  <a:path w="106588" h="82319" extrusionOk="0">
                    <a:moveTo>
                      <a:pt x="8606" y="2"/>
                    </a:moveTo>
                    <a:cubicBezTo>
                      <a:pt x="21369" y="10385"/>
                      <a:pt x="40229" y="860"/>
                      <a:pt x="41181" y="1812"/>
                    </a:cubicBezTo>
                    <a:cubicBezTo>
                      <a:pt x="56119" y="15766"/>
                      <a:pt x="71828" y="28863"/>
                      <a:pt x="88235" y="41055"/>
                    </a:cubicBezTo>
                    <a:cubicBezTo>
                      <a:pt x="96141" y="47246"/>
                      <a:pt x="108523" y="55628"/>
                      <a:pt x="106332" y="67630"/>
                    </a:cubicBezTo>
                    <a:cubicBezTo>
                      <a:pt x="102332" y="89156"/>
                      <a:pt x="68232" y="82489"/>
                      <a:pt x="54897" y="75917"/>
                    </a:cubicBezTo>
                    <a:cubicBezTo>
                      <a:pt x="41562" y="69344"/>
                      <a:pt x="31371" y="58486"/>
                      <a:pt x="19083" y="50866"/>
                    </a:cubicBezTo>
                    <a:cubicBezTo>
                      <a:pt x="10320" y="45437"/>
                      <a:pt x="1653" y="42579"/>
                      <a:pt x="33" y="31816"/>
                    </a:cubicBezTo>
                    <a:cubicBezTo>
                      <a:pt x="-538" y="25244"/>
                      <a:pt x="6415" y="-283"/>
                      <a:pt x="8606" y="2"/>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1" name="Google Shape;321;p12"/>
              <p:cNvSpPr/>
              <p:nvPr/>
            </p:nvSpPr>
            <p:spPr>
              <a:xfrm>
                <a:off x="4386358" y="4035136"/>
                <a:ext cx="84898" cy="44294"/>
              </a:xfrm>
              <a:custGeom>
                <a:avLst/>
                <a:gdLst/>
                <a:ahLst/>
                <a:cxnLst/>
                <a:rect l="l" t="t" r="r" b="b"/>
                <a:pathLst>
                  <a:path w="106123" h="55368" extrusionOk="0">
                    <a:moveTo>
                      <a:pt x="301" y="0"/>
                    </a:moveTo>
                    <a:cubicBezTo>
                      <a:pt x="1920" y="10668"/>
                      <a:pt x="10492" y="13525"/>
                      <a:pt x="19351" y="19050"/>
                    </a:cubicBezTo>
                    <a:cubicBezTo>
                      <a:pt x="31828" y="26765"/>
                      <a:pt x="42782" y="38100"/>
                      <a:pt x="55831" y="44577"/>
                    </a:cubicBezTo>
                    <a:cubicBezTo>
                      <a:pt x="68881" y="51054"/>
                      <a:pt x="97646" y="56674"/>
                      <a:pt x="106123" y="41338"/>
                    </a:cubicBezTo>
                    <a:cubicBezTo>
                      <a:pt x="101551" y="62008"/>
                      <a:pt x="68023" y="55531"/>
                      <a:pt x="54879" y="48958"/>
                    </a:cubicBezTo>
                    <a:cubicBezTo>
                      <a:pt x="41734" y="42386"/>
                      <a:pt x="31352" y="31528"/>
                      <a:pt x="19065" y="23908"/>
                    </a:cubicBezTo>
                    <a:cubicBezTo>
                      <a:pt x="10302" y="18479"/>
                      <a:pt x="1634" y="15621"/>
                      <a:pt x="15" y="4858"/>
                    </a:cubicBezTo>
                    <a:cubicBezTo>
                      <a:pt x="-40" y="3229"/>
                      <a:pt x="56" y="1610"/>
                      <a:pt x="301"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2" name="Google Shape;322;p12"/>
              <p:cNvSpPr/>
              <p:nvPr/>
            </p:nvSpPr>
            <p:spPr>
              <a:xfrm>
                <a:off x="4488338" y="3953912"/>
                <a:ext cx="85261" cy="63613"/>
              </a:xfrm>
              <a:custGeom>
                <a:avLst/>
                <a:gdLst/>
                <a:ahLst/>
                <a:cxnLst/>
                <a:rect l="l" t="t" r="r" b="b"/>
                <a:pathLst>
                  <a:path w="106576" h="79516" extrusionOk="0">
                    <a:moveTo>
                      <a:pt x="10192" y="58"/>
                    </a:moveTo>
                    <a:cubicBezTo>
                      <a:pt x="22955" y="10440"/>
                      <a:pt x="45244" y="-895"/>
                      <a:pt x="46196" y="58"/>
                    </a:cubicBezTo>
                    <a:cubicBezTo>
                      <a:pt x="59433" y="13574"/>
                      <a:pt x="73460" y="26299"/>
                      <a:pt x="88202" y="38158"/>
                    </a:cubicBezTo>
                    <a:cubicBezTo>
                      <a:pt x="96202" y="44444"/>
                      <a:pt x="108585" y="52826"/>
                      <a:pt x="106299" y="64828"/>
                    </a:cubicBezTo>
                    <a:cubicBezTo>
                      <a:pt x="102298" y="86354"/>
                      <a:pt x="68199" y="79687"/>
                      <a:pt x="54959" y="73114"/>
                    </a:cubicBezTo>
                    <a:cubicBezTo>
                      <a:pt x="41719" y="66542"/>
                      <a:pt x="31337" y="55684"/>
                      <a:pt x="19050" y="48064"/>
                    </a:cubicBezTo>
                    <a:cubicBezTo>
                      <a:pt x="10287" y="42634"/>
                      <a:pt x="1715" y="39777"/>
                      <a:pt x="0" y="29014"/>
                    </a:cubicBezTo>
                    <a:cubicBezTo>
                      <a:pt x="721" y="18622"/>
                      <a:pt x="4243" y="8611"/>
                      <a:pt x="10192" y="58"/>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3" name="Google Shape;323;p12"/>
              <p:cNvSpPr/>
              <p:nvPr/>
            </p:nvSpPr>
            <p:spPr>
              <a:xfrm>
                <a:off x="4488682" y="3974367"/>
                <a:ext cx="84923" cy="44256"/>
              </a:xfrm>
              <a:custGeom>
                <a:avLst/>
                <a:gdLst/>
                <a:ahLst/>
                <a:cxnLst/>
                <a:rect l="l" t="t" r="r" b="b"/>
                <a:pathLst>
                  <a:path w="106154" h="55320" extrusionOk="0">
                    <a:moveTo>
                      <a:pt x="331" y="0"/>
                    </a:moveTo>
                    <a:cubicBezTo>
                      <a:pt x="1951" y="10573"/>
                      <a:pt x="10523" y="13525"/>
                      <a:pt x="19381" y="19050"/>
                    </a:cubicBezTo>
                    <a:cubicBezTo>
                      <a:pt x="31859" y="26765"/>
                      <a:pt x="42813" y="38100"/>
                      <a:pt x="55767" y="44482"/>
                    </a:cubicBezTo>
                    <a:cubicBezTo>
                      <a:pt x="68721" y="50863"/>
                      <a:pt x="97677" y="56578"/>
                      <a:pt x="106154" y="41243"/>
                    </a:cubicBezTo>
                    <a:cubicBezTo>
                      <a:pt x="101582" y="62008"/>
                      <a:pt x="68054" y="55435"/>
                      <a:pt x="54910" y="48958"/>
                    </a:cubicBezTo>
                    <a:cubicBezTo>
                      <a:pt x="41765" y="42481"/>
                      <a:pt x="31383" y="31528"/>
                      <a:pt x="19096" y="23908"/>
                    </a:cubicBezTo>
                    <a:cubicBezTo>
                      <a:pt x="10333" y="18478"/>
                      <a:pt x="1665" y="15621"/>
                      <a:pt x="46" y="4858"/>
                    </a:cubicBezTo>
                    <a:cubicBezTo>
                      <a:pt x="-67" y="3229"/>
                      <a:pt x="28" y="1600"/>
                      <a:pt x="331" y="0"/>
                    </a:cubicBezTo>
                    <a:close/>
                  </a:path>
                </a:pathLst>
              </a:custGeom>
              <a:solidFill>
                <a:srgbClr val="757B89"/>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4" name="Google Shape;324;p12"/>
              <p:cNvSpPr/>
              <p:nvPr/>
            </p:nvSpPr>
            <p:spPr>
              <a:xfrm>
                <a:off x="4254514" y="3662153"/>
                <a:ext cx="298029" cy="360530"/>
              </a:xfrm>
              <a:custGeom>
                <a:avLst/>
                <a:gdLst/>
                <a:ahLst/>
                <a:cxnLst/>
                <a:rect l="l" t="t" r="r" b="b"/>
                <a:pathLst>
                  <a:path w="372536" h="450662" extrusionOk="0">
                    <a:moveTo>
                      <a:pt x="2903" y="30848"/>
                    </a:moveTo>
                    <a:cubicBezTo>
                      <a:pt x="-11194" y="119145"/>
                      <a:pt x="27954" y="152006"/>
                      <a:pt x="79103" y="170865"/>
                    </a:cubicBezTo>
                    <a:cubicBezTo>
                      <a:pt x="115679" y="184296"/>
                      <a:pt x="168162" y="205060"/>
                      <a:pt x="168162" y="205060"/>
                    </a:cubicBezTo>
                    <a:cubicBezTo>
                      <a:pt x="168162" y="205060"/>
                      <a:pt x="167400" y="224110"/>
                      <a:pt x="167019" y="267925"/>
                    </a:cubicBezTo>
                    <a:cubicBezTo>
                      <a:pt x="167019" y="306025"/>
                      <a:pt x="171686" y="445947"/>
                      <a:pt x="171686" y="445947"/>
                    </a:cubicBezTo>
                    <a:cubicBezTo>
                      <a:pt x="183944" y="452234"/>
                      <a:pt x="198481" y="452234"/>
                      <a:pt x="210739" y="445947"/>
                    </a:cubicBezTo>
                    <a:cubicBezTo>
                      <a:pt x="210739" y="445947"/>
                      <a:pt x="231313" y="338886"/>
                      <a:pt x="235694" y="290595"/>
                    </a:cubicBezTo>
                    <a:cubicBezTo>
                      <a:pt x="241600" y="225063"/>
                      <a:pt x="251601" y="182200"/>
                      <a:pt x="248267" y="168103"/>
                    </a:cubicBezTo>
                    <a:cubicBezTo>
                      <a:pt x="245314" y="155721"/>
                      <a:pt x="173782" y="120478"/>
                      <a:pt x="151017" y="101428"/>
                    </a:cubicBezTo>
                    <a:lnTo>
                      <a:pt x="301036" y="151720"/>
                    </a:lnTo>
                    <a:cubicBezTo>
                      <a:pt x="298036" y="167932"/>
                      <a:pt x="296538" y="184381"/>
                      <a:pt x="296559" y="200869"/>
                    </a:cubicBezTo>
                    <a:cubicBezTo>
                      <a:pt x="297892" y="252780"/>
                      <a:pt x="300845" y="365271"/>
                      <a:pt x="300845" y="365271"/>
                    </a:cubicBezTo>
                    <a:cubicBezTo>
                      <a:pt x="300845" y="365271"/>
                      <a:pt x="321419" y="380130"/>
                      <a:pt x="338945" y="365271"/>
                    </a:cubicBezTo>
                    <a:cubicBezTo>
                      <a:pt x="338945" y="365271"/>
                      <a:pt x="377045" y="142576"/>
                      <a:pt x="372092" y="113144"/>
                    </a:cubicBezTo>
                    <a:cubicBezTo>
                      <a:pt x="367711" y="85140"/>
                      <a:pt x="235599" y="27990"/>
                      <a:pt x="212263" y="8369"/>
                    </a:cubicBezTo>
                    <a:cubicBezTo>
                      <a:pt x="204058" y="1673"/>
                      <a:pt x="193384" y="-1204"/>
                      <a:pt x="182926" y="463"/>
                    </a:cubicBezTo>
                    <a:close/>
                  </a:path>
                </a:pathLst>
              </a:custGeom>
              <a:solidFill>
                <a:srgbClr val="3822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5" name="Google Shape;325;p12"/>
              <p:cNvSpPr/>
              <p:nvPr/>
            </p:nvSpPr>
            <p:spPr>
              <a:xfrm>
                <a:off x="4279346" y="3421120"/>
                <a:ext cx="93728" cy="91216"/>
              </a:xfrm>
              <a:custGeom>
                <a:avLst/>
                <a:gdLst/>
                <a:ahLst/>
                <a:cxnLst/>
                <a:rect l="l" t="t" r="r" b="b"/>
                <a:pathLst>
                  <a:path w="117160" h="114020" extrusionOk="0">
                    <a:moveTo>
                      <a:pt x="24041" y="0"/>
                    </a:moveTo>
                    <a:cubicBezTo>
                      <a:pt x="24041" y="0"/>
                      <a:pt x="26232" y="42101"/>
                      <a:pt x="25279" y="45815"/>
                    </a:cubicBezTo>
                    <a:cubicBezTo>
                      <a:pt x="24327" y="49530"/>
                      <a:pt x="6229" y="61817"/>
                      <a:pt x="609" y="66294"/>
                    </a:cubicBezTo>
                    <a:cubicBezTo>
                      <a:pt x="-5010" y="70771"/>
                      <a:pt x="29661" y="104394"/>
                      <a:pt x="46425" y="112300"/>
                    </a:cubicBezTo>
                    <a:cubicBezTo>
                      <a:pt x="63189" y="120205"/>
                      <a:pt x="116148" y="99727"/>
                      <a:pt x="117100" y="74200"/>
                    </a:cubicBezTo>
                    <a:cubicBezTo>
                      <a:pt x="118053" y="48673"/>
                      <a:pt x="107575" y="26575"/>
                      <a:pt x="99860" y="25146"/>
                    </a:cubicBezTo>
                    <a:cubicBezTo>
                      <a:pt x="92145" y="23717"/>
                      <a:pt x="24041" y="0"/>
                      <a:pt x="24041" y="0"/>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6" name="Google Shape;326;p12"/>
              <p:cNvSpPr/>
              <p:nvPr/>
            </p:nvSpPr>
            <p:spPr>
              <a:xfrm>
                <a:off x="4254597" y="3433943"/>
                <a:ext cx="151659" cy="296670"/>
              </a:xfrm>
              <a:custGeom>
                <a:avLst/>
                <a:gdLst/>
                <a:ahLst/>
                <a:cxnLst/>
                <a:rect l="l" t="t" r="r" b="b"/>
                <a:pathLst>
                  <a:path w="189574" h="370837" extrusionOk="0">
                    <a:moveTo>
                      <a:pt x="50329" y="37015"/>
                    </a:moveTo>
                    <a:cubicBezTo>
                      <a:pt x="50329" y="37015"/>
                      <a:pt x="80809" y="82450"/>
                      <a:pt x="123386" y="86736"/>
                    </a:cubicBezTo>
                    <a:cubicBezTo>
                      <a:pt x="136816" y="73496"/>
                      <a:pt x="137959" y="26442"/>
                      <a:pt x="119385" y="11393"/>
                    </a:cubicBezTo>
                    <a:cubicBezTo>
                      <a:pt x="119385" y="11393"/>
                      <a:pt x="136530" y="-2323"/>
                      <a:pt x="147960" y="344"/>
                    </a:cubicBezTo>
                    <a:cubicBezTo>
                      <a:pt x="160529" y="7926"/>
                      <a:pt x="169882" y="19861"/>
                      <a:pt x="174249" y="33872"/>
                    </a:cubicBezTo>
                    <a:cubicBezTo>
                      <a:pt x="185150" y="65076"/>
                      <a:pt x="190313" y="97985"/>
                      <a:pt x="189489" y="131027"/>
                    </a:cubicBezTo>
                    <a:cubicBezTo>
                      <a:pt x="188727" y="175604"/>
                      <a:pt x="189489" y="288380"/>
                      <a:pt x="189489" y="288380"/>
                    </a:cubicBezTo>
                    <a:cubicBezTo>
                      <a:pt x="184440" y="315326"/>
                      <a:pt x="168114" y="338824"/>
                      <a:pt x="144626" y="352960"/>
                    </a:cubicBezTo>
                    <a:cubicBezTo>
                      <a:pt x="113965" y="370266"/>
                      <a:pt x="77860" y="375239"/>
                      <a:pt x="43661" y="366866"/>
                    </a:cubicBezTo>
                    <a:cubicBezTo>
                      <a:pt x="26445" y="363208"/>
                      <a:pt x="12392" y="350816"/>
                      <a:pt x="6609" y="334195"/>
                    </a:cubicBezTo>
                    <a:cubicBezTo>
                      <a:pt x="8609" y="302858"/>
                      <a:pt x="20992" y="238945"/>
                      <a:pt x="16134" y="199226"/>
                    </a:cubicBezTo>
                    <a:cubicBezTo>
                      <a:pt x="11276" y="159507"/>
                      <a:pt x="2609" y="130551"/>
                      <a:pt x="418" y="98832"/>
                    </a:cubicBezTo>
                    <a:cubicBezTo>
                      <a:pt x="-1773" y="67114"/>
                      <a:pt x="4609" y="67686"/>
                      <a:pt x="20611" y="56351"/>
                    </a:cubicBezTo>
                    <a:cubicBezTo>
                      <a:pt x="30053" y="49217"/>
                      <a:pt x="39984" y="42759"/>
                      <a:pt x="50329" y="37015"/>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7" name="Google Shape;327;p12"/>
              <p:cNvSpPr/>
              <p:nvPr/>
            </p:nvSpPr>
            <p:spPr>
              <a:xfrm>
                <a:off x="4275867" y="3326707"/>
                <a:ext cx="101092" cy="122957"/>
              </a:xfrm>
              <a:custGeom>
                <a:avLst/>
                <a:gdLst/>
                <a:ahLst/>
                <a:cxnLst/>
                <a:rect l="l" t="t" r="r" b="b"/>
                <a:pathLst>
                  <a:path w="126365" h="153696" extrusionOk="0">
                    <a:moveTo>
                      <a:pt x="123547" y="55607"/>
                    </a:moveTo>
                    <a:lnTo>
                      <a:pt x="123547" y="55607"/>
                    </a:lnTo>
                    <a:cubicBezTo>
                      <a:pt x="118499" y="22936"/>
                      <a:pt x="94972" y="-1543"/>
                      <a:pt x="61349" y="76"/>
                    </a:cubicBezTo>
                    <a:cubicBezTo>
                      <a:pt x="25578" y="2019"/>
                      <a:pt x="-1846" y="32594"/>
                      <a:pt x="97" y="68361"/>
                    </a:cubicBezTo>
                    <a:cubicBezTo>
                      <a:pt x="99" y="68399"/>
                      <a:pt x="101" y="68427"/>
                      <a:pt x="103" y="68465"/>
                    </a:cubicBezTo>
                    <a:cubicBezTo>
                      <a:pt x="1271" y="88611"/>
                      <a:pt x="11858" y="107032"/>
                      <a:pt x="28678" y="118186"/>
                    </a:cubicBezTo>
                    <a:cubicBezTo>
                      <a:pt x="29839" y="123139"/>
                      <a:pt x="31598" y="127940"/>
                      <a:pt x="33917" y="132473"/>
                    </a:cubicBezTo>
                    <a:cubicBezTo>
                      <a:pt x="45728" y="146380"/>
                      <a:pt x="81542" y="155048"/>
                      <a:pt x="92114" y="153524"/>
                    </a:cubicBezTo>
                    <a:cubicBezTo>
                      <a:pt x="104686" y="152400"/>
                      <a:pt x="115295" y="143713"/>
                      <a:pt x="118880" y="131616"/>
                    </a:cubicBezTo>
                    <a:cubicBezTo>
                      <a:pt x="129833" y="105899"/>
                      <a:pt x="126309" y="71609"/>
                      <a:pt x="123547" y="55607"/>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8" name="Google Shape;328;p12"/>
              <p:cNvSpPr/>
              <p:nvPr/>
            </p:nvSpPr>
            <p:spPr>
              <a:xfrm>
                <a:off x="4266495" y="3315741"/>
                <a:ext cx="106605" cy="105444"/>
              </a:xfrm>
              <a:custGeom>
                <a:avLst/>
                <a:gdLst/>
                <a:ahLst/>
                <a:cxnLst/>
                <a:rect l="l" t="t" r="r" b="b"/>
                <a:pathLst>
                  <a:path w="133256" h="131805" extrusionOk="0">
                    <a:moveTo>
                      <a:pt x="40114" y="131806"/>
                    </a:moveTo>
                    <a:lnTo>
                      <a:pt x="40114" y="131806"/>
                    </a:lnTo>
                    <a:lnTo>
                      <a:pt x="43162" y="103231"/>
                    </a:lnTo>
                    <a:cubicBezTo>
                      <a:pt x="43162" y="103231"/>
                      <a:pt x="19921" y="43033"/>
                      <a:pt x="74880" y="54653"/>
                    </a:cubicBezTo>
                    <a:cubicBezTo>
                      <a:pt x="111170" y="62273"/>
                      <a:pt x="120314" y="65512"/>
                      <a:pt x="131363" y="41223"/>
                    </a:cubicBezTo>
                    <a:cubicBezTo>
                      <a:pt x="142412" y="16934"/>
                      <a:pt x="103455" y="-5068"/>
                      <a:pt x="57164" y="1028"/>
                    </a:cubicBezTo>
                    <a:cubicBezTo>
                      <a:pt x="24162" y="4533"/>
                      <a:pt x="-666" y="32717"/>
                      <a:pt x="14" y="65893"/>
                    </a:cubicBezTo>
                    <a:cubicBezTo>
                      <a:pt x="1252" y="83895"/>
                      <a:pt x="6014" y="120185"/>
                      <a:pt x="40114" y="131806"/>
                    </a:cubicBezTo>
                    <a:close/>
                  </a:path>
                </a:pathLst>
              </a:custGeom>
              <a:solidFill>
                <a:srgbClr val="3A2C6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29" name="Google Shape;329;p12"/>
              <p:cNvSpPr/>
              <p:nvPr/>
            </p:nvSpPr>
            <p:spPr>
              <a:xfrm>
                <a:off x="4373043" y="3434522"/>
                <a:ext cx="49149" cy="71094"/>
              </a:xfrm>
              <a:custGeom>
                <a:avLst/>
                <a:gdLst/>
                <a:ahLst/>
                <a:cxnLst/>
                <a:rect l="l" t="t" r="r" b="b"/>
                <a:pathLst>
                  <a:path w="61436" h="88868" extrusionOk="0">
                    <a:moveTo>
                      <a:pt x="39243" y="88868"/>
                    </a:moveTo>
                    <a:cubicBezTo>
                      <a:pt x="47575" y="88601"/>
                      <a:pt x="55499" y="85192"/>
                      <a:pt x="61436" y="79343"/>
                    </a:cubicBezTo>
                    <a:cubicBezTo>
                      <a:pt x="60198" y="63722"/>
                      <a:pt x="40196" y="4381"/>
                      <a:pt x="0" y="0"/>
                    </a:cubicBezTo>
                    <a:cubicBezTo>
                      <a:pt x="10976" y="7630"/>
                      <a:pt x="19668" y="18098"/>
                      <a:pt x="25146" y="30290"/>
                    </a:cubicBezTo>
                    <a:cubicBezTo>
                      <a:pt x="31347" y="49425"/>
                      <a:pt x="36060" y="69009"/>
                      <a:pt x="39243" y="88868"/>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nvGrpSpPr>
              <p:cNvPr id="330" name="Google Shape;330;p12"/>
              <p:cNvGrpSpPr/>
              <p:nvPr/>
            </p:nvGrpSpPr>
            <p:grpSpPr>
              <a:xfrm flipH="1">
                <a:off x="4321768" y="3621401"/>
                <a:ext cx="239005" cy="181217"/>
                <a:chOff x="6621095" y="1452181"/>
                <a:chExt cx="330894" cy="250785"/>
              </a:xfrm>
            </p:grpSpPr>
            <p:sp>
              <p:nvSpPr>
                <p:cNvPr id="331" name="Google Shape;331;p12"/>
                <p:cNvSpPr/>
                <p:nvPr/>
              </p:nvSpPr>
              <p:spPr>
                <a:xfrm>
                  <a:off x="6648789" y="1521520"/>
                  <a:ext cx="303199" cy="174500"/>
                </a:xfrm>
                <a:custGeom>
                  <a:avLst/>
                  <a:gdLst/>
                  <a:ahLst/>
                  <a:cxnLst/>
                  <a:rect l="l" t="t" r="r" b="b"/>
                  <a:pathLst>
                    <a:path w="303199" h="174500" extrusionOk="0">
                      <a:moveTo>
                        <a:pt x="0" y="63249"/>
                      </a:moveTo>
                      <a:lnTo>
                        <a:pt x="107878" y="860"/>
                      </a:lnTo>
                      <a:cubicBezTo>
                        <a:pt x="109779" y="-287"/>
                        <a:pt x="112155" y="-287"/>
                        <a:pt x="114056" y="860"/>
                      </a:cubicBezTo>
                      <a:lnTo>
                        <a:pt x="303200" y="110302"/>
                      </a:lnTo>
                      <a:lnTo>
                        <a:pt x="192280" y="174501"/>
                      </a:ln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2" name="Google Shape;332;p12"/>
                <p:cNvSpPr/>
                <p:nvPr/>
              </p:nvSpPr>
              <p:spPr>
                <a:xfrm>
                  <a:off x="6790409" y="1564671"/>
                  <a:ext cx="79173" cy="45815"/>
                </a:xfrm>
                <a:custGeom>
                  <a:avLst/>
                  <a:gdLst/>
                  <a:ahLst/>
                  <a:cxnLst/>
                  <a:rect l="l" t="t" r="r" b="b"/>
                  <a:pathLst>
                    <a:path w="79173" h="45815" extrusionOk="0">
                      <a:moveTo>
                        <a:pt x="79174" y="29242"/>
                      </a:moveTo>
                      <a:lnTo>
                        <a:pt x="50660" y="45815"/>
                      </a:lnTo>
                      <a:lnTo>
                        <a:pt x="0" y="16478"/>
                      </a:lnTo>
                      <a:lnTo>
                        <a:pt x="28514" y="0"/>
                      </a:lnTo>
                      <a:lnTo>
                        <a:pt x="79174" y="29242"/>
                      </a:lnTo>
                      <a:close/>
                    </a:path>
                  </a:pathLst>
                </a:custGeom>
                <a:solidFill>
                  <a:srgbClr val="000000">
                    <a:alpha val="14900"/>
                  </a:srgbClr>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3" name="Google Shape;333;p12"/>
                <p:cNvSpPr/>
                <p:nvPr/>
              </p:nvSpPr>
              <p:spPr>
                <a:xfrm>
                  <a:off x="6648780" y="1584674"/>
                  <a:ext cx="303209" cy="118292"/>
                </a:xfrm>
                <a:custGeom>
                  <a:avLst/>
                  <a:gdLst/>
                  <a:ahLst/>
                  <a:cxnLst/>
                  <a:rect l="l" t="t" r="r" b="b"/>
                  <a:pathLst>
                    <a:path w="303209" h="118292" extrusionOk="0">
                      <a:moveTo>
                        <a:pt x="303209" y="47149"/>
                      </a:moveTo>
                      <a:lnTo>
                        <a:pt x="303209" y="49721"/>
                      </a:lnTo>
                      <a:cubicBezTo>
                        <a:pt x="303237" y="53440"/>
                        <a:pt x="301279" y="56892"/>
                        <a:pt x="298076" y="58769"/>
                      </a:cubicBezTo>
                      <a:lnTo>
                        <a:pt x="197517" y="116872"/>
                      </a:lnTo>
                      <a:cubicBezTo>
                        <a:pt x="194323" y="118766"/>
                        <a:pt x="190350" y="118766"/>
                        <a:pt x="187157" y="116872"/>
                      </a:cubicBezTo>
                      <a:lnTo>
                        <a:pt x="5237" y="12097"/>
                      </a:lnTo>
                      <a:cubicBezTo>
                        <a:pt x="1863" y="10147"/>
                        <a:pt x="-153" y="6475"/>
                        <a:pt x="9" y="2572"/>
                      </a:cubicBezTo>
                      <a:lnTo>
                        <a:pt x="9" y="0"/>
                      </a:lnTo>
                      <a:lnTo>
                        <a:pt x="192289" y="111252"/>
                      </a:lnTo>
                      <a:close/>
                    </a:path>
                  </a:pathLst>
                </a:custGeom>
                <a:solidFill>
                  <a:srgbClr val="E5E5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4" name="Google Shape;334;p12"/>
                <p:cNvSpPr/>
                <p:nvPr/>
              </p:nvSpPr>
              <p:spPr>
                <a:xfrm>
                  <a:off x="6621095" y="1454086"/>
                  <a:ext cx="217122" cy="244320"/>
                </a:xfrm>
                <a:custGeom>
                  <a:avLst/>
                  <a:gdLst/>
                  <a:ahLst/>
                  <a:cxnLst/>
                  <a:rect l="l" t="t" r="r" b="b"/>
                  <a:pathLst>
                    <a:path w="217122" h="244320" extrusionOk="0">
                      <a:moveTo>
                        <a:pt x="217123" y="243459"/>
                      </a:moveTo>
                      <a:cubicBezTo>
                        <a:pt x="213644" y="244834"/>
                        <a:pt x="209728" y="244552"/>
                        <a:pt x="206478" y="242697"/>
                      </a:cubicBezTo>
                      <a:lnTo>
                        <a:pt x="25888" y="137922"/>
                      </a:lnTo>
                      <a:cubicBezTo>
                        <a:pt x="22695" y="136081"/>
                        <a:pt x="20499" y="132899"/>
                        <a:pt x="19900" y="129254"/>
                      </a:cubicBezTo>
                      <a:lnTo>
                        <a:pt x="36" y="10763"/>
                      </a:lnTo>
                      <a:cubicBezTo>
                        <a:pt x="-12" y="10097"/>
                        <a:pt x="-12" y="9429"/>
                        <a:pt x="36" y="8763"/>
                      </a:cubicBezTo>
                      <a:cubicBezTo>
                        <a:pt x="26" y="5457"/>
                        <a:pt x="1366" y="2291"/>
                        <a:pt x="3743" y="0"/>
                      </a:cubicBezTo>
                      <a:lnTo>
                        <a:pt x="191935" y="108871"/>
                      </a:lnTo>
                      <a:cubicBezTo>
                        <a:pt x="194226" y="110281"/>
                        <a:pt x="195813" y="112601"/>
                        <a:pt x="196307" y="115252"/>
                      </a:cubicBezTo>
                      <a:close/>
                    </a:path>
                  </a:pathLst>
                </a:custGeom>
                <a:solidFill>
                  <a:srgbClr val="F4F4F4"/>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5" name="Google Shape;335;p12"/>
                <p:cNvSpPr/>
                <p:nvPr/>
              </p:nvSpPr>
              <p:spPr>
                <a:xfrm>
                  <a:off x="6624647" y="1452181"/>
                  <a:ext cx="216421" cy="245364"/>
                </a:xfrm>
                <a:custGeom>
                  <a:avLst/>
                  <a:gdLst/>
                  <a:ahLst/>
                  <a:cxnLst/>
                  <a:rect l="l" t="t" r="r" b="b"/>
                  <a:pathLst>
                    <a:path w="216421" h="245364" extrusionOk="0">
                      <a:moveTo>
                        <a:pt x="216422" y="243840"/>
                      </a:moveTo>
                      <a:lnTo>
                        <a:pt x="215186" y="244602"/>
                      </a:lnTo>
                      <a:lnTo>
                        <a:pt x="213570" y="245364"/>
                      </a:lnTo>
                      <a:lnTo>
                        <a:pt x="192090" y="117157"/>
                      </a:lnTo>
                      <a:cubicBezTo>
                        <a:pt x="191596" y="114506"/>
                        <a:pt x="190008" y="112186"/>
                        <a:pt x="187718" y="110776"/>
                      </a:cubicBezTo>
                      <a:lnTo>
                        <a:pt x="0" y="1905"/>
                      </a:lnTo>
                      <a:cubicBezTo>
                        <a:pt x="694" y="1117"/>
                        <a:pt x="1530" y="471"/>
                        <a:pt x="2471" y="0"/>
                      </a:cubicBezTo>
                      <a:lnTo>
                        <a:pt x="191044" y="109061"/>
                      </a:lnTo>
                      <a:cubicBezTo>
                        <a:pt x="193373" y="110453"/>
                        <a:pt x="194998" y="112774"/>
                        <a:pt x="195512" y="115443"/>
                      </a:cubicBezTo>
                      <a:close/>
                    </a:path>
                  </a:pathLst>
                </a:custGeom>
                <a:solidFill>
                  <a:srgbClr val="E5E5E5"/>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sp>
            <p:nvSpPr>
              <p:cNvPr id="336" name="Google Shape;336;p12"/>
              <p:cNvSpPr/>
              <p:nvPr/>
            </p:nvSpPr>
            <p:spPr>
              <a:xfrm>
                <a:off x="4228115" y="3483465"/>
                <a:ext cx="114539" cy="321870"/>
              </a:xfrm>
              <a:custGeom>
                <a:avLst/>
                <a:gdLst/>
                <a:ahLst/>
                <a:cxnLst/>
                <a:rect l="l" t="t" r="r" b="b"/>
                <a:pathLst>
                  <a:path w="143174" h="402337" extrusionOk="0">
                    <a:moveTo>
                      <a:pt x="132316" y="337406"/>
                    </a:moveTo>
                    <a:cubicBezTo>
                      <a:pt x="124650" y="332329"/>
                      <a:pt x="116664" y="327748"/>
                      <a:pt x="108408" y="323690"/>
                    </a:cubicBezTo>
                    <a:cubicBezTo>
                      <a:pt x="100708" y="321280"/>
                      <a:pt x="93712" y="317032"/>
                      <a:pt x="88025" y="311307"/>
                    </a:cubicBezTo>
                    <a:cubicBezTo>
                      <a:pt x="80500" y="303973"/>
                      <a:pt x="68308" y="276255"/>
                      <a:pt x="59450" y="249204"/>
                    </a:cubicBezTo>
                    <a:cubicBezTo>
                      <a:pt x="50616" y="218763"/>
                      <a:pt x="47136" y="187016"/>
                      <a:pt x="49163" y="155383"/>
                    </a:cubicBezTo>
                    <a:cubicBezTo>
                      <a:pt x="52877" y="117283"/>
                      <a:pt x="66498" y="64419"/>
                      <a:pt x="69927" y="42607"/>
                    </a:cubicBezTo>
                    <a:cubicBezTo>
                      <a:pt x="73356" y="20795"/>
                      <a:pt x="66403" y="12127"/>
                      <a:pt x="56211" y="4507"/>
                    </a:cubicBezTo>
                    <a:cubicBezTo>
                      <a:pt x="44305" y="-5018"/>
                      <a:pt x="27636" y="-732"/>
                      <a:pt x="19064" y="29844"/>
                    </a:cubicBezTo>
                    <a:cubicBezTo>
                      <a:pt x="7948" y="72154"/>
                      <a:pt x="1559" y="115569"/>
                      <a:pt x="14" y="159288"/>
                    </a:cubicBezTo>
                    <a:cubicBezTo>
                      <a:pt x="-297" y="191635"/>
                      <a:pt x="4690" y="223811"/>
                      <a:pt x="14777" y="254538"/>
                    </a:cubicBezTo>
                    <a:cubicBezTo>
                      <a:pt x="23864" y="280970"/>
                      <a:pt x="36113" y="306202"/>
                      <a:pt x="51258" y="329691"/>
                    </a:cubicBezTo>
                    <a:cubicBezTo>
                      <a:pt x="55449" y="336739"/>
                      <a:pt x="56783" y="342930"/>
                      <a:pt x="63164" y="357313"/>
                    </a:cubicBezTo>
                    <a:cubicBezTo>
                      <a:pt x="69329" y="371772"/>
                      <a:pt x="78905" y="384517"/>
                      <a:pt x="91073" y="394461"/>
                    </a:cubicBezTo>
                    <a:cubicBezTo>
                      <a:pt x="101836" y="402176"/>
                      <a:pt x="106884" y="403224"/>
                      <a:pt x="109361" y="401795"/>
                    </a:cubicBezTo>
                    <a:cubicBezTo>
                      <a:pt x="111837" y="400366"/>
                      <a:pt x="111837" y="396461"/>
                      <a:pt x="107360" y="392270"/>
                    </a:cubicBezTo>
                    <a:cubicBezTo>
                      <a:pt x="99783" y="386317"/>
                      <a:pt x="93331" y="379059"/>
                      <a:pt x="88310" y="370839"/>
                    </a:cubicBezTo>
                    <a:cubicBezTo>
                      <a:pt x="88310" y="370839"/>
                      <a:pt x="97835" y="380364"/>
                      <a:pt x="103836" y="385412"/>
                    </a:cubicBezTo>
                    <a:cubicBezTo>
                      <a:pt x="109247" y="389955"/>
                      <a:pt x="115237" y="393775"/>
                      <a:pt x="121648" y="396747"/>
                    </a:cubicBezTo>
                    <a:cubicBezTo>
                      <a:pt x="127934" y="399509"/>
                      <a:pt x="136602" y="394175"/>
                      <a:pt x="132125" y="389984"/>
                    </a:cubicBezTo>
                    <a:cubicBezTo>
                      <a:pt x="127649" y="385793"/>
                      <a:pt x="123172" y="383697"/>
                      <a:pt x="114314" y="375982"/>
                    </a:cubicBezTo>
                    <a:cubicBezTo>
                      <a:pt x="109302" y="372067"/>
                      <a:pt x="104818" y="367524"/>
                      <a:pt x="100979" y="362457"/>
                    </a:cubicBezTo>
                    <a:cubicBezTo>
                      <a:pt x="107247" y="367238"/>
                      <a:pt x="113870" y="371534"/>
                      <a:pt x="120791" y="375315"/>
                    </a:cubicBezTo>
                    <a:cubicBezTo>
                      <a:pt x="126215" y="378592"/>
                      <a:pt x="132455" y="380278"/>
                      <a:pt x="138793" y="380173"/>
                    </a:cubicBezTo>
                    <a:cubicBezTo>
                      <a:pt x="142127" y="380173"/>
                      <a:pt x="146127" y="375411"/>
                      <a:pt x="139936" y="370648"/>
                    </a:cubicBezTo>
                    <a:cubicBezTo>
                      <a:pt x="131572" y="366295"/>
                      <a:pt x="123741" y="360990"/>
                      <a:pt x="116600" y="354837"/>
                    </a:cubicBezTo>
                    <a:cubicBezTo>
                      <a:pt x="109742" y="347979"/>
                      <a:pt x="105932" y="342264"/>
                      <a:pt x="107837" y="342168"/>
                    </a:cubicBezTo>
                    <a:cubicBezTo>
                      <a:pt x="109742" y="342073"/>
                      <a:pt x="113456" y="346264"/>
                      <a:pt x="121457" y="348836"/>
                    </a:cubicBezTo>
                    <a:cubicBezTo>
                      <a:pt x="129458" y="351408"/>
                      <a:pt x="138031" y="348836"/>
                      <a:pt x="139079" y="344645"/>
                    </a:cubicBezTo>
                    <a:cubicBezTo>
                      <a:pt x="140126" y="340454"/>
                      <a:pt x="139841" y="341121"/>
                      <a:pt x="132316" y="337406"/>
                    </a:cubicBezTo>
                    <a:close/>
                  </a:path>
                </a:pathLst>
              </a:custGeom>
              <a:solidFill>
                <a:srgbClr val="DFAE8E"/>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sp>
            <p:nvSpPr>
              <p:cNvPr id="337" name="Google Shape;337;p12"/>
              <p:cNvSpPr/>
              <p:nvPr/>
            </p:nvSpPr>
            <p:spPr>
              <a:xfrm>
                <a:off x="4223328" y="3479828"/>
                <a:ext cx="66218" cy="90245"/>
              </a:xfrm>
              <a:custGeom>
                <a:avLst/>
                <a:gdLst/>
                <a:ahLst/>
                <a:cxnLst/>
                <a:rect l="l" t="t" r="r" b="b"/>
                <a:pathLst>
                  <a:path w="82772" h="112806" extrusionOk="0">
                    <a:moveTo>
                      <a:pt x="0" y="90018"/>
                    </a:moveTo>
                    <a:cubicBezTo>
                      <a:pt x="0" y="90018"/>
                      <a:pt x="30004" y="119831"/>
                      <a:pt x="65532" y="111258"/>
                    </a:cubicBezTo>
                    <a:cubicBezTo>
                      <a:pt x="70580" y="107829"/>
                      <a:pt x="82772" y="38106"/>
                      <a:pt x="82772" y="38106"/>
                    </a:cubicBezTo>
                    <a:cubicBezTo>
                      <a:pt x="82772" y="38106"/>
                      <a:pt x="82772" y="-565"/>
                      <a:pt x="53149" y="6"/>
                    </a:cubicBezTo>
                    <a:cubicBezTo>
                      <a:pt x="23527" y="578"/>
                      <a:pt x="0" y="90018"/>
                      <a:pt x="0" y="90018"/>
                    </a:cubicBezTo>
                    <a:close/>
                  </a:path>
                </a:pathLst>
              </a:custGeom>
              <a:solidFill>
                <a:srgbClr val="EDEDED"/>
              </a:solidFill>
              <a:ln>
                <a:noFill/>
              </a:ln>
            </p:spPr>
            <p:txBody>
              <a:bodyPr spcFirstLastPara="1" wrap="square" lIns="121900" tIns="60933" rIns="121900" bIns="60933" anchor="ctr" anchorCtr="0">
                <a:noAutofit/>
              </a:bodyPr>
              <a:lstStyle/>
              <a:p>
                <a:endParaRPr sz="2400">
                  <a:solidFill>
                    <a:srgbClr val="000000"/>
                  </a:solidFill>
                  <a:latin typeface="Calibri"/>
                  <a:ea typeface="Calibri"/>
                  <a:cs typeface="Calibri"/>
                  <a:sym typeface="Calibri"/>
                </a:endParaRPr>
              </a:p>
            </p:txBody>
          </p:sp>
        </p:grpSp>
      </p:grpSp>
      <p:sp>
        <p:nvSpPr>
          <p:cNvPr id="338" name="Google Shape;338;p12"/>
          <p:cNvSpPr txBox="1">
            <a:spLocks noGrp="1"/>
          </p:cNvSpPr>
          <p:nvPr>
            <p:ph type="ctrTitle"/>
          </p:nvPr>
        </p:nvSpPr>
        <p:spPr>
          <a:xfrm>
            <a:off x="1174143" y="2485048"/>
            <a:ext cx="6616800" cy="1888400"/>
          </a:xfrm>
          <a:prstGeom prst="rect">
            <a:avLst/>
          </a:prstGeom>
        </p:spPr>
        <p:txBody>
          <a:bodyPr spcFirstLastPara="1" vert="horz" wrap="square" lIns="0" tIns="0" rIns="0" bIns="0" rtlCol="0" anchor="ctr" anchorCtr="0">
            <a:noAutofit/>
          </a:bodyPr>
          <a:lstStyle/>
          <a:p>
            <a:r>
              <a:rPr lang="en">
                <a:latin typeface="Gill Sans MT" panose="020B0502020104020203" pitchFamily="34" charset="0"/>
              </a:rPr>
              <a:t>KENNY HILLS BAKERS EMPLOYEES TRAINING PRESENTATION</a:t>
            </a:r>
            <a:endParaRPr>
              <a:latin typeface="Gill Sans MT" panose="020B0502020104020203" pitchFamily="34" charset="0"/>
            </a:endParaRPr>
          </a:p>
        </p:txBody>
      </p:sp>
      <p:sp>
        <p:nvSpPr>
          <p:cNvPr id="3" name="TextBox 2">
            <a:extLst>
              <a:ext uri="{FF2B5EF4-FFF2-40B4-BE49-F238E27FC236}">
                <a16:creationId xmlns:a16="http://schemas.microsoft.com/office/drawing/2014/main" id="{E7EBC0B3-21B1-3B9B-9BB5-7550B40FB613}"/>
              </a:ext>
            </a:extLst>
          </p:cNvPr>
          <p:cNvSpPr txBox="1"/>
          <p:nvPr/>
        </p:nvSpPr>
        <p:spPr>
          <a:xfrm>
            <a:off x="1506951" y="4806216"/>
            <a:ext cx="4696388" cy="646331"/>
          </a:xfrm>
          <a:prstGeom prst="rect">
            <a:avLst/>
          </a:prstGeom>
          <a:noFill/>
        </p:spPr>
        <p:txBody>
          <a:bodyPr wrap="square" rtlCol="0">
            <a:spAutoFit/>
          </a:bodyPr>
          <a:lstStyle/>
          <a:p>
            <a:r>
              <a:rPr lang="en-US"/>
              <a:t>Manreen Kaur ​A/P </a:t>
            </a:r>
            <a:r>
              <a:rPr lang="en-US" err="1"/>
              <a:t>Jagjit</a:t>
            </a:r>
            <a:r>
              <a:rPr lang="en-US"/>
              <a:t> Singh - TP071290</a:t>
            </a:r>
          </a:p>
          <a:p>
            <a:r>
              <a:rPr lang="en-US" err="1">
                <a:cs typeface="Sabon Next LT"/>
              </a:rPr>
              <a:t>Nesya</a:t>
            </a:r>
            <a:r>
              <a:rPr lang="en-US">
                <a:cs typeface="Sabon Next LT"/>
              </a:rPr>
              <a:t> </a:t>
            </a:r>
            <a:r>
              <a:rPr lang="en-US" err="1">
                <a:cs typeface="Sabon Next LT"/>
              </a:rPr>
              <a:t>Dinasarah</a:t>
            </a:r>
            <a:r>
              <a:rPr lang="en-US">
                <a:cs typeface="Sabon Next LT"/>
              </a:rPr>
              <a:t> </a:t>
            </a:r>
            <a:r>
              <a:rPr lang="en-US" err="1">
                <a:cs typeface="Sabon Next LT"/>
              </a:rPr>
              <a:t>Napitupulu</a:t>
            </a:r>
            <a:r>
              <a:rPr lang="en-US">
                <a:cs typeface="Sabon Next LT"/>
              </a:rPr>
              <a:t> - TP070035</a:t>
            </a:r>
          </a:p>
        </p:txBody>
      </p:sp>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338"/>
                                        </p:tgtEl>
                                        <p:attrNameLst>
                                          <p:attrName>style.visibility</p:attrName>
                                        </p:attrNameLst>
                                      </p:cBhvr>
                                      <p:to>
                                        <p:strVal val="visible"/>
                                      </p:to>
                                    </p:set>
                                    <p:animEffect transition="in" filter="wipe(down)">
                                      <p:cBhvr>
                                        <p:cTn id="7" dur="580">
                                          <p:stCondLst>
                                            <p:cond delay="0"/>
                                          </p:stCondLst>
                                        </p:cTn>
                                        <p:tgtEl>
                                          <p:spTgt spid="338"/>
                                        </p:tgtEl>
                                      </p:cBhvr>
                                    </p:animEffect>
                                    <p:anim calcmode="lin" valueType="num">
                                      <p:cBhvr>
                                        <p:cTn id="8" dur="1822" tmFilter="0,0; 0.14,0.36; 0.43,0.73; 0.71,0.91; 1.0,1.0">
                                          <p:stCondLst>
                                            <p:cond delay="0"/>
                                          </p:stCondLst>
                                        </p:cTn>
                                        <p:tgtEl>
                                          <p:spTgt spid="338"/>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38"/>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38"/>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38"/>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38"/>
                                        </p:tgtEl>
                                        <p:attrNameLst>
                                          <p:attrName>ppt_y</p:attrName>
                                        </p:attrNameLst>
                                      </p:cBhvr>
                                      <p:tavLst>
                                        <p:tav tm="0" fmla="#ppt_y-sin(pi*$)/81">
                                          <p:val>
                                            <p:fltVal val="0"/>
                                          </p:val>
                                        </p:tav>
                                        <p:tav tm="100000">
                                          <p:val>
                                            <p:fltVal val="1"/>
                                          </p:val>
                                        </p:tav>
                                      </p:tavLst>
                                    </p:anim>
                                    <p:animScale>
                                      <p:cBhvr>
                                        <p:cTn id="13" dur="26">
                                          <p:stCondLst>
                                            <p:cond delay="650"/>
                                          </p:stCondLst>
                                        </p:cTn>
                                        <p:tgtEl>
                                          <p:spTgt spid="338"/>
                                        </p:tgtEl>
                                      </p:cBhvr>
                                      <p:to x="100000" y="60000"/>
                                    </p:animScale>
                                    <p:animScale>
                                      <p:cBhvr>
                                        <p:cTn id="14" dur="166" decel="50000">
                                          <p:stCondLst>
                                            <p:cond delay="676"/>
                                          </p:stCondLst>
                                        </p:cTn>
                                        <p:tgtEl>
                                          <p:spTgt spid="338"/>
                                        </p:tgtEl>
                                      </p:cBhvr>
                                      <p:to x="100000" y="100000"/>
                                    </p:animScale>
                                    <p:animScale>
                                      <p:cBhvr>
                                        <p:cTn id="15" dur="26">
                                          <p:stCondLst>
                                            <p:cond delay="1312"/>
                                          </p:stCondLst>
                                        </p:cTn>
                                        <p:tgtEl>
                                          <p:spTgt spid="338"/>
                                        </p:tgtEl>
                                      </p:cBhvr>
                                      <p:to x="100000" y="80000"/>
                                    </p:animScale>
                                    <p:animScale>
                                      <p:cBhvr>
                                        <p:cTn id="16" dur="166" decel="50000">
                                          <p:stCondLst>
                                            <p:cond delay="1338"/>
                                          </p:stCondLst>
                                        </p:cTn>
                                        <p:tgtEl>
                                          <p:spTgt spid="338"/>
                                        </p:tgtEl>
                                      </p:cBhvr>
                                      <p:to x="100000" y="100000"/>
                                    </p:animScale>
                                    <p:animScale>
                                      <p:cBhvr>
                                        <p:cTn id="17" dur="26">
                                          <p:stCondLst>
                                            <p:cond delay="1642"/>
                                          </p:stCondLst>
                                        </p:cTn>
                                        <p:tgtEl>
                                          <p:spTgt spid="338"/>
                                        </p:tgtEl>
                                      </p:cBhvr>
                                      <p:to x="100000" y="90000"/>
                                    </p:animScale>
                                    <p:animScale>
                                      <p:cBhvr>
                                        <p:cTn id="18" dur="166" decel="50000">
                                          <p:stCondLst>
                                            <p:cond delay="1668"/>
                                          </p:stCondLst>
                                        </p:cTn>
                                        <p:tgtEl>
                                          <p:spTgt spid="338"/>
                                        </p:tgtEl>
                                      </p:cBhvr>
                                      <p:to x="100000" y="100000"/>
                                    </p:animScale>
                                    <p:animScale>
                                      <p:cBhvr>
                                        <p:cTn id="19" dur="26">
                                          <p:stCondLst>
                                            <p:cond delay="1808"/>
                                          </p:stCondLst>
                                        </p:cTn>
                                        <p:tgtEl>
                                          <p:spTgt spid="338"/>
                                        </p:tgtEl>
                                      </p:cBhvr>
                                      <p:to x="100000" y="95000"/>
                                    </p:animScale>
                                    <p:animScale>
                                      <p:cBhvr>
                                        <p:cTn id="20" dur="166" decel="50000">
                                          <p:stCondLst>
                                            <p:cond delay="1834"/>
                                          </p:stCondLst>
                                        </p:cTn>
                                        <p:tgtEl>
                                          <p:spTgt spid="338"/>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6" presetClass="entr" presetSubtype="0" fill="hold" nodeType="clickEffect">
                                  <p:stCondLst>
                                    <p:cond delay="0"/>
                                  </p:stCondLst>
                                  <p:childTnLst>
                                    <p:set>
                                      <p:cBhvr>
                                        <p:cTn id="24" dur="1" fill="hold">
                                          <p:stCondLst>
                                            <p:cond delay="0"/>
                                          </p:stCondLst>
                                        </p:cTn>
                                        <p:tgtEl>
                                          <p:spTgt spid="3">
                                            <p:txEl>
                                              <p:pRg st="0" end="0"/>
                                            </p:txEl>
                                          </p:spTgt>
                                        </p:tgtEl>
                                        <p:attrNameLst>
                                          <p:attrName>style.visibility</p:attrName>
                                        </p:attrNameLst>
                                      </p:cBhvr>
                                      <p:to>
                                        <p:strVal val="visible"/>
                                      </p:to>
                                    </p:set>
                                    <p:animEffect transition="in" filter="wipe(down)">
                                      <p:cBhvr>
                                        <p:cTn id="25" dur="580">
                                          <p:stCondLst>
                                            <p:cond delay="0"/>
                                          </p:stCondLst>
                                        </p:cTn>
                                        <p:tgtEl>
                                          <p:spTgt spid="3">
                                            <p:txEl>
                                              <p:pRg st="0" end="0"/>
                                            </p:txEl>
                                          </p:spTgt>
                                        </p:tgtEl>
                                      </p:cBhvr>
                                    </p:animEffect>
                                    <p:anim calcmode="lin" valueType="num">
                                      <p:cBhvr>
                                        <p:cTn id="26" dur="1822" tmFilter="0,0; 0.14,0.36; 0.43,0.73; 0.71,0.91; 1.0,1.0">
                                          <p:stCondLst>
                                            <p:cond delay="0"/>
                                          </p:stCondLst>
                                        </p:cTn>
                                        <p:tgtEl>
                                          <p:spTgt spid="3">
                                            <p:txEl>
                                              <p:pRg st="0" end="0"/>
                                            </p:txEl>
                                          </p:spTgt>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3">
                                            <p:txEl>
                                              <p:pRg st="0" end="0"/>
                                            </p:txEl>
                                          </p:spTgt>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3">
                                            <p:txEl>
                                              <p:pRg st="0" end="0"/>
                                            </p:txEl>
                                          </p:spTgt>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3">
                                            <p:txEl>
                                              <p:pRg st="0" end="0"/>
                                            </p:txEl>
                                          </p:spTgt>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3">
                                            <p:txEl>
                                              <p:pRg st="0" end="0"/>
                                            </p:txEl>
                                          </p:spTgt>
                                        </p:tgtEl>
                                        <p:attrNameLst>
                                          <p:attrName>ppt_y</p:attrName>
                                        </p:attrNameLst>
                                      </p:cBhvr>
                                      <p:tavLst>
                                        <p:tav tm="0" fmla="#ppt_y-sin(pi*$)/81">
                                          <p:val>
                                            <p:fltVal val="0"/>
                                          </p:val>
                                        </p:tav>
                                        <p:tav tm="100000">
                                          <p:val>
                                            <p:fltVal val="1"/>
                                          </p:val>
                                        </p:tav>
                                      </p:tavLst>
                                    </p:anim>
                                    <p:animScale>
                                      <p:cBhvr>
                                        <p:cTn id="31" dur="26">
                                          <p:stCondLst>
                                            <p:cond delay="650"/>
                                          </p:stCondLst>
                                        </p:cTn>
                                        <p:tgtEl>
                                          <p:spTgt spid="3">
                                            <p:txEl>
                                              <p:pRg st="0" end="0"/>
                                            </p:txEl>
                                          </p:spTgt>
                                        </p:tgtEl>
                                      </p:cBhvr>
                                      <p:to x="100000" y="60000"/>
                                    </p:animScale>
                                    <p:animScale>
                                      <p:cBhvr>
                                        <p:cTn id="32" dur="166" decel="50000">
                                          <p:stCondLst>
                                            <p:cond delay="676"/>
                                          </p:stCondLst>
                                        </p:cTn>
                                        <p:tgtEl>
                                          <p:spTgt spid="3">
                                            <p:txEl>
                                              <p:pRg st="0" end="0"/>
                                            </p:txEl>
                                          </p:spTgt>
                                        </p:tgtEl>
                                      </p:cBhvr>
                                      <p:to x="100000" y="100000"/>
                                    </p:animScale>
                                    <p:animScale>
                                      <p:cBhvr>
                                        <p:cTn id="33" dur="26">
                                          <p:stCondLst>
                                            <p:cond delay="1312"/>
                                          </p:stCondLst>
                                        </p:cTn>
                                        <p:tgtEl>
                                          <p:spTgt spid="3">
                                            <p:txEl>
                                              <p:pRg st="0" end="0"/>
                                            </p:txEl>
                                          </p:spTgt>
                                        </p:tgtEl>
                                      </p:cBhvr>
                                      <p:to x="100000" y="80000"/>
                                    </p:animScale>
                                    <p:animScale>
                                      <p:cBhvr>
                                        <p:cTn id="34" dur="166" decel="50000">
                                          <p:stCondLst>
                                            <p:cond delay="1338"/>
                                          </p:stCondLst>
                                        </p:cTn>
                                        <p:tgtEl>
                                          <p:spTgt spid="3">
                                            <p:txEl>
                                              <p:pRg st="0" end="0"/>
                                            </p:txEl>
                                          </p:spTgt>
                                        </p:tgtEl>
                                      </p:cBhvr>
                                      <p:to x="100000" y="100000"/>
                                    </p:animScale>
                                    <p:animScale>
                                      <p:cBhvr>
                                        <p:cTn id="35" dur="26">
                                          <p:stCondLst>
                                            <p:cond delay="1642"/>
                                          </p:stCondLst>
                                        </p:cTn>
                                        <p:tgtEl>
                                          <p:spTgt spid="3">
                                            <p:txEl>
                                              <p:pRg st="0" end="0"/>
                                            </p:txEl>
                                          </p:spTgt>
                                        </p:tgtEl>
                                      </p:cBhvr>
                                      <p:to x="100000" y="90000"/>
                                    </p:animScale>
                                    <p:animScale>
                                      <p:cBhvr>
                                        <p:cTn id="36" dur="166" decel="50000">
                                          <p:stCondLst>
                                            <p:cond delay="1668"/>
                                          </p:stCondLst>
                                        </p:cTn>
                                        <p:tgtEl>
                                          <p:spTgt spid="3">
                                            <p:txEl>
                                              <p:pRg st="0" end="0"/>
                                            </p:txEl>
                                          </p:spTgt>
                                        </p:tgtEl>
                                      </p:cBhvr>
                                      <p:to x="100000" y="100000"/>
                                    </p:animScale>
                                    <p:animScale>
                                      <p:cBhvr>
                                        <p:cTn id="37" dur="26">
                                          <p:stCondLst>
                                            <p:cond delay="1808"/>
                                          </p:stCondLst>
                                        </p:cTn>
                                        <p:tgtEl>
                                          <p:spTgt spid="3">
                                            <p:txEl>
                                              <p:pRg st="0" end="0"/>
                                            </p:txEl>
                                          </p:spTgt>
                                        </p:tgtEl>
                                      </p:cBhvr>
                                      <p:to x="100000" y="95000"/>
                                    </p:animScale>
                                    <p:animScale>
                                      <p:cBhvr>
                                        <p:cTn id="38" dur="166" decel="50000">
                                          <p:stCondLst>
                                            <p:cond delay="1834"/>
                                          </p:stCondLst>
                                        </p:cTn>
                                        <p:tgtEl>
                                          <p:spTgt spid="3">
                                            <p:txEl>
                                              <p:pRg st="0" end="0"/>
                                            </p:txEl>
                                          </p:spTgt>
                                        </p:tgtEl>
                                      </p:cBhvr>
                                      <p:to x="100000" y="100000"/>
                                    </p:animScale>
                                  </p:childTnLst>
                                </p:cTn>
                              </p:par>
                              <p:par>
                                <p:cTn id="39" presetID="26" presetClass="entr" presetSubtype="0" fill="hold" nodeType="withEffect">
                                  <p:stCondLst>
                                    <p:cond delay="0"/>
                                  </p:stCondLst>
                                  <p:childTnLst>
                                    <p:set>
                                      <p:cBhvr>
                                        <p:cTn id="40" dur="1" fill="hold">
                                          <p:stCondLst>
                                            <p:cond delay="0"/>
                                          </p:stCondLst>
                                        </p:cTn>
                                        <p:tgtEl>
                                          <p:spTgt spid="3">
                                            <p:txEl>
                                              <p:pRg st="1" end="1"/>
                                            </p:txEl>
                                          </p:spTgt>
                                        </p:tgtEl>
                                        <p:attrNameLst>
                                          <p:attrName>style.visibility</p:attrName>
                                        </p:attrNameLst>
                                      </p:cBhvr>
                                      <p:to>
                                        <p:strVal val="visible"/>
                                      </p:to>
                                    </p:set>
                                    <p:animEffect transition="in" filter="wipe(down)">
                                      <p:cBhvr>
                                        <p:cTn id="41" dur="580">
                                          <p:stCondLst>
                                            <p:cond delay="0"/>
                                          </p:stCondLst>
                                        </p:cTn>
                                        <p:tgtEl>
                                          <p:spTgt spid="3">
                                            <p:txEl>
                                              <p:pRg st="1" end="1"/>
                                            </p:txEl>
                                          </p:spTgt>
                                        </p:tgtEl>
                                      </p:cBhvr>
                                    </p:animEffect>
                                    <p:anim calcmode="lin" valueType="num">
                                      <p:cBhvr>
                                        <p:cTn id="42" dur="1822" tmFilter="0,0; 0.14,0.36; 0.43,0.73; 0.71,0.91; 1.0,1.0">
                                          <p:stCondLst>
                                            <p:cond delay="0"/>
                                          </p:stCondLst>
                                        </p:cTn>
                                        <p:tgtEl>
                                          <p:spTgt spid="3">
                                            <p:txEl>
                                              <p:pRg st="1" end="1"/>
                                            </p:txEl>
                                          </p:spTgt>
                                        </p:tgtEl>
                                        <p:attrNameLst>
                                          <p:attrName>ppt_x</p:attrName>
                                        </p:attrNameLst>
                                      </p:cBhvr>
                                      <p:tavLst>
                                        <p:tav tm="0">
                                          <p:val>
                                            <p:strVal val="#ppt_x-0.25"/>
                                          </p:val>
                                        </p:tav>
                                        <p:tav tm="100000">
                                          <p:val>
                                            <p:strVal val="#ppt_x"/>
                                          </p:val>
                                        </p:tav>
                                      </p:tavLst>
                                    </p:anim>
                                    <p:anim calcmode="lin" valueType="num">
                                      <p:cBhvr>
                                        <p:cTn id="43" dur="664" tmFilter="0.0,0.0; 0.25,0.07; 0.50,0.2; 0.75,0.467; 1.0,1.0">
                                          <p:stCondLst>
                                            <p:cond delay="0"/>
                                          </p:stCondLst>
                                        </p:cTn>
                                        <p:tgtEl>
                                          <p:spTgt spid="3">
                                            <p:txEl>
                                              <p:pRg st="1" end="1"/>
                                            </p:txEl>
                                          </p:spTgt>
                                        </p:tgtEl>
                                        <p:attrNameLst>
                                          <p:attrName>ppt_y</p:attrName>
                                        </p:attrNameLst>
                                      </p:cBhvr>
                                      <p:tavLst>
                                        <p:tav tm="0" fmla="#ppt_y-sin(pi*$)/3">
                                          <p:val>
                                            <p:fltVal val="0.5"/>
                                          </p:val>
                                        </p:tav>
                                        <p:tav tm="100000">
                                          <p:val>
                                            <p:fltVal val="1"/>
                                          </p:val>
                                        </p:tav>
                                      </p:tavLst>
                                    </p:anim>
                                    <p:anim calcmode="lin" valueType="num">
                                      <p:cBhvr>
                                        <p:cTn id="44" dur="664" tmFilter="0, 0; 0.125,0.2665; 0.25,0.4; 0.375,0.465; 0.5,0.5;  0.625,0.535; 0.75,0.6; 0.875,0.7335; 1,1">
                                          <p:stCondLst>
                                            <p:cond delay="664"/>
                                          </p:stCondLst>
                                        </p:cTn>
                                        <p:tgtEl>
                                          <p:spTgt spid="3">
                                            <p:txEl>
                                              <p:pRg st="1" end="1"/>
                                            </p:txEl>
                                          </p:spTgt>
                                        </p:tgtEl>
                                        <p:attrNameLst>
                                          <p:attrName>ppt_y</p:attrName>
                                        </p:attrNameLst>
                                      </p:cBhvr>
                                      <p:tavLst>
                                        <p:tav tm="0" fmla="#ppt_y-sin(pi*$)/9">
                                          <p:val>
                                            <p:fltVal val="0"/>
                                          </p:val>
                                        </p:tav>
                                        <p:tav tm="100000">
                                          <p:val>
                                            <p:fltVal val="1"/>
                                          </p:val>
                                        </p:tav>
                                      </p:tavLst>
                                    </p:anim>
                                    <p:anim calcmode="lin" valueType="num">
                                      <p:cBhvr>
                                        <p:cTn id="45" dur="332" tmFilter="0, 0; 0.125,0.2665; 0.25,0.4; 0.375,0.465; 0.5,0.5;  0.625,0.535; 0.75,0.6; 0.875,0.7335; 1,1">
                                          <p:stCondLst>
                                            <p:cond delay="1324"/>
                                          </p:stCondLst>
                                        </p:cTn>
                                        <p:tgtEl>
                                          <p:spTgt spid="3">
                                            <p:txEl>
                                              <p:pRg st="1" end="1"/>
                                            </p:txEl>
                                          </p:spTgt>
                                        </p:tgtEl>
                                        <p:attrNameLst>
                                          <p:attrName>ppt_y</p:attrName>
                                        </p:attrNameLst>
                                      </p:cBhvr>
                                      <p:tavLst>
                                        <p:tav tm="0" fmla="#ppt_y-sin(pi*$)/27">
                                          <p:val>
                                            <p:fltVal val="0"/>
                                          </p:val>
                                        </p:tav>
                                        <p:tav tm="100000">
                                          <p:val>
                                            <p:fltVal val="1"/>
                                          </p:val>
                                        </p:tav>
                                      </p:tavLst>
                                    </p:anim>
                                    <p:anim calcmode="lin" valueType="num">
                                      <p:cBhvr>
                                        <p:cTn id="46" dur="164" tmFilter="0, 0; 0.125,0.2665; 0.25,0.4; 0.375,0.465; 0.5,0.5;  0.625,0.535; 0.75,0.6; 0.875,0.7335; 1,1">
                                          <p:stCondLst>
                                            <p:cond delay="1656"/>
                                          </p:stCondLst>
                                        </p:cTn>
                                        <p:tgtEl>
                                          <p:spTgt spid="3">
                                            <p:txEl>
                                              <p:pRg st="1" end="1"/>
                                            </p:txEl>
                                          </p:spTgt>
                                        </p:tgtEl>
                                        <p:attrNameLst>
                                          <p:attrName>ppt_y</p:attrName>
                                        </p:attrNameLst>
                                      </p:cBhvr>
                                      <p:tavLst>
                                        <p:tav tm="0" fmla="#ppt_y-sin(pi*$)/81">
                                          <p:val>
                                            <p:fltVal val="0"/>
                                          </p:val>
                                        </p:tav>
                                        <p:tav tm="100000">
                                          <p:val>
                                            <p:fltVal val="1"/>
                                          </p:val>
                                        </p:tav>
                                      </p:tavLst>
                                    </p:anim>
                                    <p:animScale>
                                      <p:cBhvr>
                                        <p:cTn id="47" dur="26">
                                          <p:stCondLst>
                                            <p:cond delay="650"/>
                                          </p:stCondLst>
                                        </p:cTn>
                                        <p:tgtEl>
                                          <p:spTgt spid="3">
                                            <p:txEl>
                                              <p:pRg st="1" end="1"/>
                                            </p:txEl>
                                          </p:spTgt>
                                        </p:tgtEl>
                                      </p:cBhvr>
                                      <p:to x="100000" y="60000"/>
                                    </p:animScale>
                                    <p:animScale>
                                      <p:cBhvr>
                                        <p:cTn id="48" dur="166" decel="50000">
                                          <p:stCondLst>
                                            <p:cond delay="676"/>
                                          </p:stCondLst>
                                        </p:cTn>
                                        <p:tgtEl>
                                          <p:spTgt spid="3">
                                            <p:txEl>
                                              <p:pRg st="1" end="1"/>
                                            </p:txEl>
                                          </p:spTgt>
                                        </p:tgtEl>
                                      </p:cBhvr>
                                      <p:to x="100000" y="100000"/>
                                    </p:animScale>
                                    <p:animScale>
                                      <p:cBhvr>
                                        <p:cTn id="49" dur="26">
                                          <p:stCondLst>
                                            <p:cond delay="1312"/>
                                          </p:stCondLst>
                                        </p:cTn>
                                        <p:tgtEl>
                                          <p:spTgt spid="3">
                                            <p:txEl>
                                              <p:pRg st="1" end="1"/>
                                            </p:txEl>
                                          </p:spTgt>
                                        </p:tgtEl>
                                      </p:cBhvr>
                                      <p:to x="100000" y="80000"/>
                                    </p:animScale>
                                    <p:animScale>
                                      <p:cBhvr>
                                        <p:cTn id="50" dur="166" decel="50000">
                                          <p:stCondLst>
                                            <p:cond delay="1338"/>
                                          </p:stCondLst>
                                        </p:cTn>
                                        <p:tgtEl>
                                          <p:spTgt spid="3">
                                            <p:txEl>
                                              <p:pRg st="1" end="1"/>
                                            </p:txEl>
                                          </p:spTgt>
                                        </p:tgtEl>
                                      </p:cBhvr>
                                      <p:to x="100000" y="100000"/>
                                    </p:animScale>
                                    <p:animScale>
                                      <p:cBhvr>
                                        <p:cTn id="51" dur="26">
                                          <p:stCondLst>
                                            <p:cond delay="1642"/>
                                          </p:stCondLst>
                                        </p:cTn>
                                        <p:tgtEl>
                                          <p:spTgt spid="3">
                                            <p:txEl>
                                              <p:pRg st="1" end="1"/>
                                            </p:txEl>
                                          </p:spTgt>
                                        </p:tgtEl>
                                      </p:cBhvr>
                                      <p:to x="100000" y="90000"/>
                                    </p:animScale>
                                    <p:animScale>
                                      <p:cBhvr>
                                        <p:cTn id="52" dur="166" decel="50000">
                                          <p:stCondLst>
                                            <p:cond delay="1668"/>
                                          </p:stCondLst>
                                        </p:cTn>
                                        <p:tgtEl>
                                          <p:spTgt spid="3">
                                            <p:txEl>
                                              <p:pRg st="1" end="1"/>
                                            </p:txEl>
                                          </p:spTgt>
                                        </p:tgtEl>
                                      </p:cBhvr>
                                      <p:to x="100000" y="100000"/>
                                    </p:animScale>
                                    <p:animScale>
                                      <p:cBhvr>
                                        <p:cTn id="53" dur="26">
                                          <p:stCondLst>
                                            <p:cond delay="1808"/>
                                          </p:stCondLst>
                                        </p:cTn>
                                        <p:tgtEl>
                                          <p:spTgt spid="3">
                                            <p:txEl>
                                              <p:pRg st="1" end="1"/>
                                            </p:txEl>
                                          </p:spTgt>
                                        </p:tgtEl>
                                      </p:cBhvr>
                                      <p:to x="100000" y="95000"/>
                                    </p:animScale>
                                    <p:animScale>
                                      <p:cBhvr>
                                        <p:cTn id="54" dur="166" decel="50000">
                                          <p:stCondLst>
                                            <p:cond delay="1834"/>
                                          </p:stCondLst>
                                        </p:cTn>
                                        <p:tgtEl>
                                          <p:spTgt spid="3">
                                            <p:txEl>
                                              <p:pRg st="1" end="1"/>
                                            </p:txEl>
                                          </p:spTgt>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075"/>
        <p:cNvGrpSpPr/>
        <p:nvPr/>
      </p:nvGrpSpPr>
      <p:grpSpPr>
        <a:xfrm>
          <a:off x="0" y="0"/>
          <a:ext cx="0" cy="0"/>
          <a:chOff x="0" y="0"/>
          <a:chExt cx="0" cy="0"/>
        </a:xfrm>
      </p:grpSpPr>
      <p:sp>
        <p:nvSpPr>
          <p:cNvPr id="2076" name="Google Shape;2076;p34"/>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a:t>
            </a:fld>
            <a:endParaRPr/>
          </a:p>
        </p:txBody>
      </p:sp>
      <p:sp>
        <p:nvSpPr>
          <p:cNvPr id="2223" name="Google Shape;2223;p34"/>
          <p:cNvSpPr txBox="1">
            <a:spLocks noGrp="1"/>
          </p:cNvSpPr>
          <p:nvPr>
            <p:ph type="ctrTitle" idx="4294967295"/>
          </p:nvPr>
        </p:nvSpPr>
        <p:spPr>
          <a:xfrm>
            <a:off x="281792" y="394524"/>
            <a:ext cx="5996873" cy="929930"/>
          </a:xfrm>
          <a:prstGeom prst="rect">
            <a:avLst/>
          </a:prstGeom>
        </p:spPr>
        <p:txBody>
          <a:bodyPr spcFirstLastPara="1" vert="horz" wrap="square" lIns="0" tIns="0" rIns="0" bIns="0" rtlCol="0" anchor="t" anchorCtr="0">
            <a:noAutofit/>
          </a:bodyPr>
          <a:lstStyle/>
          <a:p>
            <a:pPr>
              <a:spcBef>
                <a:spcPts val="0"/>
              </a:spcBef>
            </a:pPr>
            <a:r>
              <a:rPr lang="en-MY" sz="5400"/>
              <a:t>INTRODUCTION</a:t>
            </a:r>
            <a:endParaRPr sz="5400"/>
          </a:p>
        </p:txBody>
      </p:sp>
      <p:sp>
        <p:nvSpPr>
          <p:cNvPr id="2224" name="Google Shape;2224;p34"/>
          <p:cNvSpPr txBox="1">
            <a:spLocks noGrp="1"/>
          </p:cNvSpPr>
          <p:nvPr>
            <p:ph type="subTitle" idx="4294967295"/>
          </p:nvPr>
        </p:nvSpPr>
        <p:spPr>
          <a:xfrm>
            <a:off x="283782" y="1434066"/>
            <a:ext cx="6821191" cy="4555191"/>
          </a:xfrm>
          <a:prstGeom prst="rect">
            <a:avLst/>
          </a:prstGeom>
        </p:spPr>
        <p:txBody>
          <a:bodyPr spcFirstLastPara="1" vert="horz" wrap="square" lIns="0" tIns="0" rIns="0" bIns="0" rtlCol="0" anchor="t" anchorCtr="0">
            <a:noAutofit/>
          </a:bodyPr>
          <a:lstStyle/>
          <a:p>
            <a:pPr>
              <a:lnSpc>
                <a:spcPct val="100000"/>
              </a:lnSpc>
              <a:spcBef>
                <a:spcPts val="800"/>
              </a:spcBef>
              <a:buFont typeface="Wingdings" panose="05000000000000000000" pitchFamily="2" charset="2"/>
              <a:buChar char="v"/>
            </a:pPr>
            <a:r>
              <a:rPr lang="en-US" sz="1800">
                <a:cs typeface="Sabon Next LT"/>
              </a:rPr>
              <a:t>Kenny Hills Bakers is a bakery that sells high-quality baked goods and baking supplies, as well as handy, easy-to-use baking utensils.</a:t>
            </a:r>
          </a:p>
          <a:p>
            <a:pPr marL="0" indent="0">
              <a:lnSpc>
                <a:spcPct val="100000"/>
              </a:lnSpc>
              <a:spcBef>
                <a:spcPts val="800"/>
              </a:spcBef>
              <a:buNone/>
            </a:pPr>
            <a:endParaRPr lang="en-US" sz="1800">
              <a:cs typeface="Sabon Next LT"/>
            </a:endParaRPr>
          </a:p>
          <a:p>
            <a:pPr>
              <a:lnSpc>
                <a:spcPct val="100000"/>
              </a:lnSpc>
              <a:spcBef>
                <a:spcPts val="800"/>
              </a:spcBef>
              <a:buFont typeface="Wingdings" panose="05000000000000000000" pitchFamily="2" charset="2"/>
              <a:buChar char="v"/>
            </a:pPr>
            <a:r>
              <a:rPr lang="en-US" sz="1800">
                <a:cs typeface="Sabon Next LT"/>
              </a:rPr>
              <a:t>It is mostly known for its pastries and baking supplies, such as flour. </a:t>
            </a:r>
          </a:p>
          <a:p>
            <a:pPr marL="0" indent="0">
              <a:lnSpc>
                <a:spcPct val="100000"/>
              </a:lnSpc>
              <a:spcBef>
                <a:spcPts val="800"/>
              </a:spcBef>
              <a:buNone/>
            </a:pPr>
            <a:endParaRPr lang="en-US" sz="1800">
              <a:cs typeface="Sabon Next LT"/>
            </a:endParaRPr>
          </a:p>
          <a:p>
            <a:pPr>
              <a:lnSpc>
                <a:spcPct val="100000"/>
              </a:lnSpc>
              <a:spcBef>
                <a:spcPts val="800"/>
              </a:spcBef>
              <a:buFont typeface="Wingdings" panose="05000000000000000000" pitchFamily="2" charset="2"/>
              <a:buChar char="v"/>
            </a:pPr>
            <a:r>
              <a:rPr lang="en-US" sz="1800">
                <a:cs typeface="Sabon Next LT"/>
              </a:rPr>
              <a:t>The ingredients used to create the baking supplies and baked goods are sourced from the most-trusted farms that maintain their quality control to produce satisfactory results for customers. </a:t>
            </a:r>
          </a:p>
          <a:p>
            <a:pPr marL="0" indent="0">
              <a:lnSpc>
                <a:spcPct val="100000"/>
              </a:lnSpc>
              <a:spcBef>
                <a:spcPts val="800"/>
              </a:spcBef>
              <a:buNone/>
            </a:pPr>
            <a:endParaRPr lang="en-US" sz="1800">
              <a:cs typeface="Sabon Next LT"/>
            </a:endParaRPr>
          </a:p>
          <a:p>
            <a:pPr>
              <a:lnSpc>
                <a:spcPct val="100000"/>
              </a:lnSpc>
              <a:spcBef>
                <a:spcPts val="800"/>
              </a:spcBef>
              <a:buFont typeface="Wingdings" panose="05000000000000000000" pitchFamily="2" charset="2"/>
              <a:buChar char="v"/>
            </a:pPr>
            <a:r>
              <a:rPr lang="en-US" sz="1800">
                <a:cs typeface="Sabon Next LT"/>
              </a:rPr>
              <a:t>The baking utensils are created using user-friendly materials to guarantee safety for customers when being used. </a:t>
            </a:r>
          </a:p>
          <a:p>
            <a:pPr marL="0" indent="0">
              <a:spcBef>
                <a:spcPts val="800"/>
              </a:spcBef>
              <a:buNone/>
            </a:pPr>
            <a:endParaRPr/>
          </a:p>
        </p:txBody>
      </p:sp>
      <p:cxnSp>
        <p:nvCxnSpPr>
          <p:cNvPr id="3" name="Straight Connector 2">
            <a:extLst>
              <a:ext uri="{FF2B5EF4-FFF2-40B4-BE49-F238E27FC236}">
                <a16:creationId xmlns:a16="http://schemas.microsoft.com/office/drawing/2014/main" id="{C96B3C67-8788-21AE-8D1F-EC24DA4081F3}"/>
              </a:ext>
            </a:extLst>
          </p:cNvPr>
          <p:cNvCxnSpPr>
            <a:cxnSpLocks/>
          </p:cNvCxnSpPr>
          <p:nvPr/>
        </p:nvCxnSpPr>
        <p:spPr>
          <a:xfrm>
            <a:off x="283782" y="1081479"/>
            <a:ext cx="526793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2" name="Google Shape;744;p18">
            <a:extLst>
              <a:ext uri="{FF2B5EF4-FFF2-40B4-BE49-F238E27FC236}">
                <a16:creationId xmlns:a16="http://schemas.microsoft.com/office/drawing/2014/main" id="{9AC089BF-A298-C7E5-5082-EDAB19285981}"/>
              </a:ext>
            </a:extLst>
          </p:cNvPr>
          <p:cNvGrpSpPr/>
          <p:nvPr/>
        </p:nvGrpSpPr>
        <p:grpSpPr>
          <a:xfrm>
            <a:off x="7852492" y="1285377"/>
            <a:ext cx="3428998" cy="3803331"/>
            <a:chOff x="2152750" y="190500"/>
            <a:chExt cx="4293756" cy="4762499"/>
          </a:xfrm>
        </p:grpSpPr>
        <p:sp>
          <p:nvSpPr>
            <p:cNvPr id="4" name="Google Shape;745;p18">
              <a:extLst>
                <a:ext uri="{FF2B5EF4-FFF2-40B4-BE49-F238E27FC236}">
                  <a16:creationId xmlns:a16="http://schemas.microsoft.com/office/drawing/2014/main" id="{A6276D0A-2A14-C5D1-2C2D-71190BA81603}"/>
                </a:ext>
              </a:extLst>
            </p:cNvPr>
            <p:cNvSpPr/>
            <p:nvPr/>
          </p:nvSpPr>
          <p:spPr>
            <a:xfrm>
              <a:off x="2152750" y="2957607"/>
              <a:ext cx="756691" cy="437959"/>
            </a:xfrm>
            <a:custGeom>
              <a:avLst/>
              <a:gdLst/>
              <a:ahLst/>
              <a:cxnLst/>
              <a:rect l="l" t="t" r="r" b="b"/>
              <a:pathLst>
                <a:path w="756691" h="437959" extrusionOk="0">
                  <a:moveTo>
                    <a:pt x="756692" y="218980"/>
                  </a:moveTo>
                  <a:cubicBezTo>
                    <a:pt x="756692" y="339919"/>
                    <a:pt x="587300" y="437959"/>
                    <a:pt x="378346" y="437959"/>
                  </a:cubicBezTo>
                  <a:cubicBezTo>
                    <a:pt x="169391" y="437959"/>
                    <a:pt x="0" y="339919"/>
                    <a:pt x="0" y="218980"/>
                  </a:cubicBezTo>
                  <a:cubicBezTo>
                    <a:pt x="0" y="98041"/>
                    <a:pt x="169391" y="0"/>
                    <a:pt x="378346" y="0"/>
                  </a:cubicBezTo>
                  <a:cubicBezTo>
                    <a:pt x="587300" y="0"/>
                    <a:pt x="756692" y="98041"/>
                    <a:pt x="756692" y="21898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746;p18">
              <a:extLst>
                <a:ext uri="{FF2B5EF4-FFF2-40B4-BE49-F238E27FC236}">
                  <a16:creationId xmlns:a16="http://schemas.microsoft.com/office/drawing/2014/main" id="{8C65204C-577C-D5D9-A5FA-ED08E3E637AC}"/>
                </a:ext>
              </a:extLst>
            </p:cNvPr>
            <p:cNvSpPr/>
            <p:nvPr/>
          </p:nvSpPr>
          <p:spPr>
            <a:xfrm>
              <a:off x="2318956" y="3109336"/>
              <a:ext cx="225716" cy="175248"/>
            </a:xfrm>
            <a:custGeom>
              <a:avLst/>
              <a:gdLst/>
              <a:ahLst/>
              <a:cxnLst/>
              <a:rect l="l" t="t" r="r" b="b"/>
              <a:pathLst>
                <a:path w="225716" h="175248" extrusionOk="0">
                  <a:moveTo>
                    <a:pt x="18072" y="5"/>
                  </a:moveTo>
                  <a:cubicBezTo>
                    <a:pt x="45158" y="22103"/>
                    <a:pt x="85074" y="1910"/>
                    <a:pt x="87070" y="3910"/>
                  </a:cubicBezTo>
                  <a:cubicBezTo>
                    <a:pt x="118886" y="33494"/>
                    <a:pt x="152260" y="61346"/>
                    <a:pt x="187050" y="87349"/>
                  </a:cubicBezTo>
                  <a:cubicBezTo>
                    <a:pt x="203871" y="100684"/>
                    <a:pt x="230197" y="118400"/>
                    <a:pt x="225065" y="144023"/>
                  </a:cubicBezTo>
                  <a:cubicBezTo>
                    <a:pt x="216511" y="189742"/>
                    <a:pt x="143522" y="175646"/>
                    <a:pt x="115961" y="161644"/>
                  </a:cubicBezTo>
                  <a:cubicBezTo>
                    <a:pt x="88400" y="147642"/>
                    <a:pt x="65876" y="124496"/>
                    <a:pt x="39931" y="108304"/>
                  </a:cubicBezTo>
                  <a:cubicBezTo>
                    <a:pt x="20924" y="96683"/>
                    <a:pt x="2961" y="90682"/>
                    <a:pt x="110" y="67156"/>
                  </a:cubicBezTo>
                  <a:cubicBezTo>
                    <a:pt x="-1410" y="52964"/>
                    <a:pt x="13225" y="-567"/>
                    <a:pt x="18072" y="5"/>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747;p18">
              <a:extLst>
                <a:ext uri="{FF2B5EF4-FFF2-40B4-BE49-F238E27FC236}">
                  <a16:creationId xmlns:a16="http://schemas.microsoft.com/office/drawing/2014/main" id="{DFD09D6B-B80C-23A1-A256-ED58A7EEA621}"/>
                </a:ext>
              </a:extLst>
            </p:cNvPr>
            <p:cNvSpPr/>
            <p:nvPr/>
          </p:nvSpPr>
          <p:spPr>
            <a:xfrm>
              <a:off x="2319304" y="3166967"/>
              <a:ext cx="224715" cy="117585"/>
            </a:xfrm>
            <a:custGeom>
              <a:avLst/>
              <a:gdLst/>
              <a:ahLst/>
              <a:cxnLst/>
              <a:rect l="l" t="t" r="r" b="b"/>
              <a:pathLst>
                <a:path w="224715" h="117585" extrusionOk="0">
                  <a:moveTo>
                    <a:pt x="427" y="0"/>
                  </a:moveTo>
                  <a:cubicBezTo>
                    <a:pt x="3943" y="22574"/>
                    <a:pt x="22000" y="28575"/>
                    <a:pt x="40533" y="40291"/>
                  </a:cubicBezTo>
                  <a:cubicBezTo>
                    <a:pt x="66953" y="56769"/>
                    <a:pt x="90332" y="80582"/>
                    <a:pt x="117893" y="94583"/>
                  </a:cubicBezTo>
                  <a:cubicBezTo>
                    <a:pt x="143364" y="107442"/>
                    <a:pt x="206849" y="120301"/>
                    <a:pt x="224716" y="87630"/>
                  </a:cubicBezTo>
                  <a:cubicBezTo>
                    <a:pt x="215212" y="131731"/>
                    <a:pt x="143269" y="117920"/>
                    <a:pt x="115993" y="104013"/>
                  </a:cubicBezTo>
                  <a:cubicBezTo>
                    <a:pt x="88717" y="90107"/>
                    <a:pt x="65908" y="66866"/>
                    <a:pt x="39962" y="50673"/>
                  </a:cubicBezTo>
                  <a:cubicBezTo>
                    <a:pt x="20955" y="39053"/>
                    <a:pt x="2993" y="33052"/>
                    <a:pt x="142" y="9525"/>
                  </a:cubicBezTo>
                  <a:cubicBezTo>
                    <a:pt x="-117" y="6353"/>
                    <a:pt x="-21" y="3153"/>
                    <a:pt x="42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 name="Google Shape;748;p18">
              <a:extLst>
                <a:ext uri="{FF2B5EF4-FFF2-40B4-BE49-F238E27FC236}">
                  <a16:creationId xmlns:a16="http://schemas.microsoft.com/office/drawing/2014/main" id="{D40FCF43-277A-5844-9EE3-11A2FA45CD67}"/>
                </a:ext>
              </a:extLst>
            </p:cNvPr>
            <p:cNvSpPr/>
            <p:nvPr/>
          </p:nvSpPr>
          <p:spPr>
            <a:xfrm>
              <a:off x="2550431" y="3021675"/>
              <a:ext cx="225586" cy="168802"/>
            </a:xfrm>
            <a:custGeom>
              <a:avLst/>
              <a:gdLst/>
              <a:ahLst/>
              <a:cxnLst/>
              <a:rect l="l" t="t" r="r" b="b"/>
              <a:pathLst>
                <a:path w="225586" h="168802" extrusionOk="0">
                  <a:moveTo>
                    <a:pt x="21626" y="130"/>
                  </a:moveTo>
                  <a:cubicBezTo>
                    <a:pt x="48617" y="22228"/>
                    <a:pt x="96040" y="-1965"/>
                    <a:pt x="97656" y="130"/>
                  </a:cubicBezTo>
                  <a:cubicBezTo>
                    <a:pt x="125867" y="28715"/>
                    <a:pt x="155661" y="55680"/>
                    <a:pt x="186897" y="80902"/>
                  </a:cubicBezTo>
                  <a:cubicBezTo>
                    <a:pt x="203813" y="94237"/>
                    <a:pt x="230139" y="111954"/>
                    <a:pt x="224912" y="137576"/>
                  </a:cubicBezTo>
                  <a:cubicBezTo>
                    <a:pt x="216358" y="183296"/>
                    <a:pt x="143369" y="169199"/>
                    <a:pt x="115808" y="155197"/>
                  </a:cubicBezTo>
                  <a:cubicBezTo>
                    <a:pt x="88247" y="141196"/>
                    <a:pt x="65723" y="118050"/>
                    <a:pt x="39778" y="101857"/>
                  </a:cubicBezTo>
                  <a:cubicBezTo>
                    <a:pt x="20770" y="90237"/>
                    <a:pt x="2903" y="84236"/>
                    <a:pt x="52" y="60709"/>
                  </a:cubicBezTo>
                  <a:cubicBezTo>
                    <a:pt x="-1088" y="46517"/>
                    <a:pt x="16779" y="-441"/>
                    <a:pt x="21626" y="13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 name="Google Shape;749;p18">
              <a:extLst>
                <a:ext uri="{FF2B5EF4-FFF2-40B4-BE49-F238E27FC236}">
                  <a16:creationId xmlns:a16="http://schemas.microsoft.com/office/drawing/2014/main" id="{A953A9F4-76F8-48C7-52E7-30A0D8EDE143}"/>
                </a:ext>
              </a:extLst>
            </p:cNvPr>
            <p:cNvSpPr/>
            <p:nvPr/>
          </p:nvSpPr>
          <p:spPr>
            <a:xfrm>
              <a:off x="2551534" y="3076575"/>
              <a:ext cx="224758" cy="117584"/>
            </a:xfrm>
            <a:custGeom>
              <a:avLst/>
              <a:gdLst/>
              <a:ahLst/>
              <a:cxnLst/>
              <a:rect l="l" t="t" r="r" b="b"/>
              <a:pathLst>
                <a:path w="224758" h="117584" extrusionOk="0">
                  <a:moveTo>
                    <a:pt x="375" y="0"/>
                  </a:moveTo>
                  <a:cubicBezTo>
                    <a:pt x="3986" y="22574"/>
                    <a:pt x="22043" y="28575"/>
                    <a:pt x="40481" y="40291"/>
                  </a:cubicBezTo>
                  <a:cubicBezTo>
                    <a:pt x="66996" y="56769"/>
                    <a:pt x="90375" y="80581"/>
                    <a:pt x="117841" y="94583"/>
                  </a:cubicBezTo>
                  <a:cubicBezTo>
                    <a:pt x="143312" y="107442"/>
                    <a:pt x="206892" y="120301"/>
                    <a:pt x="224759" y="87630"/>
                  </a:cubicBezTo>
                  <a:cubicBezTo>
                    <a:pt x="215255" y="131731"/>
                    <a:pt x="143217" y="117920"/>
                    <a:pt x="115941" y="104013"/>
                  </a:cubicBezTo>
                  <a:cubicBezTo>
                    <a:pt x="88665" y="90106"/>
                    <a:pt x="65951" y="66865"/>
                    <a:pt x="39910" y="50673"/>
                  </a:cubicBezTo>
                  <a:cubicBezTo>
                    <a:pt x="21378" y="39053"/>
                    <a:pt x="3036" y="33052"/>
                    <a:pt x="185" y="9525"/>
                  </a:cubicBezTo>
                  <a:cubicBezTo>
                    <a:pt x="-114" y="6353"/>
                    <a:pt x="-50" y="3153"/>
                    <a:pt x="37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750;p18">
              <a:extLst>
                <a:ext uri="{FF2B5EF4-FFF2-40B4-BE49-F238E27FC236}">
                  <a16:creationId xmlns:a16="http://schemas.microsoft.com/office/drawing/2014/main" id="{6A094340-FC3B-27D3-FB98-6650ACE021D6}"/>
                </a:ext>
              </a:extLst>
            </p:cNvPr>
            <p:cNvSpPr/>
            <p:nvPr/>
          </p:nvSpPr>
          <p:spPr>
            <a:xfrm>
              <a:off x="2330724" y="2010537"/>
              <a:ext cx="387976" cy="1115665"/>
            </a:xfrm>
            <a:custGeom>
              <a:avLst/>
              <a:gdLst/>
              <a:ahLst/>
              <a:cxnLst/>
              <a:rect l="l" t="t" r="r" b="b"/>
              <a:pathLst>
                <a:path w="387976" h="1115665" extrusionOk="0">
                  <a:moveTo>
                    <a:pt x="4689" y="96964"/>
                  </a:moveTo>
                  <a:cubicBezTo>
                    <a:pt x="6019" y="138017"/>
                    <a:pt x="18754" y="316039"/>
                    <a:pt x="24456" y="410623"/>
                  </a:cubicBezTo>
                  <a:cubicBezTo>
                    <a:pt x="30159" y="505206"/>
                    <a:pt x="31489" y="620173"/>
                    <a:pt x="31489" y="620173"/>
                  </a:cubicBezTo>
                  <a:cubicBezTo>
                    <a:pt x="31489" y="620173"/>
                    <a:pt x="15238" y="688943"/>
                    <a:pt x="4689" y="769715"/>
                  </a:cubicBezTo>
                  <a:cubicBezTo>
                    <a:pt x="-5861" y="850487"/>
                    <a:pt x="4689" y="1105472"/>
                    <a:pt x="4689" y="1105472"/>
                  </a:cubicBezTo>
                  <a:cubicBezTo>
                    <a:pt x="25827" y="1119064"/>
                    <a:pt x="52928" y="1119064"/>
                    <a:pt x="74066" y="1105472"/>
                  </a:cubicBezTo>
                  <a:cubicBezTo>
                    <a:pt x="74066" y="1105472"/>
                    <a:pt x="117403" y="901446"/>
                    <a:pt x="137456" y="809530"/>
                  </a:cubicBezTo>
                  <a:cubicBezTo>
                    <a:pt x="157509" y="717614"/>
                    <a:pt x="161026" y="664559"/>
                    <a:pt x="171480" y="607600"/>
                  </a:cubicBezTo>
                  <a:cubicBezTo>
                    <a:pt x="184025" y="538639"/>
                    <a:pt x="211206" y="217075"/>
                    <a:pt x="211206" y="217075"/>
                  </a:cubicBezTo>
                  <a:lnTo>
                    <a:pt x="222040" y="217742"/>
                  </a:lnTo>
                  <a:lnTo>
                    <a:pt x="250551" y="580930"/>
                  </a:lnTo>
                  <a:cubicBezTo>
                    <a:pt x="241642" y="607685"/>
                    <a:pt x="235526" y="635299"/>
                    <a:pt x="232304" y="663321"/>
                  </a:cubicBezTo>
                  <a:cubicBezTo>
                    <a:pt x="224416" y="722471"/>
                    <a:pt x="240573" y="1020127"/>
                    <a:pt x="240573" y="1020127"/>
                  </a:cubicBezTo>
                  <a:cubicBezTo>
                    <a:pt x="264164" y="1033272"/>
                    <a:pt x="293106" y="1032091"/>
                    <a:pt x="315557" y="1017079"/>
                  </a:cubicBezTo>
                  <a:cubicBezTo>
                    <a:pt x="315557" y="1017079"/>
                    <a:pt x="387976" y="622840"/>
                    <a:pt x="387976" y="562832"/>
                  </a:cubicBezTo>
                  <a:cubicBezTo>
                    <a:pt x="387976" y="523208"/>
                    <a:pt x="381229" y="0"/>
                    <a:pt x="381229"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 name="Google Shape;751;p18">
              <a:extLst>
                <a:ext uri="{FF2B5EF4-FFF2-40B4-BE49-F238E27FC236}">
                  <a16:creationId xmlns:a16="http://schemas.microsoft.com/office/drawing/2014/main" id="{1B452D51-1129-151B-1F67-EFEB1DB922D7}"/>
                </a:ext>
              </a:extLst>
            </p:cNvPr>
            <p:cNvSpPr/>
            <p:nvPr/>
          </p:nvSpPr>
          <p:spPr>
            <a:xfrm>
              <a:off x="2382705" y="1314450"/>
              <a:ext cx="248692" cy="242377"/>
            </a:xfrm>
            <a:custGeom>
              <a:avLst/>
              <a:gdLst/>
              <a:ahLst/>
              <a:cxnLst/>
              <a:rect l="l" t="t" r="r" b="b"/>
              <a:pathLst>
                <a:path w="248692" h="242377" extrusionOk="0">
                  <a:moveTo>
                    <a:pt x="50881" y="0"/>
                  </a:moveTo>
                  <a:cubicBezTo>
                    <a:pt x="50881" y="0"/>
                    <a:pt x="55538" y="89440"/>
                    <a:pt x="53542" y="97346"/>
                  </a:cubicBezTo>
                  <a:cubicBezTo>
                    <a:pt x="51546" y="105251"/>
                    <a:pt x="12486" y="131540"/>
                    <a:pt x="1176" y="140970"/>
                  </a:cubicBezTo>
                  <a:cubicBezTo>
                    <a:pt x="-10133" y="150400"/>
                    <a:pt x="62951" y="222599"/>
                    <a:pt x="98400" y="238887"/>
                  </a:cubicBezTo>
                  <a:cubicBezTo>
                    <a:pt x="133849" y="255175"/>
                    <a:pt x="246564" y="212217"/>
                    <a:pt x="248560" y="156782"/>
                  </a:cubicBezTo>
                  <a:cubicBezTo>
                    <a:pt x="250556" y="101346"/>
                    <a:pt x="229552" y="54769"/>
                    <a:pt x="211970" y="52006"/>
                  </a:cubicBezTo>
                  <a:cubicBezTo>
                    <a:pt x="194388" y="49244"/>
                    <a:pt x="50881" y="0"/>
                    <a:pt x="50881"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752;p18">
              <a:extLst>
                <a:ext uri="{FF2B5EF4-FFF2-40B4-BE49-F238E27FC236}">
                  <a16:creationId xmlns:a16="http://schemas.microsoft.com/office/drawing/2014/main" id="{2EDE619D-6528-8818-99BE-DCA8A1B9EFDF}"/>
                </a:ext>
              </a:extLst>
            </p:cNvPr>
            <p:cNvSpPr/>
            <p:nvPr/>
          </p:nvSpPr>
          <p:spPr>
            <a:xfrm>
              <a:off x="2671394" y="1371981"/>
              <a:ext cx="353519" cy="695039"/>
            </a:xfrm>
            <a:custGeom>
              <a:avLst/>
              <a:gdLst/>
              <a:ahLst/>
              <a:cxnLst/>
              <a:rect l="l" t="t" r="r" b="b"/>
              <a:pathLst>
                <a:path w="353519" h="695039" extrusionOk="0">
                  <a:moveTo>
                    <a:pt x="6725" y="108394"/>
                  </a:moveTo>
                  <a:cubicBezTo>
                    <a:pt x="11952" y="68961"/>
                    <a:pt x="-13993" y="31432"/>
                    <a:pt x="11192" y="0"/>
                  </a:cubicBezTo>
                  <a:cubicBezTo>
                    <a:pt x="99292" y="86582"/>
                    <a:pt x="88077" y="315754"/>
                    <a:pt x="108130" y="462344"/>
                  </a:cubicBezTo>
                  <a:cubicBezTo>
                    <a:pt x="173516" y="530924"/>
                    <a:pt x="305049" y="598456"/>
                    <a:pt x="342114" y="614744"/>
                  </a:cubicBezTo>
                  <a:cubicBezTo>
                    <a:pt x="348861" y="617791"/>
                    <a:pt x="354659" y="621030"/>
                    <a:pt x="353328" y="628364"/>
                  </a:cubicBezTo>
                  <a:cubicBezTo>
                    <a:pt x="348006" y="656939"/>
                    <a:pt x="339738" y="667798"/>
                    <a:pt x="322726" y="695039"/>
                  </a:cubicBezTo>
                  <a:cubicBezTo>
                    <a:pt x="235671" y="657415"/>
                    <a:pt x="172946" y="635794"/>
                    <a:pt x="64223" y="532257"/>
                  </a:cubicBezTo>
                  <a:cubicBezTo>
                    <a:pt x="53909" y="521094"/>
                    <a:pt x="44680" y="508978"/>
                    <a:pt x="36662" y="496062"/>
                  </a:cubicBezTo>
                  <a:cubicBezTo>
                    <a:pt x="5584" y="403479"/>
                    <a:pt x="-2209" y="176498"/>
                    <a:pt x="6725" y="108394"/>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753;p18">
              <a:extLst>
                <a:ext uri="{FF2B5EF4-FFF2-40B4-BE49-F238E27FC236}">
                  <a16:creationId xmlns:a16="http://schemas.microsoft.com/office/drawing/2014/main" id="{744484D6-5939-F21D-AE48-040749BE839A}"/>
                </a:ext>
              </a:extLst>
            </p:cNvPr>
            <p:cNvSpPr/>
            <p:nvPr/>
          </p:nvSpPr>
          <p:spPr>
            <a:xfrm>
              <a:off x="2315965" y="1348763"/>
              <a:ext cx="403432" cy="814679"/>
            </a:xfrm>
            <a:custGeom>
              <a:avLst/>
              <a:gdLst/>
              <a:ahLst/>
              <a:cxnLst/>
              <a:rect l="l" t="t" r="r" b="b"/>
              <a:pathLst>
                <a:path w="403432" h="814679" extrusionOk="0">
                  <a:moveTo>
                    <a:pt x="107642" y="78462"/>
                  </a:moveTo>
                  <a:cubicBezTo>
                    <a:pt x="107642" y="78462"/>
                    <a:pt x="172458" y="175236"/>
                    <a:pt x="262839" y="184761"/>
                  </a:cubicBezTo>
                  <a:cubicBezTo>
                    <a:pt x="291351" y="156186"/>
                    <a:pt x="293917" y="56364"/>
                    <a:pt x="254476" y="24360"/>
                  </a:cubicBezTo>
                  <a:cubicBezTo>
                    <a:pt x="254476" y="24360"/>
                    <a:pt x="290780" y="-4977"/>
                    <a:pt x="315585" y="738"/>
                  </a:cubicBezTo>
                  <a:cubicBezTo>
                    <a:pt x="342222" y="16921"/>
                    <a:pt x="362057" y="42286"/>
                    <a:pt x="371373" y="72081"/>
                  </a:cubicBezTo>
                  <a:cubicBezTo>
                    <a:pt x="394367" y="138651"/>
                    <a:pt x="405154" y="208831"/>
                    <a:pt x="403210" y="279249"/>
                  </a:cubicBezTo>
                  <a:cubicBezTo>
                    <a:pt x="401690" y="374499"/>
                    <a:pt x="403210" y="664250"/>
                    <a:pt x="403210" y="664250"/>
                  </a:cubicBezTo>
                  <a:cubicBezTo>
                    <a:pt x="403210" y="664250"/>
                    <a:pt x="390570" y="725591"/>
                    <a:pt x="308838" y="771216"/>
                  </a:cubicBezTo>
                  <a:cubicBezTo>
                    <a:pt x="227105" y="816840"/>
                    <a:pt x="166281" y="821317"/>
                    <a:pt x="110874" y="808363"/>
                  </a:cubicBezTo>
                  <a:cubicBezTo>
                    <a:pt x="65065" y="797695"/>
                    <a:pt x="27240" y="781503"/>
                    <a:pt x="11559" y="748260"/>
                  </a:cubicBezTo>
                  <a:cubicBezTo>
                    <a:pt x="15646" y="681585"/>
                    <a:pt x="45298" y="508040"/>
                    <a:pt x="34178" y="424410"/>
                  </a:cubicBezTo>
                  <a:cubicBezTo>
                    <a:pt x="23059" y="340781"/>
                    <a:pt x="5667" y="278202"/>
                    <a:pt x="915" y="210574"/>
                  </a:cubicBezTo>
                  <a:cubicBezTo>
                    <a:pt x="-3837" y="142947"/>
                    <a:pt x="9848" y="143899"/>
                    <a:pt x="43682" y="120182"/>
                  </a:cubicBezTo>
                  <a:cubicBezTo>
                    <a:pt x="63986" y="104770"/>
                    <a:pt x="85361" y="90826"/>
                    <a:pt x="107642" y="78462"/>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754;p18">
              <a:extLst>
                <a:ext uri="{FF2B5EF4-FFF2-40B4-BE49-F238E27FC236}">
                  <a16:creationId xmlns:a16="http://schemas.microsoft.com/office/drawing/2014/main" id="{D8B4CC5D-0A5B-B3AC-C543-A11F40B40948}"/>
                </a:ext>
              </a:extLst>
            </p:cNvPr>
            <p:cNvSpPr/>
            <p:nvPr/>
          </p:nvSpPr>
          <p:spPr>
            <a:xfrm>
              <a:off x="2373403" y="1062776"/>
              <a:ext cx="268166" cy="327122"/>
            </a:xfrm>
            <a:custGeom>
              <a:avLst/>
              <a:gdLst/>
              <a:ahLst/>
              <a:cxnLst/>
              <a:rect l="l" t="t" r="r" b="b"/>
              <a:pathLst>
                <a:path w="268166" h="327122" extrusionOk="0">
                  <a:moveTo>
                    <a:pt x="262234" y="118324"/>
                  </a:moveTo>
                  <a:lnTo>
                    <a:pt x="262234" y="118324"/>
                  </a:lnTo>
                  <a:cubicBezTo>
                    <a:pt x="251590" y="48886"/>
                    <a:pt x="201695" y="-3787"/>
                    <a:pt x="130227" y="214"/>
                  </a:cubicBezTo>
                  <a:cubicBezTo>
                    <a:pt x="54204" y="4462"/>
                    <a:pt x="-3996" y="69658"/>
                    <a:pt x="215" y="145851"/>
                  </a:cubicBezTo>
                  <a:cubicBezTo>
                    <a:pt x="2583" y="188590"/>
                    <a:pt x="24775" y="227747"/>
                    <a:pt x="60184" y="251674"/>
                  </a:cubicBezTo>
                  <a:cubicBezTo>
                    <a:pt x="62685" y="262208"/>
                    <a:pt x="66417" y="272400"/>
                    <a:pt x="71303" y="282058"/>
                  </a:cubicBezTo>
                  <a:cubicBezTo>
                    <a:pt x="96488" y="311681"/>
                    <a:pt x="172994" y="329683"/>
                    <a:pt x="194852" y="326826"/>
                  </a:cubicBezTo>
                  <a:cubicBezTo>
                    <a:pt x="223364" y="322825"/>
                    <a:pt x="238380" y="311014"/>
                    <a:pt x="251875" y="280153"/>
                  </a:cubicBezTo>
                  <a:cubicBezTo>
                    <a:pt x="275540" y="225385"/>
                    <a:pt x="268127" y="152518"/>
                    <a:pt x="262234" y="118324"/>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755;p18">
              <a:extLst>
                <a:ext uri="{FF2B5EF4-FFF2-40B4-BE49-F238E27FC236}">
                  <a16:creationId xmlns:a16="http://schemas.microsoft.com/office/drawing/2014/main" id="{4DB7C58E-FF8F-E4D8-D89B-086F5ABC05FD}"/>
                </a:ext>
              </a:extLst>
            </p:cNvPr>
            <p:cNvSpPr/>
            <p:nvPr/>
          </p:nvSpPr>
          <p:spPr>
            <a:xfrm>
              <a:off x="2348404" y="1033740"/>
              <a:ext cx="282986" cy="280709"/>
            </a:xfrm>
            <a:custGeom>
              <a:avLst/>
              <a:gdLst/>
              <a:ahLst/>
              <a:cxnLst/>
              <a:rect l="l" t="t" r="r" b="b"/>
              <a:pathLst>
                <a:path w="282986" h="280709" extrusionOk="0">
                  <a:moveTo>
                    <a:pt x="85182" y="280709"/>
                  </a:moveTo>
                  <a:lnTo>
                    <a:pt x="85182" y="280709"/>
                  </a:lnTo>
                  <a:lnTo>
                    <a:pt x="91740" y="220130"/>
                  </a:lnTo>
                  <a:cubicBezTo>
                    <a:pt x="91740" y="220130"/>
                    <a:pt x="41940" y="91733"/>
                    <a:pt x="159122" y="116403"/>
                  </a:cubicBezTo>
                  <a:cubicBezTo>
                    <a:pt x="236102" y="132595"/>
                    <a:pt x="255490" y="139644"/>
                    <a:pt x="278964" y="87828"/>
                  </a:cubicBezTo>
                  <a:cubicBezTo>
                    <a:pt x="302439" y="36012"/>
                    <a:pt x="219661" y="-10565"/>
                    <a:pt x="121487" y="2103"/>
                  </a:cubicBezTo>
                  <a:cubicBezTo>
                    <a:pt x="51379" y="9511"/>
                    <a:pt x="-1397" y="69481"/>
                    <a:pt x="28" y="140120"/>
                  </a:cubicBezTo>
                  <a:cubicBezTo>
                    <a:pt x="2594" y="178506"/>
                    <a:pt x="12763" y="255658"/>
                    <a:pt x="85182" y="280709"/>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756;p18">
              <a:extLst>
                <a:ext uri="{FF2B5EF4-FFF2-40B4-BE49-F238E27FC236}">
                  <a16:creationId xmlns:a16="http://schemas.microsoft.com/office/drawing/2014/main" id="{773B3BA2-C717-9C3F-BB84-1DFE7C8ED09F}"/>
                </a:ext>
              </a:extLst>
            </p:cNvPr>
            <p:cNvSpPr/>
            <p:nvPr/>
          </p:nvSpPr>
          <p:spPr>
            <a:xfrm>
              <a:off x="2295460" y="1509426"/>
              <a:ext cx="362138" cy="623316"/>
            </a:xfrm>
            <a:custGeom>
              <a:avLst/>
              <a:gdLst/>
              <a:ahLst/>
              <a:cxnLst/>
              <a:rect l="l" t="t" r="r" b="b"/>
              <a:pathLst>
                <a:path w="362138" h="623316" extrusionOk="0">
                  <a:moveTo>
                    <a:pt x="1462" y="9525"/>
                  </a:moveTo>
                  <a:cubicBezTo>
                    <a:pt x="35295" y="0"/>
                    <a:pt x="9540" y="7906"/>
                    <a:pt x="35295" y="0"/>
                  </a:cubicBezTo>
                  <a:cubicBezTo>
                    <a:pt x="123395" y="86678"/>
                    <a:pt x="112466" y="235077"/>
                    <a:pt x="132424" y="381762"/>
                  </a:cubicBezTo>
                  <a:cubicBezTo>
                    <a:pt x="181083" y="462343"/>
                    <a:pt x="361655" y="571595"/>
                    <a:pt x="361655" y="571595"/>
                  </a:cubicBezTo>
                  <a:cubicBezTo>
                    <a:pt x="363936" y="587216"/>
                    <a:pt x="358424" y="591788"/>
                    <a:pt x="338941" y="623316"/>
                  </a:cubicBezTo>
                  <a:cubicBezTo>
                    <a:pt x="251982" y="585692"/>
                    <a:pt x="179088" y="553212"/>
                    <a:pt x="70364" y="449771"/>
                  </a:cubicBezTo>
                  <a:cubicBezTo>
                    <a:pt x="66088" y="445675"/>
                    <a:pt x="59815" y="444627"/>
                    <a:pt x="58009" y="439007"/>
                  </a:cubicBezTo>
                  <a:cubicBezTo>
                    <a:pt x="26932" y="345376"/>
                    <a:pt x="-7567" y="77724"/>
                    <a:pt x="1462" y="9525"/>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757;p18">
              <a:extLst>
                <a:ext uri="{FF2B5EF4-FFF2-40B4-BE49-F238E27FC236}">
                  <a16:creationId xmlns:a16="http://schemas.microsoft.com/office/drawing/2014/main" id="{894B84ED-2A30-D596-32D7-32AE80586F65}"/>
                </a:ext>
              </a:extLst>
            </p:cNvPr>
            <p:cNvSpPr/>
            <p:nvPr/>
          </p:nvSpPr>
          <p:spPr>
            <a:xfrm>
              <a:off x="2681160" y="1699641"/>
              <a:ext cx="419212" cy="565118"/>
            </a:xfrm>
            <a:custGeom>
              <a:avLst/>
              <a:gdLst/>
              <a:ahLst/>
              <a:cxnLst/>
              <a:rect l="l" t="t" r="r" b="b"/>
              <a:pathLst>
                <a:path w="419212" h="565118" extrusionOk="0">
                  <a:moveTo>
                    <a:pt x="419212" y="0"/>
                  </a:moveTo>
                  <a:lnTo>
                    <a:pt x="287965" y="449771"/>
                  </a:lnTo>
                  <a:lnTo>
                    <a:pt x="0" y="565118"/>
                  </a:lnTo>
                  <a:lnTo>
                    <a:pt x="105017" y="126968"/>
                  </a:lnTo>
                  <a:lnTo>
                    <a:pt x="419212"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758;p18">
              <a:extLst>
                <a:ext uri="{FF2B5EF4-FFF2-40B4-BE49-F238E27FC236}">
                  <a16:creationId xmlns:a16="http://schemas.microsoft.com/office/drawing/2014/main" id="{F70C31EA-5AFF-E4BF-7635-B7BAD7618E25}"/>
                </a:ext>
              </a:extLst>
            </p:cNvPr>
            <p:cNvSpPr/>
            <p:nvPr/>
          </p:nvSpPr>
          <p:spPr>
            <a:xfrm>
              <a:off x="2608827" y="2053875"/>
              <a:ext cx="212446" cy="104783"/>
            </a:xfrm>
            <a:custGeom>
              <a:avLst/>
              <a:gdLst/>
              <a:ahLst/>
              <a:cxnLst/>
              <a:rect l="l" t="t" r="r" b="b"/>
              <a:pathLst>
                <a:path w="212446" h="104783" extrusionOk="0">
                  <a:moveTo>
                    <a:pt x="2861" y="30194"/>
                  </a:moveTo>
                  <a:cubicBezTo>
                    <a:pt x="7137" y="14859"/>
                    <a:pt x="18257" y="18669"/>
                    <a:pt x="30707" y="22479"/>
                  </a:cubicBezTo>
                  <a:cubicBezTo>
                    <a:pt x="44209" y="27956"/>
                    <a:pt x="59041" y="29251"/>
                    <a:pt x="73284" y="26194"/>
                  </a:cubicBezTo>
                  <a:cubicBezTo>
                    <a:pt x="85164" y="22479"/>
                    <a:pt x="93717" y="12287"/>
                    <a:pt x="103791" y="5525"/>
                  </a:cubicBezTo>
                  <a:cubicBezTo>
                    <a:pt x="109552" y="2086"/>
                    <a:pt x="116096" y="181"/>
                    <a:pt x="122799" y="0"/>
                  </a:cubicBezTo>
                  <a:cubicBezTo>
                    <a:pt x="122228" y="3905"/>
                    <a:pt x="116241" y="26765"/>
                    <a:pt x="116241" y="26765"/>
                  </a:cubicBezTo>
                  <a:cubicBezTo>
                    <a:pt x="116241" y="26765"/>
                    <a:pt x="179346" y="27432"/>
                    <a:pt x="185809" y="26098"/>
                  </a:cubicBezTo>
                  <a:cubicBezTo>
                    <a:pt x="191634" y="25308"/>
                    <a:pt x="196997" y="29394"/>
                    <a:pt x="197789" y="35233"/>
                  </a:cubicBezTo>
                  <a:cubicBezTo>
                    <a:pt x="198199" y="38252"/>
                    <a:pt x="197297" y="41310"/>
                    <a:pt x="195312" y="43625"/>
                  </a:cubicBezTo>
                  <a:lnTo>
                    <a:pt x="199589" y="42958"/>
                  </a:lnTo>
                  <a:cubicBezTo>
                    <a:pt x="212514" y="40100"/>
                    <a:pt x="218027" y="59912"/>
                    <a:pt x="205006" y="62865"/>
                  </a:cubicBezTo>
                  <a:cubicBezTo>
                    <a:pt x="201585" y="63627"/>
                    <a:pt x="198069" y="64008"/>
                    <a:pt x="194457" y="64484"/>
                  </a:cubicBezTo>
                  <a:cubicBezTo>
                    <a:pt x="202915" y="67723"/>
                    <a:pt x="205006" y="81725"/>
                    <a:pt x="194457" y="83534"/>
                  </a:cubicBezTo>
                  <a:lnTo>
                    <a:pt x="191226" y="84106"/>
                  </a:lnTo>
                  <a:cubicBezTo>
                    <a:pt x="189741" y="84668"/>
                    <a:pt x="188151" y="84896"/>
                    <a:pt x="186569" y="84772"/>
                  </a:cubicBezTo>
                  <a:lnTo>
                    <a:pt x="184573" y="84772"/>
                  </a:lnTo>
                  <a:cubicBezTo>
                    <a:pt x="185790" y="90916"/>
                    <a:pt x="181809" y="96879"/>
                    <a:pt x="175683" y="98098"/>
                  </a:cubicBezTo>
                  <a:cubicBezTo>
                    <a:pt x="175480" y="98136"/>
                    <a:pt x="175275" y="98174"/>
                    <a:pt x="175069" y="98203"/>
                  </a:cubicBezTo>
                  <a:cubicBezTo>
                    <a:pt x="144277" y="102298"/>
                    <a:pt x="99039" y="114586"/>
                    <a:pt x="71098" y="89154"/>
                  </a:cubicBezTo>
                  <a:cubicBezTo>
                    <a:pt x="51763" y="87239"/>
                    <a:pt x="32878" y="82124"/>
                    <a:pt x="15216" y="74009"/>
                  </a:cubicBezTo>
                  <a:cubicBezTo>
                    <a:pt x="-1796" y="65913"/>
                    <a:pt x="-2271" y="48577"/>
                    <a:pt x="2861" y="30194"/>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759;p18">
              <a:extLst>
                <a:ext uri="{FF2B5EF4-FFF2-40B4-BE49-F238E27FC236}">
                  <a16:creationId xmlns:a16="http://schemas.microsoft.com/office/drawing/2014/main" id="{BFE0AEBE-C0E1-201B-21EB-CD3C54EC2E47}"/>
                </a:ext>
              </a:extLst>
            </p:cNvPr>
            <p:cNvSpPr/>
            <p:nvPr/>
          </p:nvSpPr>
          <p:spPr>
            <a:xfrm>
              <a:off x="2916099" y="1987646"/>
              <a:ext cx="131568" cy="109091"/>
            </a:xfrm>
            <a:custGeom>
              <a:avLst/>
              <a:gdLst/>
              <a:ahLst/>
              <a:cxnLst/>
              <a:rect l="l" t="t" r="r" b="b"/>
              <a:pathLst>
                <a:path w="131568" h="109091" extrusionOk="0">
                  <a:moveTo>
                    <a:pt x="10639" y="59657"/>
                  </a:moveTo>
                  <a:lnTo>
                    <a:pt x="14916" y="59657"/>
                  </a:lnTo>
                  <a:cubicBezTo>
                    <a:pt x="10289" y="56028"/>
                    <a:pt x="9476" y="49322"/>
                    <a:pt x="13102" y="44683"/>
                  </a:cubicBezTo>
                  <a:cubicBezTo>
                    <a:pt x="14995" y="42255"/>
                    <a:pt x="17838" y="40778"/>
                    <a:pt x="20903" y="40607"/>
                  </a:cubicBezTo>
                  <a:cubicBezTo>
                    <a:pt x="27556" y="40607"/>
                    <a:pt x="92467" y="26986"/>
                    <a:pt x="92467" y="26986"/>
                  </a:cubicBezTo>
                  <a:lnTo>
                    <a:pt x="100260" y="221"/>
                  </a:lnTo>
                  <a:cubicBezTo>
                    <a:pt x="100260" y="-1303"/>
                    <a:pt x="111569" y="5555"/>
                    <a:pt x="111950" y="5840"/>
                  </a:cubicBezTo>
                  <a:cubicBezTo>
                    <a:pt x="123082" y="13146"/>
                    <a:pt x="130288" y="25138"/>
                    <a:pt x="131527" y="38416"/>
                  </a:cubicBezTo>
                  <a:cubicBezTo>
                    <a:pt x="132163" y="57028"/>
                    <a:pt x="125315" y="75116"/>
                    <a:pt x="112520" y="88613"/>
                  </a:cubicBezTo>
                  <a:cubicBezTo>
                    <a:pt x="100854" y="100414"/>
                    <a:pt x="85087" y="107244"/>
                    <a:pt x="68517" y="107663"/>
                  </a:cubicBezTo>
                  <a:cubicBezTo>
                    <a:pt x="60629" y="108139"/>
                    <a:pt x="53026" y="108520"/>
                    <a:pt x="46279" y="109092"/>
                  </a:cubicBezTo>
                  <a:cubicBezTo>
                    <a:pt x="40033" y="109092"/>
                    <a:pt x="34969" y="104015"/>
                    <a:pt x="34969" y="97757"/>
                  </a:cubicBezTo>
                  <a:cubicBezTo>
                    <a:pt x="34969" y="97728"/>
                    <a:pt x="34969" y="97690"/>
                    <a:pt x="34969" y="97661"/>
                  </a:cubicBezTo>
                  <a:lnTo>
                    <a:pt x="32973" y="97661"/>
                  </a:lnTo>
                  <a:cubicBezTo>
                    <a:pt x="31442" y="98023"/>
                    <a:pt x="29847" y="98023"/>
                    <a:pt x="28316" y="97661"/>
                  </a:cubicBezTo>
                  <a:lnTo>
                    <a:pt x="24990" y="97661"/>
                  </a:lnTo>
                  <a:cubicBezTo>
                    <a:pt x="13966" y="97661"/>
                    <a:pt x="13110" y="83946"/>
                    <a:pt x="20618" y="78611"/>
                  </a:cubicBezTo>
                  <a:cubicBezTo>
                    <a:pt x="17102" y="78611"/>
                    <a:pt x="13490" y="79278"/>
                    <a:pt x="9974" y="79278"/>
                  </a:cubicBezTo>
                  <a:cubicBezTo>
                    <a:pt x="-3806" y="80135"/>
                    <a:pt x="-3046" y="59561"/>
                    <a:pt x="10639" y="59657"/>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760;p18">
              <a:extLst>
                <a:ext uri="{FF2B5EF4-FFF2-40B4-BE49-F238E27FC236}">
                  <a16:creationId xmlns:a16="http://schemas.microsoft.com/office/drawing/2014/main" id="{EB5FF81D-6F75-1A2D-0403-5B09AC495C56}"/>
                </a:ext>
              </a:extLst>
            </p:cNvPr>
            <p:cNvSpPr/>
            <p:nvPr/>
          </p:nvSpPr>
          <p:spPr>
            <a:xfrm>
              <a:off x="2631550" y="1349025"/>
              <a:ext cx="130391" cy="190023"/>
            </a:xfrm>
            <a:custGeom>
              <a:avLst/>
              <a:gdLst/>
              <a:ahLst/>
              <a:cxnLst/>
              <a:rect l="l" t="t" r="r" b="b"/>
              <a:pathLst>
                <a:path w="130391" h="190023" extrusionOk="0">
                  <a:moveTo>
                    <a:pt x="83348" y="190024"/>
                  </a:moveTo>
                  <a:cubicBezTo>
                    <a:pt x="83348" y="190024"/>
                    <a:pt x="116611" y="188309"/>
                    <a:pt x="130392" y="168878"/>
                  </a:cubicBezTo>
                  <a:cubicBezTo>
                    <a:pt x="127826" y="135636"/>
                    <a:pt x="85344" y="9430"/>
                    <a:pt x="0" y="0"/>
                  </a:cubicBezTo>
                  <a:cubicBezTo>
                    <a:pt x="23264" y="16335"/>
                    <a:pt x="41713" y="38643"/>
                    <a:pt x="53411" y="64580"/>
                  </a:cubicBezTo>
                  <a:cubicBezTo>
                    <a:pt x="68902" y="102584"/>
                    <a:pt x="83348" y="190024"/>
                    <a:pt x="83348" y="190024"/>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761;p18">
              <a:extLst>
                <a:ext uri="{FF2B5EF4-FFF2-40B4-BE49-F238E27FC236}">
                  <a16:creationId xmlns:a16="http://schemas.microsoft.com/office/drawing/2014/main" id="{2AA2615A-CB54-5C77-A1A3-DF6CA0621AE4}"/>
                </a:ext>
              </a:extLst>
            </p:cNvPr>
            <p:cNvSpPr/>
            <p:nvPr/>
          </p:nvSpPr>
          <p:spPr>
            <a:xfrm>
              <a:off x="2269458" y="1478036"/>
              <a:ext cx="157611" cy="236452"/>
            </a:xfrm>
            <a:custGeom>
              <a:avLst/>
              <a:gdLst/>
              <a:ahLst/>
              <a:cxnLst/>
              <a:rect l="l" t="t" r="r" b="b"/>
              <a:pathLst>
                <a:path w="157611" h="236452" extrusionOk="0">
                  <a:moveTo>
                    <a:pt x="12067" y="227795"/>
                  </a:moveTo>
                  <a:cubicBezTo>
                    <a:pt x="12067" y="227795"/>
                    <a:pt x="97031" y="257132"/>
                    <a:pt x="156905" y="207793"/>
                  </a:cubicBezTo>
                  <a:cubicBezTo>
                    <a:pt x="163463" y="196458"/>
                    <a:pt x="122216" y="51583"/>
                    <a:pt x="122216" y="51583"/>
                  </a:cubicBezTo>
                  <a:cubicBezTo>
                    <a:pt x="122216" y="51583"/>
                    <a:pt x="86577" y="-22522"/>
                    <a:pt x="30790" y="6911"/>
                  </a:cubicBezTo>
                  <a:cubicBezTo>
                    <a:pt x="-24997" y="36343"/>
                    <a:pt x="12067" y="227795"/>
                    <a:pt x="12067" y="22779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762;p18">
              <a:extLst>
                <a:ext uri="{FF2B5EF4-FFF2-40B4-BE49-F238E27FC236}">
                  <a16:creationId xmlns:a16="http://schemas.microsoft.com/office/drawing/2014/main" id="{CD277DE4-70E5-DD1D-9174-B081495D9386}"/>
                </a:ext>
              </a:extLst>
            </p:cNvPr>
            <p:cNvSpPr/>
            <p:nvPr/>
          </p:nvSpPr>
          <p:spPr>
            <a:xfrm>
              <a:off x="3098756" y="3983831"/>
              <a:ext cx="98079" cy="56769"/>
            </a:xfrm>
            <a:custGeom>
              <a:avLst/>
              <a:gdLst/>
              <a:ahLst/>
              <a:cxnLst/>
              <a:rect l="l" t="t" r="r" b="b"/>
              <a:pathLst>
                <a:path w="98079" h="56769" extrusionOk="0">
                  <a:moveTo>
                    <a:pt x="98079" y="28385"/>
                  </a:moveTo>
                  <a:cubicBezTo>
                    <a:pt x="98079" y="44061"/>
                    <a:pt x="76123" y="56769"/>
                    <a:pt x="49040" y="56769"/>
                  </a:cubicBezTo>
                  <a:cubicBezTo>
                    <a:pt x="21956" y="56769"/>
                    <a:pt x="0" y="44061"/>
                    <a:pt x="0" y="28385"/>
                  </a:cubicBezTo>
                  <a:cubicBezTo>
                    <a:pt x="0" y="12708"/>
                    <a:pt x="21956" y="0"/>
                    <a:pt x="49040" y="0"/>
                  </a:cubicBezTo>
                  <a:cubicBezTo>
                    <a:pt x="76123" y="0"/>
                    <a:pt x="98079" y="12708"/>
                    <a:pt x="98079" y="28385"/>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763;p18">
              <a:extLst>
                <a:ext uri="{FF2B5EF4-FFF2-40B4-BE49-F238E27FC236}">
                  <a16:creationId xmlns:a16="http://schemas.microsoft.com/office/drawing/2014/main" id="{A62EB65F-E96B-A1A0-F861-5CE1A285BE28}"/>
                </a:ext>
              </a:extLst>
            </p:cNvPr>
            <p:cNvSpPr/>
            <p:nvPr/>
          </p:nvSpPr>
          <p:spPr>
            <a:xfrm>
              <a:off x="4017202" y="4508754"/>
              <a:ext cx="98079" cy="56769"/>
            </a:xfrm>
            <a:custGeom>
              <a:avLst/>
              <a:gdLst/>
              <a:ahLst/>
              <a:cxnLst/>
              <a:rect l="l" t="t" r="r" b="b"/>
              <a:pathLst>
                <a:path w="98079" h="56769" extrusionOk="0">
                  <a:moveTo>
                    <a:pt x="98079" y="28384"/>
                  </a:moveTo>
                  <a:cubicBezTo>
                    <a:pt x="98079" y="44061"/>
                    <a:pt x="76123" y="56769"/>
                    <a:pt x="49040" y="56769"/>
                  </a:cubicBezTo>
                  <a:cubicBezTo>
                    <a:pt x="21956" y="56769"/>
                    <a:pt x="0" y="44061"/>
                    <a:pt x="0" y="28384"/>
                  </a:cubicBezTo>
                  <a:cubicBezTo>
                    <a:pt x="0" y="12708"/>
                    <a:pt x="21956" y="0"/>
                    <a:pt x="49040" y="0"/>
                  </a:cubicBezTo>
                  <a:cubicBezTo>
                    <a:pt x="76123" y="0"/>
                    <a:pt x="98079" y="12708"/>
                    <a:pt x="98079" y="28384"/>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 name="Google Shape;764;p18">
              <a:extLst>
                <a:ext uri="{FF2B5EF4-FFF2-40B4-BE49-F238E27FC236}">
                  <a16:creationId xmlns:a16="http://schemas.microsoft.com/office/drawing/2014/main" id="{A82A306B-437C-05C5-4E9B-6B2F8033F47A}"/>
                </a:ext>
              </a:extLst>
            </p:cNvPr>
            <p:cNvSpPr/>
            <p:nvPr/>
          </p:nvSpPr>
          <p:spPr>
            <a:xfrm>
              <a:off x="5609182" y="3535680"/>
              <a:ext cx="98079" cy="56769"/>
            </a:xfrm>
            <a:custGeom>
              <a:avLst/>
              <a:gdLst/>
              <a:ahLst/>
              <a:cxnLst/>
              <a:rect l="l" t="t" r="r" b="b"/>
              <a:pathLst>
                <a:path w="98079" h="56769" extrusionOk="0">
                  <a:moveTo>
                    <a:pt x="98079" y="28384"/>
                  </a:moveTo>
                  <a:cubicBezTo>
                    <a:pt x="98079" y="44061"/>
                    <a:pt x="76123" y="56769"/>
                    <a:pt x="49040" y="56769"/>
                  </a:cubicBezTo>
                  <a:cubicBezTo>
                    <a:pt x="21956" y="56769"/>
                    <a:pt x="0" y="44061"/>
                    <a:pt x="0" y="28384"/>
                  </a:cubicBezTo>
                  <a:cubicBezTo>
                    <a:pt x="0" y="12708"/>
                    <a:pt x="21956" y="0"/>
                    <a:pt x="49040" y="0"/>
                  </a:cubicBezTo>
                  <a:cubicBezTo>
                    <a:pt x="76123" y="0"/>
                    <a:pt x="98079" y="12708"/>
                    <a:pt x="98079" y="28384"/>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765;p18">
              <a:extLst>
                <a:ext uri="{FF2B5EF4-FFF2-40B4-BE49-F238E27FC236}">
                  <a16:creationId xmlns:a16="http://schemas.microsoft.com/office/drawing/2014/main" id="{647A2206-237B-3F4B-5681-A15620816F7A}"/>
                </a:ext>
              </a:extLst>
            </p:cNvPr>
            <p:cNvSpPr/>
            <p:nvPr/>
          </p:nvSpPr>
          <p:spPr>
            <a:xfrm>
              <a:off x="3115863" y="3050952"/>
              <a:ext cx="67191" cy="975240"/>
            </a:xfrm>
            <a:custGeom>
              <a:avLst/>
              <a:gdLst/>
              <a:ahLst/>
              <a:cxnLst/>
              <a:rect l="l" t="t" r="r" b="b"/>
              <a:pathLst>
                <a:path w="67191" h="975240" extrusionOk="0">
                  <a:moveTo>
                    <a:pt x="0" y="0"/>
                  </a:moveTo>
                  <a:lnTo>
                    <a:pt x="0" y="955548"/>
                  </a:lnTo>
                  <a:cubicBezTo>
                    <a:pt x="447" y="961558"/>
                    <a:pt x="4068" y="966864"/>
                    <a:pt x="9504" y="969455"/>
                  </a:cubicBezTo>
                  <a:cubicBezTo>
                    <a:pt x="24643" y="977170"/>
                    <a:pt x="42549" y="977170"/>
                    <a:pt x="57688" y="969455"/>
                  </a:cubicBezTo>
                  <a:cubicBezTo>
                    <a:pt x="63105" y="966854"/>
                    <a:pt x="66726" y="961549"/>
                    <a:pt x="67192" y="955548"/>
                  </a:cubicBezTo>
                  <a:lnTo>
                    <a:pt x="67192" y="955548"/>
                  </a:lnTo>
                  <a:lnTo>
                    <a:pt x="67192" y="0"/>
                  </a:lnTo>
                  <a:close/>
                </a:path>
              </a:pathLst>
            </a:custGeom>
            <a:solidFill>
              <a:srgbClr val="C1C4D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766;p18">
              <a:extLst>
                <a:ext uri="{FF2B5EF4-FFF2-40B4-BE49-F238E27FC236}">
                  <a16:creationId xmlns:a16="http://schemas.microsoft.com/office/drawing/2014/main" id="{2B5430FD-7052-5FD8-25B2-591EB606A9B6}"/>
                </a:ext>
              </a:extLst>
            </p:cNvPr>
            <p:cNvSpPr/>
            <p:nvPr/>
          </p:nvSpPr>
          <p:spPr>
            <a:xfrm>
              <a:off x="4036495" y="3422808"/>
              <a:ext cx="59588" cy="1128783"/>
            </a:xfrm>
            <a:custGeom>
              <a:avLst/>
              <a:gdLst/>
              <a:ahLst/>
              <a:cxnLst/>
              <a:rect l="l" t="t" r="r" b="b"/>
              <a:pathLst>
                <a:path w="59588" h="1128783" extrusionOk="0">
                  <a:moveTo>
                    <a:pt x="0" y="0"/>
                  </a:moveTo>
                  <a:lnTo>
                    <a:pt x="0" y="1108996"/>
                  </a:lnTo>
                  <a:cubicBezTo>
                    <a:pt x="333" y="1114835"/>
                    <a:pt x="3583" y="1120102"/>
                    <a:pt x="8648" y="1122998"/>
                  </a:cubicBezTo>
                  <a:cubicBezTo>
                    <a:pt x="21659" y="1130713"/>
                    <a:pt x="37834" y="1130713"/>
                    <a:pt x="50845" y="1122998"/>
                  </a:cubicBezTo>
                  <a:cubicBezTo>
                    <a:pt x="55930" y="1120111"/>
                    <a:pt x="59218" y="1114844"/>
                    <a:pt x="59589" y="1108996"/>
                  </a:cubicBezTo>
                  <a:lnTo>
                    <a:pt x="59589" y="1108996"/>
                  </a:lnTo>
                  <a:lnTo>
                    <a:pt x="59589" y="0"/>
                  </a:lnTo>
                  <a:close/>
                </a:path>
              </a:pathLst>
            </a:custGeom>
            <a:solidFill>
              <a:srgbClr val="C1C4D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767;p18">
              <a:extLst>
                <a:ext uri="{FF2B5EF4-FFF2-40B4-BE49-F238E27FC236}">
                  <a16:creationId xmlns:a16="http://schemas.microsoft.com/office/drawing/2014/main" id="{790FB780-F9EB-DB56-2762-6E14F447620C}"/>
                </a:ext>
              </a:extLst>
            </p:cNvPr>
            <p:cNvSpPr/>
            <p:nvPr/>
          </p:nvSpPr>
          <p:spPr>
            <a:xfrm>
              <a:off x="5628379" y="2652522"/>
              <a:ext cx="59588" cy="923996"/>
            </a:xfrm>
            <a:custGeom>
              <a:avLst/>
              <a:gdLst/>
              <a:ahLst/>
              <a:cxnLst/>
              <a:rect l="l" t="t" r="r" b="b"/>
              <a:pathLst>
                <a:path w="59588" h="923996" extrusionOk="0">
                  <a:moveTo>
                    <a:pt x="0" y="0"/>
                  </a:moveTo>
                  <a:lnTo>
                    <a:pt x="0" y="904304"/>
                  </a:lnTo>
                  <a:cubicBezTo>
                    <a:pt x="342" y="910133"/>
                    <a:pt x="3649" y="915381"/>
                    <a:pt x="8744" y="918210"/>
                  </a:cubicBezTo>
                  <a:cubicBezTo>
                    <a:pt x="21716" y="925925"/>
                    <a:pt x="37873" y="925925"/>
                    <a:pt x="50845" y="918210"/>
                  </a:cubicBezTo>
                  <a:cubicBezTo>
                    <a:pt x="55939" y="915381"/>
                    <a:pt x="59247" y="910133"/>
                    <a:pt x="59589" y="904304"/>
                  </a:cubicBezTo>
                  <a:lnTo>
                    <a:pt x="59589" y="904304"/>
                  </a:lnTo>
                  <a:lnTo>
                    <a:pt x="59589" y="0"/>
                  </a:lnTo>
                  <a:close/>
                </a:path>
              </a:pathLst>
            </a:custGeom>
            <a:solidFill>
              <a:srgbClr val="C1C4D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768;p18">
              <a:extLst>
                <a:ext uri="{FF2B5EF4-FFF2-40B4-BE49-F238E27FC236}">
                  <a16:creationId xmlns:a16="http://schemas.microsoft.com/office/drawing/2014/main" id="{12DC3836-C678-459D-A6CF-F4BED65F8BBF}"/>
                </a:ext>
              </a:extLst>
            </p:cNvPr>
            <p:cNvSpPr/>
            <p:nvPr/>
          </p:nvSpPr>
          <p:spPr>
            <a:xfrm>
              <a:off x="3056370" y="3054762"/>
              <a:ext cx="1009872" cy="652653"/>
            </a:xfrm>
            <a:custGeom>
              <a:avLst/>
              <a:gdLst/>
              <a:ahLst/>
              <a:cxnLst/>
              <a:rect l="l" t="t" r="r" b="b"/>
              <a:pathLst>
                <a:path w="1009872" h="652653" extrusionOk="0">
                  <a:moveTo>
                    <a:pt x="1009872" y="652653"/>
                  </a:moveTo>
                  <a:lnTo>
                    <a:pt x="0" y="68294"/>
                  </a:lnTo>
                  <a:lnTo>
                    <a:pt x="0" y="0"/>
                  </a:lnTo>
                  <a:lnTo>
                    <a:pt x="1009872" y="584454"/>
                  </a:lnTo>
                  <a:lnTo>
                    <a:pt x="1009872" y="652653"/>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769;p18">
              <a:extLst>
                <a:ext uri="{FF2B5EF4-FFF2-40B4-BE49-F238E27FC236}">
                  <a16:creationId xmlns:a16="http://schemas.microsoft.com/office/drawing/2014/main" id="{A200A1FA-8D17-4B2E-C2AC-F63114482E7C}"/>
                </a:ext>
              </a:extLst>
            </p:cNvPr>
            <p:cNvSpPr/>
            <p:nvPr/>
          </p:nvSpPr>
          <p:spPr>
            <a:xfrm>
              <a:off x="3056084" y="2071592"/>
              <a:ext cx="2712855" cy="1569720"/>
            </a:xfrm>
            <a:custGeom>
              <a:avLst/>
              <a:gdLst/>
              <a:ahLst/>
              <a:cxnLst/>
              <a:rect l="l" t="t" r="r" b="b"/>
              <a:pathLst>
                <a:path w="2712855" h="1569720" extrusionOk="0">
                  <a:moveTo>
                    <a:pt x="2712856" y="584359"/>
                  </a:moveTo>
                  <a:lnTo>
                    <a:pt x="1009967" y="1569720"/>
                  </a:lnTo>
                  <a:lnTo>
                    <a:pt x="0" y="985361"/>
                  </a:lnTo>
                  <a:lnTo>
                    <a:pt x="1702889" y="0"/>
                  </a:lnTo>
                  <a:lnTo>
                    <a:pt x="2712856" y="584359"/>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770;p18">
              <a:extLst>
                <a:ext uri="{FF2B5EF4-FFF2-40B4-BE49-F238E27FC236}">
                  <a16:creationId xmlns:a16="http://schemas.microsoft.com/office/drawing/2014/main" id="{A844FDCA-B94F-57AC-39B9-752C2046D657}"/>
                </a:ext>
              </a:extLst>
            </p:cNvPr>
            <p:cNvSpPr/>
            <p:nvPr/>
          </p:nvSpPr>
          <p:spPr>
            <a:xfrm>
              <a:off x="4066242" y="2653855"/>
              <a:ext cx="1702888" cy="1053560"/>
            </a:xfrm>
            <a:custGeom>
              <a:avLst/>
              <a:gdLst/>
              <a:ahLst/>
              <a:cxnLst/>
              <a:rect l="l" t="t" r="r" b="b"/>
              <a:pathLst>
                <a:path w="1702888" h="1053560" extrusionOk="0">
                  <a:moveTo>
                    <a:pt x="1702888" y="68199"/>
                  </a:moveTo>
                  <a:lnTo>
                    <a:pt x="0" y="1053560"/>
                  </a:lnTo>
                  <a:lnTo>
                    <a:pt x="0" y="985361"/>
                  </a:lnTo>
                  <a:lnTo>
                    <a:pt x="1702888" y="0"/>
                  </a:lnTo>
                  <a:lnTo>
                    <a:pt x="1702888" y="68199"/>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771;p18">
              <a:extLst>
                <a:ext uri="{FF2B5EF4-FFF2-40B4-BE49-F238E27FC236}">
                  <a16:creationId xmlns:a16="http://schemas.microsoft.com/office/drawing/2014/main" id="{C184CDBC-A724-AF0E-D9C1-69D9AEC3604F}"/>
                </a:ext>
              </a:extLst>
            </p:cNvPr>
            <p:cNvSpPr/>
            <p:nvPr/>
          </p:nvSpPr>
          <p:spPr>
            <a:xfrm>
              <a:off x="4763535" y="2360390"/>
              <a:ext cx="519572" cy="326898"/>
            </a:xfrm>
            <a:custGeom>
              <a:avLst/>
              <a:gdLst/>
              <a:ahLst/>
              <a:cxnLst/>
              <a:rect l="l" t="t" r="r" b="b"/>
              <a:pathLst>
                <a:path w="519572" h="326898" extrusionOk="0">
                  <a:moveTo>
                    <a:pt x="519572" y="98965"/>
                  </a:moveTo>
                  <a:lnTo>
                    <a:pt x="248049" y="326898"/>
                  </a:lnTo>
                  <a:lnTo>
                    <a:pt x="0" y="227933"/>
                  </a:lnTo>
                  <a:lnTo>
                    <a:pt x="271523" y="0"/>
                  </a:lnTo>
                  <a:lnTo>
                    <a:pt x="519572" y="98965"/>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772;p18">
              <a:extLst>
                <a:ext uri="{FF2B5EF4-FFF2-40B4-BE49-F238E27FC236}">
                  <a16:creationId xmlns:a16="http://schemas.microsoft.com/office/drawing/2014/main" id="{A42DA25A-FF84-65F2-AA80-D54C1C66DCFD}"/>
                </a:ext>
              </a:extLst>
            </p:cNvPr>
            <p:cNvSpPr/>
            <p:nvPr/>
          </p:nvSpPr>
          <p:spPr>
            <a:xfrm>
              <a:off x="4668877" y="2346674"/>
              <a:ext cx="551219" cy="318992"/>
            </a:xfrm>
            <a:custGeom>
              <a:avLst/>
              <a:gdLst/>
              <a:ahLst/>
              <a:cxnLst/>
              <a:rect l="l" t="t" r="r" b="b"/>
              <a:pathLst>
                <a:path w="551219" h="318992" extrusionOk="0">
                  <a:moveTo>
                    <a:pt x="551220" y="123254"/>
                  </a:moveTo>
                  <a:lnTo>
                    <a:pt x="212980" y="318992"/>
                  </a:lnTo>
                  <a:lnTo>
                    <a:pt x="0" y="195739"/>
                  </a:lnTo>
                  <a:lnTo>
                    <a:pt x="338240" y="0"/>
                  </a:lnTo>
                  <a:lnTo>
                    <a:pt x="551220" y="123254"/>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773;p18">
              <a:extLst>
                <a:ext uri="{FF2B5EF4-FFF2-40B4-BE49-F238E27FC236}">
                  <a16:creationId xmlns:a16="http://schemas.microsoft.com/office/drawing/2014/main" id="{D45DB52C-9967-A4A1-9E76-1912333DC070}"/>
                </a:ext>
              </a:extLst>
            </p:cNvPr>
            <p:cNvSpPr/>
            <p:nvPr/>
          </p:nvSpPr>
          <p:spPr>
            <a:xfrm>
              <a:off x="4743291" y="2531554"/>
              <a:ext cx="161184" cy="93249"/>
            </a:xfrm>
            <a:custGeom>
              <a:avLst/>
              <a:gdLst/>
              <a:ahLst/>
              <a:cxnLst/>
              <a:rect l="l" t="t" r="r" b="b"/>
              <a:pathLst>
                <a:path w="161184" h="93249" extrusionOk="0">
                  <a:moveTo>
                    <a:pt x="161184" y="81248"/>
                  </a:moveTo>
                  <a:lnTo>
                    <a:pt x="140466" y="93250"/>
                  </a:lnTo>
                  <a:lnTo>
                    <a:pt x="0" y="12001"/>
                  </a:lnTo>
                  <a:lnTo>
                    <a:pt x="20718" y="0"/>
                  </a:lnTo>
                  <a:lnTo>
                    <a:pt x="161184" y="81248"/>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774;p18">
              <a:extLst>
                <a:ext uri="{FF2B5EF4-FFF2-40B4-BE49-F238E27FC236}">
                  <a16:creationId xmlns:a16="http://schemas.microsoft.com/office/drawing/2014/main" id="{D3E24F11-1EC7-3AF0-29A1-5D2382CF6F56}"/>
                </a:ext>
              </a:extLst>
            </p:cNvPr>
            <p:cNvSpPr/>
            <p:nvPr/>
          </p:nvSpPr>
          <p:spPr>
            <a:xfrm>
              <a:off x="4789955" y="2504598"/>
              <a:ext cx="161089" cy="93249"/>
            </a:xfrm>
            <a:custGeom>
              <a:avLst/>
              <a:gdLst/>
              <a:ahLst/>
              <a:cxnLst/>
              <a:rect l="l" t="t" r="r" b="b"/>
              <a:pathLst>
                <a:path w="161089" h="93249" extrusionOk="0">
                  <a:moveTo>
                    <a:pt x="161089" y="81248"/>
                  </a:moveTo>
                  <a:lnTo>
                    <a:pt x="140371" y="93250"/>
                  </a:lnTo>
                  <a:lnTo>
                    <a:pt x="0" y="12002"/>
                  </a:lnTo>
                  <a:lnTo>
                    <a:pt x="20718" y="0"/>
                  </a:lnTo>
                  <a:lnTo>
                    <a:pt x="161089" y="81248"/>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775;p18">
              <a:extLst>
                <a:ext uri="{FF2B5EF4-FFF2-40B4-BE49-F238E27FC236}">
                  <a16:creationId xmlns:a16="http://schemas.microsoft.com/office/drawing/2014/main" id="{CC115645-CF9A-937D-4BB9-F281551469AD}"/>
                </a:ext>
              </a:extLst>
            </p:cNvPr>
            <p:cNvSpPr/>
            <p:nvPr/>
          </p:nvSpPr>
          <p:spPr>
            <a:xfrm>
              <a:off x="4834813" y="2478690"/>
              <a:ext cx="161089" cy="93154"/>
            </a:xfrm>
            <a:custGeom>
              <a:avLst/>
              <a:gdLst/>
              <a:ahLst/>
              <a:cxnLst/>
              <a:rect l="l" t="t" r="r" b="b"/>
              <a:pathLst>
                <a:path w="161089" h="93154" extrusionOk="0">
                  <a:moveTo>
                    <a:pt x="161089" y="81248"/>
                  </a:moveTo>
                  <a:lnTo>
                    <a:pt x="140371" y="93154"/>
                  </a:lnTo>
                  <a:lnTo>
                    <a:pt x="0" y="12002"/>
                  </a:lnTo>
                  <a:lnTo>
                    <a:pt x="20718" y="0"/>
                  </a:lnTo>
                  <a:lnTo>
                    <a:pt x="161089" y="81248"/>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776;p18">
              <a:extLst>
                <a:ext uri="{FF2B5EF4-FFF2-40B4-BE49-F238E27FC236}">
                  <a16:creationId xmlns:a16="http://schemas.microsoft.com/office/drawing/2014/main" id="{03618385-C7B2-7229-F797-D4E82A3DBE6F}"/>
                </a:ext>
              </a:extLst>
            </p:cNvPr>
            <p:cNvSpPr/>
            <p:nvPr/>
          </p:nvSpPr>
          <p:spPr>
            <a:xfrm>
              <a:off x="4998753" y="2451734"/>
              <a:ext cx="102450" cy="59245"/>
            </a:xfrm>
            <a:custGeom>
              <a:avLst/>
              <a:gdLst/>
              <a:ahLst/>
              <a:cxnLst/>
              <a:rect l="l" t="t" r="r" b="b"/>
              <a:pathLst>
                <a:path w="102450" h="59245" extrusionOk="0">
                  <a:moveTo>
                    <a:pt x="102451" y="47244"/>
                  </a:moveTo>
                  <a:lnTo>
                    <a:pt x="81733" y="59246"/>
                  </a:lnTo>
                  <a:lnTo>
                    <a:pt x="0" y="12002"/>
                  </a:lnTo>
                  <a:lnTo>
                    <a:pt x="20718" y="0"/>
                  </a:lnTo>
                  <a:lnTo>
                    <a:pt x="102451" y="47244"/>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777;p18">
              <a:extLst>
                <a:ext uri="{FF2B5EF4-FFF2-40B4-BE49-F238E27FC236}">
                  <a16:creationId xmlns:a16="http://schemas.microsoft.com/office/drawing/2014/main" id="{876C8A28-9BDA-C012-8C54-C4C2E2976E2A}"/>
                </a:ext>
              </a:extLst>
            </p:cNvPr>
            <p:cNvSpPr/>
            <p:nvPr/>
          </p:nvSpPr>
          <p:spPr>
            <a:xfrm>
              <a:off x="5043611" y="2425731"/>
              <a:ext cx="102450" cy="59245"/>
            </a:xfrm>
            <a:custGeom>
              <a:avLst/>
              <a:gdLst/>
              <a:ahLst/>
              <a:cxnLst/>
              <a:rect l="l" t="t" r="r" b="b"/>
              <a:pathLst>
                <a:path w="102450" h="59245" extrusionOk="0">
                  <a:moveTo>
                    <a:pt x="102451" y="47339"/>
                  </a:moveTo>
                  <a:lnTo>
                    <a:pt x="81733" y="59246"/>
                  </a:lnTo>
                  <a:lnTo>
                    <a:pt x="0" y="12001"/>
                  </a:lnTo>
                  <a:lnTo>
                    <a:pt x="20718" y="0"/>
                  </a:lnTo>
                  <a:lnTo>
                    <a:pt x="102451" y="47339"/>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778;p18">
              <a:extLst>
                <a:ext uri="{FF2B5EF4-FFF2-40B4-BE49-F238E27FC236}">
                  <a16:creationId xmlns:a16="http://schemas.microsoft.com/office/drawing/2014/main" id="{9B502FDA-2701-6E93-F52D-46C347B769F4}"/>
                </a:ext>
              </a:extLst>
            </p:cNvPr>
            <p:cNvSpPr/>
            <p:nvPr/>
          </p:nvSpPr>
          <p:spPr>
            <a:xfrm>
              <a:off x="4912649" y="2469832"/>
              <a:ext cx="307447" cy="180974"/>
            </a:xfrm>
            <a:custGeom>
              <a:avLst/>
              <a:gdLst/>
              <a:ahLst/>
              <a:cxnLst/>
              <a:rect l="l" t="t" r="r" b="b"/>
              <a:pathLst>
                <a:path w="307447" h="180974" extrusionOk="0">
                  <a:moveTo>
                    <a:pt x="7508" y="180975"/>
                  </a:moveTo>
                  <a:cubicBezTo>
                    <a:pt x="13115" y="178594"/>
                    <a:pt x="307448" y="0"/>
                    <a:pt x="307448" y="0"/>
                  </a:cubicBezTo>
                  <a:lnTo>
                    <a:pt x="0" y="178117"/>
                  </a:lnTo>
                  <a:close/>
                </a:path>
              </a:pathLst>
            </a:custGeom>
            <a:solidFill>
              <a:srgbClr val="D6D6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779;p18">
              <a:extLst>
                <a:ext uri="{FF2B5EF4-FFF2-40B4-BE49-F238E27FC236}">
                  <a16:creationId xmlns:a16="http://schemas.microsoft.com/office/drawing/2014/main" id="{9D11C1AD-EA4D-D191-B34C-2ED74C4E82A6}"/>
                </a:ext>
              </a:extLst>
            </p:cNvPr>
            <p:cNvSpPr/>
            <p:nvPr/>
          </p:nvSpPr>
          <p:spPr>
            <a:xfrm>
              <a:off x="4894497" y="2841212"/>
              <a:ext cx="147498" cy="85344"/>
            </a:xfrm>
            <a:custGeom>
              <a:avLst/>
              <a:gdLst/>
              <a:ahLst/>
              <a:cxnLst/>
              <a:rect l="l" t="t" r="r" b="b"/>
              <a:pathLst>
                <a:path w="147498" h="85344" extrusionOk="0">
                  <a:moveTo>
                    <a:pt x="147499" y="42672"/>
                  </a:moveTo>
                  <a:cubicBezTo>
                    <a:pt x="147499" y="66239"/>
                    <a:pt x="114480" y="85344"/>
                    <a:pt x="73749" y="85344"/>
                  </a:cubicBezTo>
                  <a:cubicBezTo>
                    <a:pt x="33019" y="85344"/>
                    <a:pt x="0" y="66239"/>
                    <a:pt x="0" y="42672"/>
                  </a:cubicBezTo>
                  <a:cubicBezTo>
                    <a:pt x="0" y="19105"/>
                    <a:pt x="33019" y="0"/>
                    <a:pt x="73749" y="0"/>
                  </a:cubicBezTo>
                  <a:cubicBezTo>
                    <a:pt x="114480" y="0"/>
                    <a:pt x="147499" y="19105"/>
                    <a:pt x="147499" y="42672"/>
                  </a:cubicBezTo>
                  <a:close/>
                </a:path>
              </a:pathLst>
            </a:custGeom>
            <a:solidFill>
              <a:srgbClr val="000000">
                <a:alpha val="2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780;p18">
              <a:extLst>
                <a:ext uri="{FF2B5EF4-FFF2-40B4-BE49-F238E27FC236}">
                  <a16:creationId xmlns:a16="http://schemas.microsoft.com/office/drawing/2014/main" id="{23586628-7C48-5471-B849-7101A3395A0D}"/>
                </a:ext>
              </a:extLst>
            </p:cNvPr>
            <p:cNvSpPr/>
            <p:nvPr/>
          </p:nvSpPr>
          <p:spPr>
            <a:xfrm>
              <a:off x="4901418" y="2763964"/>
              <a:ext cx="147800" cy="156591"/>
            </a:xfrm>
            <a:custGeom>
              <a:avLst/>
              <a:gdLst/>
              <a:ahLst/>
              <a:cxnLst/>
              <a:rect l="l" t="t" r="r" b="b"/>
              <a:pathLst>
                <a:path w="147800" h="156591" extrusionOk="0">
                  <a:moveTo>
                    <a:pt x="147801" y="113824"/>
                  </a:moveTo>
                  <a:lnTo>
                    <a:pt x="147801" y="0"/>
                  </a:lnTo>
                  <a:lnTo>
                    <a:pt x="587" y="3715"/>
                  </a:lnTo>
                  <a:lnTo>
                    <a:pt x="587" y="108490"/>
                  </a:lnTo>
                  <a:cubicBezTo>
                    <a:pt x="-2169" y="121063"/>
                    <a:pt x="4769" y="134303"/>
                    <a:pt x="21590" y="144018"/>
                  </a:cubicBezTo>
                  <a:cubicBezTo>
                    <a:pt x="54436" y="160782"/>
                    <a:pt x="93287" y="160782"/>
                    <a:pt x="126132" y="144018"/>
                  </a:cubicBezTo>
                  <a:cubicBezTo>
                    <a:pt x="138288" y="138646"/>
                    <a:pt x="146584" y="127083"/>
                    <a:pt x="147801" y="113824"/>
                  </a:cubicBezTo>
                  <a:close/>
                </a:path>
              </a:pathLst>
            </a:custGeom>
            <a:solidFill>
              <a:srgbClr val="A6CE2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781;p18">
              <a:extLst>
                <a:ext uri="{FF2B5EF4-FFF2-40B4-BE49-F238E27FC236}">
                  <a16:creationId xmlns:a16="http://schemas.microsoft.com/office/drawing/2014/main" id="{E5D07BAF-8F37-D614-7BE5-568A1925DD27}"/>
                </a:ext>
              </a:extLst>
            </p:cNvPr>
            <p:cNvSpPr/>
            <p:nvPr/>
          </p:nvSpPr>
          <p:spPr>
            <a:xfrm>
              <a:off x="4901720" y="2721292"/>
              <a:ext cx="147498" cy="85344"/>
            </a:xfrm>
            <a:custGeom>
              <a:avLst/>
              <a:gdLst/>
              <a:ahLst/>
              <a:cxnLst/>
              <a:rect l="l" t="t" r="r" b="b"/>
              <a:pathLst>
                <a:path w="147498" h="85344" extrusionOk="0">
                  <a:moveTo>
                    <a:pt x="147499" y="42672"/>
                  </a:moveTo>
                  <a:cubicBezTo>
                    <a:pt x="147499" y="66239"/>
                    <a:pt x="114480" y="85344"/>
                    <a:pt x="73749" y="85344"/>
                  </a:cubicBezTo>
                  <a:cubicBezTo>
                    <a:pt x="33018" y="85344"/>
                    <a:pt x="0" y="66239"/>
                    <a:pt x="0" y="42672"/>
                  </a:cubicBezTo>
                  <a:cubicBezTo>
                    <a:pt x="0" y="19105"/>
                    <a:pt x="33018" y="0"/>
                    <a:pt x="73749" y="0"/>
                  </a:cubicBezTo>
                  <a:cubicBezTo>
                    <a:pt x="114480" y="0"/>
                    <a:pt x="147499" y="19105"/>
                    <a:pt x="147499" y="42672"/>
                  </a:cubicBezTo>
                  <a:close/>
                </a:path>
              </a:pathLst>
            </a:custGeom>
            <a:solidFill>
              <a:srgbClr val="BCD6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782;p18">
              <a:extLst>
                <a:ext uri="{FF2B5EF4-FFF2-40B4-BE49-F238E27FC236}">
                  <a16:creationId xmlns:a16="http://schemas.microsoft.com/office/drawing/2014/main" id="{1EA0D7E6-5CBA-6E5E-77FB-92CA4D645E1C}"/>
                </a:ext>
              </a:extLst>
            </p:cNvPr>
            <p:cNvSpPr/>
            <p:nvPr/>
          </p:nvSpPr>
          <p:spPr>
            <a:xfrm>
              <a:off x="4913314" y="2732891"/>
              <a:ext cx="124214" cy="61955"/>
            </a:xfrm>
            <a:custGeom>
              <a:avLst/>
              <a:gdLst/>
              <a:ahLst/>
              <a:cxnLst/>
              <a:rect l="l" t="t" r="r" b="b"/>
              <a:pathLst>
                <a:path w="124214" h="61955" extrusionOk="0">
                  <a:moveTo>
                    <a:pt x="124215" y="31073"/>
                  </a:moveTo>
                  <a:cubicBezTo>
                    <a:pt x="124215" y="38026"/>
                    <a:pt x="118512" y="45360"/>
                    <a:pt x="108438" y="51075"/>
                  </a:cubicBezTo>
                  <a:cubicBezTo>
                    <a:pt x="95636" y="57924"/>
                    <a:pt x="81410" y="61639"/>
                    <a:pt x="66907" y="61934"/>
                  </a:cubicBezTo>
                  <a:lnTo>
                    <a:pt x="62060" y="61934"/>
                  </a:lnTo>
                  <a:cubicBezTo>
                    <a:pt x="45951" y="62277"/>
                    <a:pt x="30032" y="58505"/>
                    <a:pt x="15776" y="50980"/>
                  </a:cubicBezTo>
                  <a:cubicBezTo>
                    <a:pt x="5797" y="45265"/>
                    <a:pt x="0" y="37931"/>
                    <a:pt x="0" y="30978"/>
                  </a:cubicBezTo>
                  <a:cubicBezTo>
                    <a:pt x="0" y="24024"/>
                    <a:pt x="5797" y="16785"/>
                    <a:pt x="15776" y="10975"/>
                  </a:cubicBezTo>
                  <a:cubicBezTo>
                    <a:pt x="30032" y="3450"/>
                    <a:pt x="45951" y="-322"/>
                    <a:pt x="62060" y="21"/>
                  </a:cubicBezTo>
                  <a:lnTo>
                    <a:pt x="66812" y="21"/>
                  </a:lnTo>
                  <a:cubicBezTo>
                    <a:pt x="81314" y="317"/>
                    <a:pt x="95542" y="4031"/>
                    <a:pt x="108343" y="10880"/>
                  </a:cubicBezTo>
                  <a:cubicBezTo>
                    <a:pt x="118512" y="16881"/>
                    <a:pt x="124215" y="24120"/>
                    <a:pt x="124215" y="31073"/>
                  </a:cubicBezTo>
                  <a:close/>
                </a:path>
              </a:pathLst>
            </a:custGeom>
            <a:solidFill>
              <a:srgbClr val="28221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783;p18">
              <a:extLst>
                <a:ext uri="{FF2B5EF4-FFF2-40B4-BE49-F238E27FC236}">
                  <a16:creationId xmlns:a16="http://schemas.microsoft.com/office/drawing/2014/main" id="{C6902334-7ED5-B6F9-264E-D16F582DF18D}"/>
                </a:ext>
              </a:extLst>
            </p:cNvPr>
            <p:cNvSpPr/>
            <p:nvPr/>
          </p:nvSpPr>
          <p:spPr>
            <a:xfrm>
              <a:off x="4922818" y="2733153"/>
              <a:ext cx="114710" cy="61622"/>
            </a:xfrm>
            <a:custGeom>
              <a:avLst/>
              <a:gdLst/>
              <a:ahLst/>
              <a:cxnLst/>
              <a:rect l="l" t="t" r="r" b="b"/>
              <a:pathLst>
                <a:path w="114710" h="61622" extrusionOk="0">
                  <a:moveTo>
                    <a:pt x="114711" y="30811"/>
                  </a:moveTo>
                  <a:cubicBezTo>
                    <a:pt x="114711" y="37764"/>
                    <a:pt x="109008" y="45099"/>
                    <a:pt x="98934" y="50814"/>
                  </a:cubicBezTo>
                  <a:cubicBezTo>
                    <a:pt x="73084" y="65225"/>
                    <a:pt x="41627" y="65225"/>
                    <a:pt x="15776" y="50814"/>
                  </a:cubicBezTo>
                  <a:cubicBezTo>
                    <a:pt x="5797" y="45099"/>
                    <a:pt x="0" y="37764"/>
                    <a:pt x="0" y="30811"/>
                  </a:cubicBezTo>
                  <a:cubicBezTo>
                    <a:pt x="0" y="23858"/>
                    <a:pt x="5797" y="16619"/>
                    <a:pt x="15776" y="10808"/>
                  </a:cubicBezTo>
                  <a:cubicBezTo>
                    <a:pt x="41627" y="-3603"/>
                    <a:pt x="73084" y="-3603"/>
                    <a:pt x="98934" y="10808"/>
                  </a:cubicBezTo>
                  <a:cubicBezTo>
                    <a:pt x="109008" y="16619"/>
                    <a:pt x="114711" y="23858"/>
                    <a:pt x="114711" y="30811"/>
                  </a:cubicBezTo>
                  <a:close/>
                </a:path>
              </a:pathLst>
            </a:custGeom>
            <a:solidFill>
              <a:srgbClr val="FFFFFF">
                <a:alpha val="6669"/>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784;p18">
              <a:extLst>
                <a:ext uri="{FF2B5EF4-FFF2-40B4-BE49-F238E27FC236}">
                  <a16:creationId xmlns:a16="http://schemas.microsoft.com/office/drawing/2014/main" id="{1C91456A-D327-9BD7-3001-AA7E4994EC74}"/>
                </a:ext>
              </a:extLst>
            </p:cNvPr>
            <p:cNvSpPr/>
            <p:nvPr/>
          </p:nvSpPr>
          <p:spPr>
            <a:xfrm>
              <a:off x="5015195" y="2807589"/>
              <a:ext cx="42215" cy="98678"/>
            </a:xfrm>
            <a:custGeom>
              <a:avLst/>
              <a:gdLst/>
              <a:ahLst/>
              <a:cxnLst/>
              <a:rect l="l" t="t" r="r" b="b"/>
              <a:pathLst>
                <a:path w="42215" h="98678" extrusionOk="0">
                  <a:moveTo>
                    <a:pt x="23284" y="9049"/>
                  </a:moveTo>
                  <a:lnTo>
                    <a:pt x="7603" y="0"/>
                  </a:lnTo>
                  <a:lnTo>
                    <a:pt x="0" y="4477"/>
                  </a:lnTo>
                  <a:lnTo>
                    <a:pt x="7603" y="8858"/>
                  </a:lnTo>
                  <a:lnTo>
                    <a:pt x="7603" y="11716"/>
                  </a:lnTo>
                  <a:lnTo>
                    <a:pt x="22239" y="20193"/>
                  </a:lnTo>
                  <a:lnTo>
                    <a:pt x="22239" y="22955"/>
                  </a:lnTo>
                  <a:cubicBezTo>
                    <a:pt x="25765" y="28004"/>
                    <a:pt x="28939" y="33290"/>
                    <a:pt x="31743" y="38767"/>
                  </a:cubicBezTo>
                  <a:lnTo>
                    <a:pt x="32313" y="38290"/>
                  </a:lnTo>
                  <a:lnTo>
                    <a:pt x="32313" y="74962"/>
                  </a:lnTo>
                  <a:cubicBezTo>
                    <a:pt x="32313" y="84487"/>
                    <a:pt x="26706" y="81343"/>
                    <a:pt x="24235" y="79915"/>
                  </a:cubicBezTo>
                  <a:lnTo>
                    <a:pt x="7793" y="70390"/>
                  </a:lnTo>
                  <a:lnTo>
                    <a:pt x="190" y="74866"/>
                  </a:lnTo>
                  <a:lnTo>
                    <a:pt x="7793" y="79248"/>
                  </a:lnTo>
                  <a:lnTo>
                    <a:pt x="7793" y="82105"/>
                  </a:lnTo>
                  <a:lnTo>
                    <a:pt x="24235" y="91630"/>
                  </a:lnTo>
                  <a:cubicBezTo>
                    <a:pt x="25945" y="92630"/>
                    <a:pt x="27760" y="93431"/>
                    <a:pt x="29652" y="94012"/>
                  </a:cubicBezTo>
                  <a:lnTo>
                    <a:pt x="28606" y="98679"/>
                  </a:lnTo>
                  <a:lnTo>
                    <a:pt x="37160" y="93821"/>
                  </a:lnTo>
                  <a:lnTo>
                    <a:pt x="37160" y="93821"/>
                  </a:lnTo>
                  <a:cubicBezTo>
                    <a:pt x="40847" y="90678"/>
                    <a:pt x="42710" y="85877"/>
                    <a:pt x="42102" y="81058"/>
                  </a:cubicBezTo>
                  <a:lnTo>
                    <a:pt x="42102" y="42958"/>
                  </a:lnTo>
                  <a:cubicBezTo>
                    <a:pt x="41370" y="29356"/>
                    <a:pt x="34423" y="16850"/>
                    <a:pt x="23284" y="9049"/>
                  </a:cubicBezTo>
                  <a:close/>
                </a:path>
              </a:pathLst>
            </a:custGeom>
            <a:solidFill>
              <a:srgbClr val="8DA01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785;p18">
              <a:extLst>
                <a:ext uri="{FF2B5EF4-FFF2-40B4-BE49-F238E27FC236}">
                  <a16:creationId xmlns:a16="http://schemas.microsoft.com/office/drawing/2014/main" id="{43D04436-1290-CDFD-AB7C-9353F47F122D}"/>
                </a:ext>
              </a:extLst>
            </p:cNvPr>
            <p:cNvSpPr/>
            <p:nvPr/>
          </p:nvSpPr>
          <p:spPr>
            <a:xfrm>
              <a:off x="5015195" y="2812256"/>
              <a:ext cx="34783" cy="94465"/>
            </a:xfrm>
            <a:custGeom>
              <a:avLst/>
              <a:gdLst/>
              <a:ahLst/>
              <a:cxnLst/>
              <a:rect l="l" t="t" r="r" b="b"/>
              <a:pathLst>
                <a:path w="34783" h="94465" extrusionOk="0">
                  <a:moveTo>
                    <a:pt x="16442" y="91440"/>
                  </a:moveTo>
                  <a:lnTo>
                    <a:pt x="0" y="81915"/>
                  </a:lnTo>
                  <a:lnTo>
                    <a:pt x="0" y="70199"/>
                  </a:lnTo>
                  <a:lnTo>
                    <a:pt x="16442" y="79724"/>
                  </a:lnTo>
                  <a:cubicBezTo>
                    <a:pt x="18818" y="81058"/>
                    <a:pt x="24520" y="84296"/>
                    <a:pt x="24520" y="74676"/>
                  </a:cubicBezTo>
                  <a:lnTo>
                    <a:pt x="24520" y="36576"/>
                  </a:lnTo>
                  <a:cubicBezTo>
                    <a:pt x="23949" y="30013"/>
                    <a:pt x="20462" y="24070"/>
                    <a:pt x="15016" y="20384"/>
                  </a:cubicBezTo>
                  <a:lnTo>
                    <a:pt x="95" y="11716"/>
                  </a:lnTo>
                  <a:lnTo>
                    <a:pt x="95" y="0"/>
                  </a:lnTo>
                  <a:lnTo>
                    <a:pt x="15776" y="9049"/>
                  </a:lnTo>
                  <a:cubicBezTo>
                    <a:pt x="26867" y="16707"/>
                    <a:pt x="33862" y="29013"/>
                    <a:pt x="34784" y="42481"/>
                  </a:cubicBezTo>
                  <a:lnTo>
                    <a:pt x="34784" y="80581"/>
                  </a:lnTo>
                  <a:cubicBezTo>
                    <a:pt x="34594" y="90869"/>
                    <a:pt x="29842" y="99155"/>
                    <a:pt x="16442" y="91440"/>
                  </a:cubicBezTo>
                  <a:close/>
                </a:path>
              </a:pathLst>
            </a:custGeom>
            <a:solidFill>
              <a:srgbClr val="99B52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786;p18">
              <a:extLst>
                <a:ext uri="{FF2B5EF4-FFF2-40B4-BE49-F238E27FC236}">
                  <a16:creationId xmlns:a16="http://schemas.microsoft.com/office/drawing/2014/main" id="{13FC617D-166B-E528-5D03-CD44E22DFB3E}"/>
                </a:ext>
              </a:extLst>
            </p:cNvPr>
            <p:cNvSpPr/>
            <p:nvPr/>
          </p:nvSpPr>
          <p:spPr>
            <a:xfrm>
              <a:off x="3439562" y="2994755"/>
              <a:ext cx="147498" cy="85344"/>
            </a:xfrm>
            <a:custGeom>
              <a:avLst/>
              <a:gdLst/>
              <a:ahLst/>
              <a:cxnLst/>
              <a:rect l="l" t="t" r="r" b="b"/>
              <a:pathLst>
                <a:path w="147498" h="85344" extrusionOk="0">
                  <a:moveTo>
                    <a:pt x="147499" y="42672"/>
                  </a:moveTo>
                  <a:cubicBezTo>
                    <a:pt x="147499" y="66239"/>
                    <a:pt x="114480" y="85344"/>
                    <a:pt x="73749" y="85344"/>
                  </a:cubicBezTo>
                  <a:cubicBezTo>
                    <a:pt x="33019" y="85344"/>
                    <a:pt x="0" y="66239"/>
                    <a:pt x="0" y="42672"/>
                  </a:cubicBezTo>
                  <a:cubicBezTo>
                    <a:pt x="0" y="19105"/>
                    <a:pt x="33019" y="0"/>
                    <a:pt x="73749" y="0"/>
                  </a:cubicBezTo>
                  <a:cubicBezTo>
                    <a:pt x="114480" y="0"/>
                    <a:pt x="147499" y="19105"/>
                    <a:pt x="147499" y="42672"/>
                  </a:cubicBezTo>
                  <a:close/>
                </a:path>
              </a:pathLst>
            </a:custGeom>
            <a:solidFill>
              <a:srgbClr val="000000">
                <a:alpha val="2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787;p18">
              <a:extLst>
                <a:ext uri="{FF2B5EF4-FFF2-40B4-BE49-F238E27FC236}">
                  <a16:creationId xmlns:a16="http://schemas.microsoft.com/office/drawing/2014/main" id="{FC9FDAE8-EC1B-7DD2-7F63-67E1CE14BC7D}"/>
                </a:ext>
              </a:extLst>
            </p:cNvPr>
            <p:cNvSpPr/>
            <p:nvPr/>
          </p:nvSpPr>
          <p:spPr>
            <a:xfrm>
              <a:off x="3446488" y="2917507"/>
              <a:ext cx="147795" cy="156591"/>
            </a:xfrm>
            <a:custGeom>
              <a:avLst/>
              <a:gdLst/>
              <a:ahLst/>
              <a:cxnLst/>
              <a:rect l="l" t="t" r="r" b="b"/>
              <a:pathLst>
                <a:path w="147795" h="156591" extrusionOk="0">
                  <a:moveTo>
                    <a:pt x="147796" y="113824"/>
                  </a:moveTo>
                  <a:lnTo>
                    <a:pt x="147796" y="0"/>
                  </a:lnTo>
                  <a:lnTo>
                    <a:pt x="582" y="3715"/>
                  </a:lnTo>
                  <a:lnTo>
                    <a:pt x="582" y="108490"/>
                  </a:lnTo>
                  <a:cubicBezTo>
                    <a:pt x="-2174" y="121158"/>
                    <a:pt x="4859" y="134398"/>
                    <a:pt x="21586" y="144018"/>
                  </a:cubicBezTo>
                  <a:cubicBezTo>
                    <a:pt x="54431" y="160782"/>
                    <a:pt x="93282" y="160782"/>
                    <a:pt x="126127" y="144018"/>
                  </a:cubicBezTo>
                  <a:cubicBezTo>
                    <a:pt x="138302" y="138655"/>
                    <a:pt x="146598" y="127092"/>
                    <a:pt x="147796" y="113824"/>
                  </a:cubicBezTo>
                  <a:close/>
                </a:path>
              </a:pathLst>
            </a:custGeom>
            <a:solidFill>
              <a:srgbClr val="F7B03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788;p18">
              <a:extLst>
                <a:ext uri="{FF2B5EF4-FFF2-40B4-BE49-F238E27FC236}">
                  <a16:creationId xmlns:a16="http://schemas.microsoft.com/office/drawing/2014/main" id="{6B6D0C28-84D3-78BF-07C6-FC5BF3969BF2}"/>
                </a:ext>
              </a:extLst>
            </p:cNvPr>
            <p:cNvSpPr/>
            <p:nvPr/>
          </p:nvSpPr>
          <p:spPr>
            <a:xfrm>
              <a:off x="3446785" y="2874835"/>
              <a:ext cx="147498" cy="85344"/>
            </a:xfrm>
            <a:custGeom>
              <a:avLst/>
              <a:gdLst/>
              <a:ahLst/>
              <a:cxnLst/>
              <a:rect l="l" t="t" r="r" b="b"/>
              <a:pathLst>
                <a:path w="147498" h="85344" extrusionOk="0">
                  <a:moveTo>
                    <a:pt x="147499" y="42672"/>
                  </a:moveTo>
                  <a:cubicBezTo>
                    <a:pt x="147499" y="66239"/>
                    <a:pt x="114480" y="85344"/>
                    <a:pt x="73749" y="85344"/>
                  </a:cubicBezTo>
                  <a:cubicBezTo>
                    <a:pt x="33019" y="85344"/>
                    <a:pt x="0" y="66239"/>
                    <a:pt x="0" y="42672"/>
                  </a:cubicBezTo>
                  <a:cubicBezTo>
                    <a:pt x="0" y="19105"/>
                    <a:pt x="33019" y="0"/>
                    <a:pt x="73749" y="0"/>
                  </a:cubicBezTo>
                  <a:cubicBezTo>
                    <a:pt x="114480" y="0"/>
                    <a:pt x="147499" y="19105"/>
                    <a:pt x="147499" y="42672"/>
                  </a:cubicBezTo>
                  <a:close/>
                </a:path>
              </a:pathLst>
            </a:custGeom>
            <a:solidFill>
              <a:srgbClr val="FCC06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789;p18">
              <a:extLst>
                <a:ext uri="{FF2B5EF4-FFF2-40B4-BE49-F238E27FC236}">
                  <a16:creationId xmlns:a16="http://schemas.microsoft.com/office/drawing/2014/main" id="{B15689FD-8B3C-545D-1895-FEB55CF17EEE}"/>
                </a:ext>
              </a:extLst>
            </p:cNvPr>
            <p:cNvSpPr/>
            <p:nvPr/>
          </p:nvSpPr>
          <p:spPr>
            <a:xfrm>
              <a:off x="3458475" y="2886430"/>
              <a:ext cx="124119" cy="61959"/>
            </a:xfrm>
            <a:custGeom>
              <a:avLst/>
              <a:gdLst/>
              <a:ahLst/>
              <a:cxnLst/>
              <a:rect l="l" t="t" r="r" b="b"/>
              <a:pathLst>
                <a:path w="124119" h="61959" extrusionOk="0">
                  <a:moveTo>
                    <a:pt x="124119" y="31076"/>
                  </a:moveTo>
                  <a:cubicBezTo>
                    <a:pt x="124119" y="38030"/>
                    <a:pt x="118322" y="45269"/>
                    <a:pt x="108343" y="51079"/>
                  </a:cubicBezTo>
                  <a:cubicBezTo>
                    <a:pt x="95523" y="57870"/>
                    <a:pt x="81305" y="61595"/>
                    <a:pt x="66812" y="61938"/>
                  </a:cubicBezTo>
                  <a:lnTo>
                    <a:pt x="62060" y="61938"/>
                  </a:lnTo>
                  <a:cubicBezTo>
                    <a:pt x="45951" y="62280"/>
                    <a:pt x="30032" y="58509"/>
                    <a:pt x="15776" y="50984"/>
                  </a:cubicBezTo>
                  <a:cubicBezTo>
                    <a:pt x="5702" y="45174"/>
                    <a:pt x="0" y="37935"/>
                    <a:pt x="0" y="30981"/>
                  </a:cubicBezTo>
                  <a:cubicBezTo>
                    <a:pt x="0" y="24028"/>
                    <a:pt x="5702" y="16694"/>
                    <a:pt x="15776" y="10884"/>
                  </a:cubicBezTo>
                  <a:cubicBezTo>
                    <a:pt x="30041" y="3397"/>
                    <a:pt x="45960" y="-346"/>
                    <a:pt x="62060" y="25"/>
                  </a:cubicBezTo>
                  <a:lnTo>
                    <a:pt x="66812" y="25"/>
                  </a:lnTo>
                  <a:cubicBezTo>
                    <a:pt x="81305" y="301"/>
                    <a:pt x="95532" y="3987"/>
                    <a:pt x="108343" y="10788"/>
                  </a:cubicBezTo>
                  <a:cubicBezTo>
                    <a:pt x="118322" y="16789"/>
                    <a:pt x="124119" y="24123"/>
                    <a:pt x="124119" y="31076"/>
                  </a:cubicBezTo>
                  <a:close/>
                </a:path>
              </a:pathLst>
            </a:custGeom>
            <a:solidFill>
              <a:srgbClr val="28221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790;p18">
              <a:extLst>
                <a:ext uri="{FF2B5EF4-FFF2-40B4-BE49-F238E27FC236}">
                  <a16:creationId xmlns:a16="http://schemas.microsoft.com/office/drawing/2014/main" id="{90E3E868-881C-1B36-D03D-7518EB08A2E3}"/>
                </a:ext>
              </a:extLst>
            </p:cNvPr>
            <p:cNvSpPr/>
            <p:nvPr/>
          </p:nvSpPr>
          <p:spPr>
            <a:xfrm>
              <a:off x="3467883" y="2886601"/>
              <a:ext cx="114710" cy="61717"/>
            </a:xfrm>
            <a:custGeom>
              <a:avLst/>
              <a:gdLst/>
              <a:ahLst/>
              <a:cxnLst/>
              <a:rect l="l" t="t" r="r" b="b"/>
              <a:pathLst>
                <a:path w="114710" h="61717" extrusionOk="0">
                  <a:moveTo>
                    <a:pt x="114711" y="30906"/>
                  </a:moveTo>
                  <a:cubicBezTo>
                    <a:pt x="114711" y="37859"/>
                    <a:pt x="108913" y="45099"/>
                    <a:pt x="98934" y="50909"/>
                  </a:cubicBezTo>
                  <a:cubicBezTo>
                    <a:pt x="73084" y="65320"/>
                    <a:pt x="41626" y="65320"/>
                    <a:pt x="15776" y="50909"/>
                  </a:cubicBezTo>
                  <a:cubicBezTo>
                    <a:pt x="6272" y="45099"/>
                    <a:pt x="0" y="37859"/>
                    <a:pt x="0" y="30906"/>
                  </a:cubicBezTo>
                  <a:cubicBezTo>
                    <a:pt x="0" y="23953"/>
                    <a:pt x="5797" y="16619"/>
                    <a:pt x="15776" y="10808"/>
                  </a:cubicBezTo>
                  <a:cubicBezTo>
                    <a:pt x="41626" y="-3603"/>
                    <a:pt x="73084" y="-3603"/>
                    <a:pt x="98934" y="10808"/>
                  </a:cubicBezTo>
                  <a:cubicBezTo>
                    <a:pt x="108913" y="16619"/>
                    <a:pt x="114711" y="23953"/>
                    <a:pt x="114711" y="30906"/>
                  </a:cubicBezTo>
                  <a:close/>
                </a:path>
              </a:pathLst>
            </a:custGeom>
            <a:solidFill>
              <a:srgbClr val="FFFFFF">
                <a:alpha val="6669"/>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791;p18">
              <a:extLst>
                <a:ext uri="{FF2B5EF4-FFF2-40B4-BE49-F238E27FC236}">
                  <a16:creationId xmlns:a16="http://schemas.microsoft.com/office/drawing/2014/main" id="{6F2095A4-5A75-EB3B-6632-60F580270C3E}"/>
                </a:ext>
              </a:extLst>
            </p:cNvPr>
            <p:cNvSpPr/>
            <p:nvPr/>
          </p:nvSpPr>
          <p:spPr>
            <a:xfrm>
              <a:off x="3559880" y="2961132"/>
              <a:ext cx="42223" cy="98678"/>
            </a:xfrm>
            <a:custGeom>
              <a:avLst/>
              <a:gdLst/>
              <a:ahLst/>
              <a:cxnLst/>
              <a:rect l="l" t="t" r="r" b="b"/>
              <a:pathLst>
                <a:path w="42223" h="98678" extrusionOk="0">
                  <a:moveTo>
                    <a:pt x="23569" y="9049"/>
                  </a:moveTo>
                  <a:lnTo>
                    <a:pt x="7983" y="0"/>
                  </a:lnTo>
                  <a:lnTo>
                    <a:pt x="285" y="4381"/>
                  </a:lnTo>
                  <a:lnTo>
                    <a:pt x="7983" y="8858"/>
                  </a:lnTo>
                  <a:lnTo>
                    <a:pt x="7983" y="11716"/>
                  </a:lnTo>
                  <a:lnTo>
                    <a:pt x="22619" y="20193"/>
                  </a:lnTo>
                  <a:lnTo>
                    <a:pt x="22144" y="22955"/>
                  </a:lnTo>
                  <a:cubicBezTo>
                    <a:pt x="25689" y="27984"/>
                    <a:pt x="28873" y="33271"/>
                    <a:pt x="31648" y="38767"/>
                  </a:cubicBezTo>
                  <a:lnTo>
                    <a:pt x="32123" y="38290"/>
                  </a:lnTo>
                  <a:lnTo>
                    <a:pt x="32123" y="74962"/>
                  </a:lnTo>
                  <a:cubicBezTo>
                    <a:pt x="32123" y="84487"/>
                    <a:pt x="26516" y="81344"/>
                    <a:pt x="24140" y="79915"/>
                  </a:cubicBezTo>
                  <a:lnTo>
                    <a:pt x="7698" y="70390"/>
                  </a:lnTo>
                  <a:lnTo>
                    <a:pt x="0" y="74771"/>
                  </a:lnTo>
                  <a:lnTo>
                    <a:pt x="7698" y="79248"/>
                  </a:lnTo>
                  <a:lnTo>
                    <a:pt x="7698" y="82105"/>
                  </a:lnTo>
                  <a:lnTo>
                    <a:pt x="24140" y="91630"/>
                  </a:lnTo>
                  <a:cubicBezTo>
                    <a:pt x="25812" y="92631"/>
                    <a:pt x="27599" y="93431"/>
                    <a:pt x="29462" y="94012"/>
                  </a:cubicBezTo>
                  <a:lnTo>
                    <a:pt x="28511" y="98679"/>
                  </a:lnTo>
                  <a:lnTo>
                    <a:pt x="37065" y="93821"/>
                  </a:lnTo>
                  <a:lnTo>
                    <a:pt x="37065" y="93821"/>
                  </a:lnTo>
                  <a:cubicBezTo>
                    <a:pt x="40838" y="90687"/>
                    <a:pt x="42739" y="85830"/>
                    <a:pt x="42102" y="80963"/>
                  </a:cubicBezTo>
                  <a:lnTo>
                    <a:pt x="42102" y="42863"/>
                  </a:lnTo>
                  <a:cubicBezTo>
                    <a:pt x="41408" y="29346"/>
                    <a:pt x="34575" y="16888"/>
                    <a:pt x="23569" y="9049"/>
                  </a:cubicBezTo>
                  <a:close/>
                </a:path>
              </a:pathLst>
            </a:custGeom>
            <a:solidFill>
              <a:srgbClr val="C9883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792;p18">
              <a:extLst>
                <a:ext uri="{FF2B5EF4-FFF2-40B4-BE49-F238E27FC236}">
                  <a16:creationId xmlns:a16="http://schemas.microsoft.com/office/drawing/2014/main" id="{63494A53-BDF6-36F6-C326-1CE4D84E3A4C}"/>
                </a:ext>
              </a:extLst>
            </p:cNvPr>
            <p:cNvSpPr/>
            <p:nvPr/>
          </p:nvSpPr>
          <p:spPr>
            <a:xfrm>
              <a:off x="3560165" y="2965989"/>
              <a:ext cx="34688" cy="94398"/>
            </a:xfrm>
            <a:custGeom>
              <a:avLst/>
              <a:gdLst/>
              <a:ahLst/>
              <a:cxnLst/>
              <a:rect l="l" t="t" r="r" b="b"/>
              <a:pathLst>
                <a:path w="34688" h="94398" extrusionOk="0">
                  <a:moveTo>
                    <a:pt x="16537" y="91535"/>
                  </a:moveTo>
                  <a:lnTo>
                    <a:pt x="0" y="82010"/>
                  </a:lnTo>
                  <a:lnTo>
                    <a:pt x="0" y="70199"/>
                  </a:lnTo>
                  <a:lnTo>
                    <a:pt x="16537" y="79724"/>
                  </a:lnTo>
                  <a:cubicBezTo>
                    <a:pt x="18913" y="81153"/>
                    <a:pt x="24520" y="84391"/>
                    <a:pt x="24520" y="74771"/>
                  </a:cubicBezTo>
                  <a:lnTo>
                    <a:pt x="24520" y="36671"/>
                  </a:lnTo>
                  <a:cubicBezTo>
                    <a:pt x="23874" y="30108"/>
                    <a:pt x="20405" y="24165"/>
                    <a:pt x="15016" y="20383"/>
                  </a:cubicBezTo>
                  <a:lnTo>
                    <a:pt x="0" y="11811"/>
                  </a:lnTo>
                  <a:lnTo>
                    <a:pt x="0" y="0"/>
                  </a:lnTo>
                  <a:lnTo>
                    <a:pt x="15681" y="9525"/>
                  </a:lnTo>
                  <a:cubicBezTo>
                    <a:pt x="26782" y="17173"/>
                    <a:pt x="33776" y="29489"/>
                    <a:pt x="34689" y="42958"/>
                  </a:cubicBezTo>
                  <a:lnTo>
                    <a:pt x="34689" y="81058"/>
                  </a:lnTo>
                  <a:cubicBezTo>
                    <a:pt x="34689" y="90678"/>
                    <a:pt x="29937" y="98965"/>
                    <a:pt x="16537" y="91535"/>
                  </a:cubicBezTo>
                  <a:close/>
                </a:path>
              </a:pathLst>
            </a:custGeom>
            <a:solidFill>
              <a:srgbClr val="E09C3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793;p18">
              <a:extLst>
                <a:ext uri="{FF2B5EF4-FFF2-40B4-BE49-F238E27FC236}">
                  <a16:creationId xmlns:a16="http://schemas.microsoft.com/office/drawing/2014/main" id="{116B9FE5-4BA1-D43E-4608-22C3CC8D1F7D}"/>
                </a:ext>
              </a:extLst>
            </p:cNvPr>
            <p:cNvSpPr/>
            <p:nvPr/>
          </p:nvSpPr>
          <p:spPr>
            <a:xfrm>
              <a:off x="5618400" y="4515040"/>
              <a:ext cx="756691" cy="437959"/>
            </a:xfrm>
            <a:custGeom>
              <a:avLst/>
              <a:gdLst/>
              <a:ahLst/>
              <a:cxnLst/>
              <a:rect l="l" t="t" r="r" b="b"/>
              <a:pathLst>
                <a:path w="756691" h="437959" extrusionOk="0">
                  <a:moveTo>
                    <a:pt x="756691" y="218980"/>
                  </a:moveTo>
                  <a:cubicBezTo>
                    <a:pt x="756691" y="339919"/>
                    <a:pt x="587300" y="437960"/>
                    <a:pt x="378346" y="437960"/>
                  </a:cubicBezTo>
                  <a:cubicBezTo>
                    <a:pt x="169391" y="437960"/>
                    <a:pt x="0" y="339919"/>
                    <a:pt x="0" y="218980"/>
                  </a:cubicBezTo>
                  <a:cubicBezTo>
                    <a:pt x="0" y="98041"/>
                    <a:pt x="169391" y="0"/>
                    <a:pt x="378346" y="0"/>
                  </a:cubicBezTo>
                  <a:cubicBezTo>
                    <a:pt x="587300" y="0"/>
                    <a:pt x="756691" y="98041"/>
                    <a:pt x="756691" y="21898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794;p18">
              <a:extLst>
                <a:ext uri="{FF2B5EF4-FFF2-40B4-BE49-F238E27FC236}">
                  <a16:creationId xmlns:a16="http://schemas.microsoft.com/office/drawing/2014/main" id="{9331D6F6-263D-9565-AE83-2C301D1F5D94}"/>
                </a:ext>
              </a:extLst>
            </p:cNvPr>
            <p:cNvSpPr/>
            <p:nvPr/>
          </p:nvSpPr>
          <p:spPr>
            <a:xfrm>
              <a:off x="6158405" y="3069812"/>
              <a:ext cx="186021" cy="406050"/>
            </a:xfrm>
            <a:custGeom>
              <a:avLst/>
              <a:gdLst/>
              <a:ahLst/>
              <a:cxnLst/>
              <a:rect l="l" t="t" r="r" b="b"/>
              <a:pathLst>
                <a:path w="186021" h="406050" extrusionOk="0">
                  <a:moveTo>
                    <a:pt x="145028" y="0"/>
                  </a:moveTo>
                  <a:cubicBezTo>
                    <a:pt x="149304" y="38100"/>
                    <a:pt x="194352" y="200882"/>
                    <a:pt x="184659" y="256699"/>
                  </a:cubicBezTo>
                  <a:cubicBezTo>
                    <a:pt x="174965" y="312515"/>
                    <a:pt x="21288" y="406051"/>
                    <a:pt x="21288" y="406051"/>
                  </a:cubicBezTo>
                  <a:lnTo>
                    <a:pt x="0" y="310801"/>
                  </a:lnTo>
                  <a:lnTo>
                    <a:pt x="85534" y="227171"/>
                  </a:lnTo>
                  <a:lnTo>
                    <a:pt x="61965" y="68389"/>
                  </a:ln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795;p18">
              <a:extLst>
                <a:ext uri="{FF2B5EF4-FFF2-40B4-BE49-F238E27FC236}">
                  <a16:creationId xmlns:a16="http://schemas.microsoft.com/office/drawing/2014/main" id="{A8AD5909-7377-AAD1-D2E8-4D78B1502734}"/>
                </a:ext>
              </a:extLst>
            </p:cNvPr>
            <p:cNvSpPr/>
            <p:nvPr/>
          </p:nvSpPr>
          <p:spPr>
            <a:xfrm>
              <a:off x="6184541" y="2902850"/>
              <a:ext cx="133813" cy="257894"/>
            </a:xfrm>
            <a:custGeom>
              <a:avLst/>
              <a:gdLst/>
              <a:ahLst/>
              <a:cxnLst/>
              <a:rect l="l" t="t" r="r" b="b"/>
              <a:pathLst>
                <a:path w="133813" h="257894" extrusionOk="0">
                  <a:moveTo>
                    <a:pt x="0" y="6275"/>
                  </a:moveTo>
                  <a:cubicBezTo>
                    <a:pt x="30935" y="-8136"/>
                    <a:pt x="67743" y="3008"/>
                    <a:pt x="85534" y="32183"/>
                  </a:cubicBezTo>
                  <a:cubicBezTo>
                    <a:pt x="108153" y="69712"/>
                    <a:pt x="131627" y="198490"/>
                    <a:pt x="133813" y="220492"/>
                  </a:cubicBezTo>
                  <a:cubicBezTo>
                    <a:pt x="133813" y="220492"/>
                    <a:pt x="102071" y="264403"/>
                    <a:pt x="54457" y="25706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796;p18">
              <a:extLst>
                <a:ext uri="{FF2B5EF4-FFF2-40B4-BE49-F238E27FC236}">
                  <a16:creationId xmlns:a16="http://schemas.microsoft.com/office/drawing/2014/main" id="{7319DAE3-263C-00FC-926A-D3A9AD542150}"/>
                </a:ext>
              </a:extLst>
            </p:cNvPr>
            <p:cNvSpPr/>
            <p:nvPr/>
          </p:nvSpPr>
          <p:spPr>
            <a:xfrm>
              <a:off x="5735029" y="4688404"/>
              <a:ext cx="288490" cy="162715"/>
            </a:xfrm>
            <a:custGeom>
              <a:avLst/>
              <a:gdLst/>
              <a:ahLst/>
              <a:cxnLst/>
              <a:rect l="l" t="t" r="r" b="b"/>
              <a:pathLst>
                <a:path w="288490" h="162715" extrusionOk="0">
                  <a:moveTo>
                    <a:pt x="273882" y="39044"/>
                  </a:moveTo>
                  <a:cubicBezTo>
                    <a:pt x="240419" y="48340"/>
                    <a:pt x="204647" y="43997"/>
                    <a:pt x="174377" y="26947"/>
                  </a:cubicBezTo>
                  <a:cubicBezTo>
                    <a:pt x="150428" y="27709"/>
                    <a:pt x="20321" y="-28108"/>
                    <a:pt x="2644" y="18756"/>
                  </a:cubicBezTo>
                  <a:cubicBezTo>
                    <a:pt x="-12847" y="59808"/>
                    <a:pt x="43510" y="97813"/>
                    <a:pt x="73637" y="105147"/>
                  </a:cubicBezTo>
                  <a:cubicBezTo>
                    <a:pt x="139308" y="121054"/>
                    <a:pt x="187683" y="153915"/>
                    <a:pt x="214293" y="159440"/>
                  </a:cubicBezTo>
                  <a:cubicBezTo>
                    <a:pt x="233966" y="163631"/>
                    <a:pt x="259436" y="166393"/>
                    <a:pt x="275118" y="150867"/>
                  </a:cubicBezTo>
                  <a:cubicBezTo>
                    <a:pt x="293935" y="132293"/>
                    <a:pt x="292319" y="63523"/>
                    <a:pt x="273882" y="39044"/>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797;p18">
              <a:extLst>
                <a:ext uri="{FF2B5EF4-FFF2-40B4-BE49-F238E27FC236}">
                  <a16:creationId xmlns:a16="http://schemas.microsoft.com/office/drawing/2014/main" id="{8C74641B-B7B5-CFF6-FDA1-26430FA4B17C}"/>
                </a:ext>
              </a:extLst>
            </p:cNvPr>
            <p:cNvSpPr/>
            <p:nvPr/>
          </p:nvSpPr>
          <p:spPr>
            <a:xfrm>
              <a:off x="5735111" y="4715446"/>
              <a:ext cx="283683" cy="135768"/>
            </a:xfrm>
            <a:custGeom>
              <a:avLst/>
              <a:gdLst/>
              <a:ahLst/>
              <a:cxnLst/>
              <a:rect l="l" t="t" r="r" b="b"/>
              <a:pathLst>
                <a:path w="283683" h="135768" extrusionOk="0">
                  <a:moveTo>
                    <a:pt x="214211" y="121063"/>
                  </a:moveTo>
                  <a:cubicBezTo>
                    <a:pt x="187885" y="115538"/>
                    <a:pt x="139226" y="82963"/>
                    <a:pt x="73555" y="66675"/>
                  </a:cubicBezTo>
                  <a:cubicBezTo>
                    <a:pt x="48275" y="60579"/>
                    <a:pt x="4843" y="32861"/>
                    <a:pt x="471" y="0"/>
                  </a:cubicBezTo>
                  <a:cubicBezTo>
                    <a:pt x="-5422" y="38100"/>
                    <a:pt x="45424" y="71342"/>
                    <a:pt x="73555" y="78200"/>
                  </a:cubicBezTo>
                  <a:cubicBezTo>
                    <a:pt x="139226" y="94107"/>
                    <a:pt x="187600" y="126968"/>
                    <a:pt x="214211" y="132493"/>
                  </a:cubicBezTo>
                  <a:cubicBezTo>
                    <a:pt x="233884" y="136684"/>
                    <a:pt x="259354" y="139446"/>
                    <a:pt x="275035" y="123920"/>
                  </a:cubicBezTo>
                  <a:cubicBezTo>
                    <a:pt x="279074" y="119415"/>
                    <a:pt x="282040" y="114033"/>
                    <a:pt x="283684" y="108204"/>
                  </a:cubicBezTo>
                  <a:cubicBezTo>
                    <a:pt x="263859" y="123254"/>
                    <a:pt x="238094" y="128026"/>
                    <a:pt x="214211" y="12106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798;p18">
              <a:extLst>
                <a:ext uri="{FF2B5EF4-FFF2-40B4-BE49-F238E27FC236}">
                  <a16:creationId xmlns:a16="http://schemas.microsoft.com/office/drawing/2014/main" id="{A821F2E6-1B4A-1814-4032-4D3FC1985427}"/>
                </a:ext>
              </a:extLst>
            </p:cNvPr>
            <p:cNvSpPr/>
            <p:nvPr/>
          </p:nvSpPr>
          <p:spPr>
            <a:xfrm>
              <a:off x="5946488" y="4593442"/>
              <a:ext cx="288134" cy="162731"/>
            </a:xfrm>
            <a:custGeom>
              <a:avLst/>
              <a:gdLst/>
              <a:ahLst/>
              <a:cxnLst/>
              <a:rect l="l" t="t" r="r" b="b"/>
              <a:pathLst>
                <a:path w="288134" h="162731" extrusionOk="0">
                  <a:moveTo>
                    <a:pt x="273882" y="39041"/>
                  </a:moveTo>
                  <a:cubicBezTo>
                    <a:pt x="240429" y="48319"/>
                    <a:pt x="204675" y="44004"/>
                    <a:pt x="174377" y="27040"/>
                  </a:cubicBezTo>
                  <a:cubicBezTo>
                    <a:pt x="150428" y="27707"/>
                    <a:pt x="20321" y="-28110"/>
                    <a:pt x="2644" y="18753"/>
                  </a:cubicBezTo>
                  <a:cubicBezTo>
                    <a:pt x="-12847" y="59806"/>
                    <a:pt x="43510" y="97810"/>
                    <a:pt x="73637" y="105145"/>
                  </a:cubicBezTo>
                  <a:cubicBezTo>
                    <a:pt x="139308" y="121051"/>
                    <a:pt x="187683" y="153913"/>
                    <a:pt x="214293" y="159533"/>
                  </a:cubicBezTo>
                  <a:cubicBezTo>
                    <a:pt x="234061" y="163628"/>
                    <a:pt x="259436" y="166391"/>
                    <a:pt x="275118" y="150865"/>
                  </a:cubicBezTo>
                  <a:cubicBezTo>
                    <a:pt x="293460" y="132291"/>
                    <a:pt x="291844" y="63521"/>
                    <a:pt x="273882" y="390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799;p18">
              <a:extLst>
                <a:ext uri="{FF2B5EF4-FFF2-40B4-BE49-F238E27FC236}">
                  <a16:creationId xmlns:a16="http://schemas.microsoft.com/office/drawing/2014/main" id="{1E87E57D-0863-9B37-D1D0-FF08C50DE5E1}"/>
                </a:ext>
              </a:extLst>
            </p:cNvPr>
            <p:cNvSpPr/>
            <p:nvPr/>
          </p:nvSpPr>
          <p:spPr>
            <a:xfrm>
              <a:off x="5946095" y="4620482"/>
              <a:ext cx="283683" cy="135691"/>
            </a:xfrm>
            <a:custGeom>
              <a:avLst/>
              <a:gdLst/>
              <a:ahLst/>
              <a:cxnLst/>
              <a:rect l="l" t="t" r="r" b="b"/>
              <a:pathLst>
                <a:path w="283683" h="135691" extrusionOk="0">
                  <a:moveTo>
                    <a:pt x="214211" y="121063"/>
                  </a:moveTo>
                  <a:cubicBezTo>
                    <a:pt x="187885" y="115538"/>
                    <a:pt x="139226" y="82963"/>
                    <a:pt x="73555" y="66675"/>
                  </a:cubicBezTo>
                  <a:cubicBezTo>
                    <a:pt x="48275" y="60579"/>
                    <a:pt x="4842" y="32956"/>
                    <a:pt x="471" y="0"/>
                  </a:cubicBezTo>
                  <a:cubicBezTo>
                    <a:pt x="-5422" y="38100"/>
                    <a:pt x="45424" y="71247"/>
                    <a:pt x="73555" y="78105"/>
                  </a:cubicBezTo>
                  <a:cubicBezTo>
                    <a:pt x="139226" y="94012"/>
                    <a:pt x="187600" y="126873"/>
                    <a:pt x="214211" y="132493"/>
                  </a:cubicBezTo>
                  <a:cubicBezTo>
                    <a:pt x="233979" y="136588"/>
                    <a:pt x="259354" y="139351"/>
                    <a:pt x="275035" y="123825"/>
                  </a:cubicBezTo>
                  <a:cubicBezTo>
                    <a:pt x="279074" y="119320"/>
                    <a:pt x="282039" y="113938"/>
                    <a:pt x="283683" y="108109"/>
                  </a:cubicBezTo>
                  <a:cubicBezTo>
                    <a:pt x="263868" y="123187"/>
                    <a:pt x="238113" y="127997"/>
                    <a:pt x="214211" y="12106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800;p18">
              <a:extLst>
                <a:ext uri="{FF2B5EF4-FFF2-40B4-BE49-F238E27FC236}">
                  <a16:creationId xmlns:a16="http://schemas.microsoft.com/office/drawing/2014/main" id="{46C36F06-481D-60B2-EB19-B7E790E5D877}"/>
                </a:ext>
              </a:extLst>
            </p:cNvPr>
            <p:cNvSpPr/>
            <p:nvPr/>
          </p:nvSpPr>
          <p:spPr>
            <a:xfrm>
              <a:off x="5812467" y="3540156"/>
              <a:ext cx="422006" cy="1193603"/>
            </a:xfrm>
            <a:custGeom>
              <a:avLst/>
              <a:gdLst/>
              <a:ahLst/>
              <a:cxnLst/>
              <a:rect l="l" t="t" r="r" b="b"/>
              <a:pathLst>
                <a:path w="422006" h="1193603" extrusionOk="0">
                  <a:moveTo>
                    <a:pt x="409993" y="738092"/>
                  </a:moveTo>
                  <a:cubicBezTo>
                    <a:pt x="404434" y="689638"/>
                    <a:pt x="394379" y="641804"/>
                    <a:pt x="379961" y="595217"/>
                  </a:cubicBezTo>
                  <a:cubicBezTo>
                    <a:pt x="379961" y="595217"/>
                    <a:pt x="388990" y="471964"/>
                    <a:pt x="393457" y="355092"/>
                  </a:cubicBezTo>
                  <a:cubicBezTo>
                    <a:pt x="398589" y="222504"/>
                    <a:pt x="444397" y="105823"/>
                    <a:pt x="408188" y="0"/>
                  </a:cubicBezTo>
                  <a:lnTo>
                    <a:pt x="0" y="90964"/>
                  </a:lnTo>
                  <a:cubicBezTo>
                    <a:pt x="0" y="90964"/>
                    <a:pt x="24710" y="619601"/>
                    <a:pt x="30222" y="683609"/>
                  </a:cubicBezTo>
                  <a:cubicBezTo>
                    <a:pt x="33216" y="733349"/>
                    <a:pt x="39308" y="782841"/>
                    <a:pt x="48469" y="831818"/>
                  </a:cubicBezTo>
                  <a:cubicBezTo>
                    <a:pt x="67477" y="934402"/>
                    <a:pt x="97414" y="1178528"/>
                    <a:pt x="97414" y="1178528"/>
                  </a:cubicBezTo>
                  <a:cubicBezTo>
                    <a:pt x="140561" y="1203674"/>
                    <a:pt x="197204" y="1189768"/>
                    <a:pt x="197204" y="1189768"/>
                  </a:cubicBezTo>
                  <a:cubicBezTo>
                    <a:pt x="197204" y="1189768"/>
                    <a:pt x="194163" y="881063"/>
                    <a:pt x="191311" y="807148"/>
                  </a:cubicBezTo>
                  <a:cubicBezTo>
                    <a:pt x="187985" y="716851"/>
                    <a:pt x="185229" y="723709"/>
                    <a:pt x="185229" y="723709"/>
                  </a:cubicBezTo>
                  <a:lnTo>
                    <a:pt x="198819" y="499110"/>
                  </a:lnTo>
                  <a:lnTo>
                    <a:pt x="207658" y="387286"/>
                  </a:lnTo>
                  <a:cubicBezTo>
                    <a:pt x="207658" y="387286"/>
                    <a:pt x="218967" y="469392"/>
                    <a:pt x="226665" y="542734"/>
                  </a:cubicBezTo>
                  <a:cubicBezTo>
                    <a:pt x="233033" y="606647"/>
                    <a:pt x="248429" y="664464"/>
                    <a:pt x="265631" y="783526"/>
                  </a:cubicBezTo>
                  <a:cubicBezTo>
                    <a:pt x="280552" y="886777"/>
                    <a:pt x="304787" y="1094232"/>
                    <a:pt x="304787" y="1094232"/>
                  </a:cubicBezTo>
                  <a:cubicBezTo>
                    <a:pt x="347934" y="1119473"/>
                    <a:pt x="406572" y="1098518"/>
                    <a:pt x="406572" y="1098518"/>
                  </a:cubicBezTo>
                  <a:cubicBezTo>
                    <a:pt x="406572" y="1098518"/>
                    <a:pt x="421683" y="827627"/>
                    <a:pt x="409993" y="73809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801;p18">
              <a:extLst>
                <a:ext uri="{FF2B5EF4-FFF2-40B4-BE49-F238E27FC236}">
                  <a16:creationId xmlns:a16="http://schemas.microsoft.com/office/drawing/2014/main" id="{FAC5C6D6-18E9-243B-2B14-3C76BD5A4322}"/>
                </a:ext>
              </a:extLst>
            </p:cNvPr>
            <p:cNvSpPr/>
            <p:nvPr/>
          </p:nvSpPr>
          <p:spPr>
            <a:xfrm>
              <a:off x="5874419" y="2560474"/>
              <a:ext cx="305952" cy="491697"/>
            </a:xfrm>
            <a:custGeom>
              <a:avLst/>
              <a:gdLst/>
              <a:ahLst/>
              <a:cxnLst/>
              <a:rect l="l" t="t" r="r" b="b"/>
              <a:pathLst>
                <a:path w="305952" h="491697" extrusionOk="0">
                  <a:moveTo>
                    <a:pt x="288928" y="350842"/>
                  </a:moveTo>
                  <a:cubicBezTo>
                    <a:pt x="257851" y="352366"/>
                    <a:pt x="234756" y="360367"/>
                    <a:pt x="230860" y="350842"/>
                  </a:cubicBezTo>
                  <a:cubicBezTo>
                    <a:pt x="227496" y="334783"/>
                    <a:pt x="225120" y="318523"/>
                    <a:pt x="223732" y="302169"/>
                  </a:cubicBezTo>
                  <a:cubicBezTo>
                    <a:pt x="227343" y="293120"/>
                    <a:pt x="230385" y="283119"/>
                    <a:pt x="230385" y="283119"/>
                  </a:cubicBezTo>
                  <a:cubicBezTo>
                    <a:pt x="269445" y="259021"/>
                    <a:pt x="281800" y="216444"/>
                    <a:pt x="286932" y="167486"/>
                  </a:cubicBezTo>
                  <a:cubicBezTo>
                    <a:pt x="295676" y="83285"/>
                    <a:pt x="250248" y="9656"/>
                    <a:pt x="166329" y="798"/>
                  </a:cubicBezTo>
                  <a:cubicBezTo>
                    <a:pt x="87353" y="-7393"/>
                    <a:pt x="29285" y="48423"/>
                    <a:pt x="13793" y="124623"/>
                  </a:cubicBezTo>
                  <a:cubicBezTo>
                    <a:pt x="5430" y="162723"/>
                    <a:pt x="-11201" y="233589"/>
                    <a:pt x="11323" y="296073"/>
                  </a:cubicBezTo>
                  <a:cubicBezTo>
                    <a:pt x="23867" y="330744"/>
                    <a:pt x="39834" y="358271"/>
                    <a:pt x="56180" y="363605"/>
                  </a:cubicBezTo>
                  <a:cubicBezTo>
                    <a:pt x="71833" y="363205"/>
                    <a:pt x="87448" y="361834"/>
                    <a:pt x="102939" y="359510"/>
                  </a:cubicBezTo>
                  <a:lnTo>
                    <a:pt x="102939" y="359510"/>
                  </a:lnTo>
                  <a:cubicBezTo>
                    <a:pt x="102939" y="359510"/>
                    <a:pt x="107121" y="382941"/>
                    <a:pt x="110067" y="397610"/>
                  </a:cubicBezTo>
                  <a:cubicBezTo>
                    <a:pt x="113013" y="412278"/>
                    <a:pt x="111777" y="420565"/>
                    <a:pt x="82031" y="438948"/>
                  </a:cubicBezTo>
                  <a:cubicBezTo>
                    <a:pt x="52284" y="457331"/>
                    <a:pt x="127079" y="495241"/>
                    <a:pt x="176023" y="491431"/>
                  </a:cubicBezTo>
                  <a:cubicBezTo>
                    <a:pt x="224968" y="487621"/>
                    <a:pt x="279424" y="458951"/>
                    <a:pt x="294440" y="426851"/>
                  </a:cubicBezTo>
                  <a:cubicBezTo>
                    <a:pt x="311262" y="391514"/>
                    <a:pt x="309837" y="349794"/>
                    <a:pt x="288928" y="35084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802;p18">
              <a:extLst>
                <a:ext uri="{FF2B5EF4-FFF2-40B4-BE49-F238E27FC236}">
                  <a16:creationId xmlns:a16="http://schemas.microsoft.com/office/drawing/2014/main" id="{0A9C8D95-1622-F6F1-30F8-1CCBEAA6D865}"/>
                </a:ext>
              </a:extLst>
            </p:cNvPr>
            <p:cNvSpPr/>
            <p:nvPr/>
          </p:nvSpPr>
          <p:spPr>
            <a:xfrm>
              <a:off x="5809360" y="2908700"/>
              <a:ext cx="471048" cy="781597"/>
            </a:xfrm>
            <a:custGeom>
              <a:avLst/>
              <a:gdLst/>
              <a:ahLst/>
              <a:cxnLst/>
              <a:rect l="l" t="t" r="r" b="b"/>
              <a:pathLst>
                <a:path w="471048" h="781597" extrusionOk="0">
                  <a:moveTo>
                    <a:pt x="308559" y="7283"/>
                  </a:moveTo>
                  <a:cubicBezTo>
                    <a:pt x="317113" y="28715"/>
                    <a:pt x="295254" y="54908"/>
                    <a:pt x="236901" y="73482"/>
                  </a:cubicBezTo>
                  <a:cubicBezTo>
                    <a:pt x="178547" y="92056"/>
                    <a:pt x="173225" y="68243"/>
                    <a:pt x="173225" y="68243"/>
                  </a:cubicBezTo>
                  <a:cubicBezTo>
                    <a:pt x="173225" y="68243"/>
                    <a:pt x="87691" y="107296"/>
                    <a:pt x="59750" y="126822"/>
                  </a:cubicBezTo>
                  <a:cubicBezTo>
                    <a:pt x="24776" y="151396"/>
                    <a:pt x="9190" y="222072"/>
                    <a:pt x="4438" y="342373"/>
                  </a:cubicBezTo>
                  <a:cubicBezTo>
                    <a:pt x="-979" y="481152"/>
                    <a:pt x="-1454" y="686987"/>
                    <a:pt x="3107" y="722516"/>
                  </a:cubicBezTo>
                  <a:cubicBezTo>
                    <a:pt x="3107" y="722516"/>
                    <a:pt x="68589" y="787952"/>
                    <a:pt x="152412" y="781094"/>
                  </a:cubicBezTo>
                  <a:cubicBezTo>
                    <a:pt x="236235" y="774236"/>
                    <a:pt x="377272" y="699846"/>
                    <a:pt x="411485" y="642410"/>
                  </a:cubicBezTo>
                  <a:cubicBezTo>
                    <a:pt x="410535" y="520776"/>
                    <a:pt x="396279" y="500964"/>
                    <a:pt x="415952" y="430860"/>
                  </a:cubicBezTo>
                  <a:cubicBezTo>
                    <a:pt x="461000" y="270364"/>
                    <a:pt x="484664" y="204641"/>
                    <a:pt x="462806" y="97961"/>
                  </a:cubicBezTo>
                  <a:cubicBezTo>
                    <a:pt x="444748" y="10045"/>
                    <a:pt x="419469" y="-813"/>
                    <a:pt x="384875" y="44"/>
                  </a:cubicBezTo>
                  <a:cubicBezTo>
                    <a:pt x="359329" y="1092"/>
                    <a:pt x="333849" y="3511"/>
                    <a:pt x="308559" y="7283"/>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803;p18">
              <a:extLst>
                <a:ext uri="{FF2B5EF4-FFF2-40B4-BE49-F238E27FC236}">
                  <a16:creationId xmlns:a16="http://schemas.microsoft.com/office/drawing/2014/main" id="{17DE4EC7-E6DB-2EBC-CBF7-9A1F08B0FB64}"/>
                </a:ext>
              </a:extLst>
            </p:cNvPr>
            <p:cNvSpPr/>
            <p:nvPr/>
          </p:nvSpPr>
          <p:spPr>
            <a:xfrm>
              <a:off x="5348856" y="3006224"/>
              <a:ext cx="597933" cy="466333"/>
            </a:xfrm>
            <a:custGeom>
              <a:avLst/>
              <a:gdLst/>
              <a:ahLst/>
              <a:cxnLst/>
              <a:rect l="l" t="t" r="r" b="b"/>
              <a:pathLst>
                <a:path w="597933" h="466333" extrusionOk="0">
                  <a:moveTo>
                    <a:pt x="333219" y="359529"/>
                  </a:moveTo>
                  <a:cubicBezTo>
                    <a:pt x="402027" y="376960"/>
                    <a:pt x="418183" y="333431"/>
                    <a:pt x="427212" y="297522"/>
                  </a:cubicBezTo>
                  <a:cubicBezTo>
                    <a:pt x="449070" y="210368"/>
                    <a:pt x="460855" y="131691"/>
                    <a:pt x="477202" y="82161"/>
                  </a:cubicBezTo>
                  <a:cubicBezTo>
                    <a:pt x="496209" y="23868"/>
                    <a:pt x="516547" y="14629"/>
                    <a:pt x="544773" y="3199"/>
                  </a:cubicBezTo>
                  <a:cubicBezTo>
                    <a:pt x="578037" y="-10136"/>
                    <a:pt x="606548" y="17963"/>
                    <a:pt x="595524" y="92258"/>
                  </a:cubicBezTo>
                  <a:cubicBezTo>
                    <a:pt x="582408" y="180078"/>
                    <a:pt x="565302" y="241705"/>
                    <a:pt x="532513" y="345623"/>
                  </a:cubicBezTo>
                  <a:cubicBezTo>
                    <a:pt x="523960" y="372769"/>
                    <a:pt x="504763" y="420966"/>
                    <a:pt x="476061" y="444302"/>
                  </a:cubicBezTo>
                  <a:cubicBezTo>
                    <a:pt x="440517" y="472877"/>
                    <a:pt x="387106" y="471829"/>
                    <a:pt x="306228" y="451636"/>
                  </a:cubicBezTo>
                  <a:cubicBezTo>
                    <a:pt x="271730" y="443064"/>
                    <a:pt x="233905" y="422394"/>
                    <a:pt x="168708" y="391915"/>
                  </a:cubicBezTo>
                  <a:cubicBezTo>
                    <a:pt x="151222" y="383723"/>
                    <a:pt x="137536" y="378294"/>
                    <a:pt x="103988" y="362577"/>
                  </a:cubicBezTo>
                  <a:cubicBezTo>
                    <a:pt x="70439" y="346861"/>
                    <a:pt x="35370" y="320667"/>
                    <a:pt x="17789" y="295141"/>
                  </a:cubicBezTo>
                  <a:cubicBezTo>
                    <a:pt x="207" y="269614"/>
                    <a:pt x="-2169" y="257041"/>
                    <a:pt x="1442" y="251707"/>
                  </a:cubicBezTo>
                  <a:cubicBezTo>
                    <a:pt x="5909" y="244372"/>
                    <a:pt x="13892" y="245991"/>
                    <a:pt x="23301" y="256755"/>
                  </a:cubicBezTo>
                  <a:cubicBezTo>
                    <a:pt x="36872" y="274966"/>
                    <a:pt x="53646" y="290521"/>
                    <a:pt x="72815" y="302665"/>
                  </a:cubicBezTo>
                  <a:cubicBezTo>
                    <a:pt x="72815" y="302665"/>
                    <a:pt x="51052" y="280186"/>
                    <a:pt x="39267" y="265613"/>
                  </a:cubicBezTo>
                  <a:cubicBezTo>
                    <a:pt x="28727" y="252611"/>
                    <a:pt x="19974" y="238267"/>
                    <a:pt x="13227" y="222941"/>
                  </a:cubicBezTo>
                  <a:cubicBezTo>
                    <a:pt x="7049" y="208082"/>
                    <a:pt x="19879" y="187889"/>
                    <a:pt x="29573" y="198462"/>
                  </a:cubicBezTo>
                  <a:cubicBezTo>
                    <a:pt x="39267" y="209034"/>
                    <a:pt x="44019" y="219893"/>
                    <a:pt x="61791" y="241229"/>
                  </a:cubicBezTo>
                  <a:cubicBezTo>
                    <a:pt x="71124" y="252649"/>
                    <a:pt x="81816" y="262889"/>
                    <a:pt x="93629" y="271709"/>
                  </a:cubicBezTo>
                  <a:cubicBezTo>
                    <a:pt x="82595" y="256641"/>
                    <a:pt x="72777" y="240714"/>
                    <a:pt x="64262" y="224084"/>
                  </a:cubicBezTo>
                  <a:cubicBezTo>
                    <a:pt x="56649" y="211158"/>
                    <a:pt x="52924" y="196309"/>
                    <a:pt x="53523" y="181317"/>
                  </a:cubicBezTo>
                  <a:cubicBezTo>
                    <a:pt x="53998" y="173506"/>
                    <a:pt x="65022" y="164267"/>
                    <a:pt x="75286" y="179031"/>
                  </a:cubicBezTo>
                  <a:cubicBezTo>
                    <a:pt x="84790" y="192270"/>
                    <a:pt x="90682" y="213035"/>
                    <a:pt x="112256" y="235609"/>
                  </a:cubicBezTo>
                  <a:cubicBezTo>
                    <a:pt x="127937" y="251897"/>
                    <a:pt x="141338" y="261327"/>
                    <a:pt x="141718" y="256755"/>
                  </a:cubicBezTo>
                  <a:cubicBezTo>
                    <a:pt x="142098" y="252183"/>
                    <a:pt x="132214" y="243324"/>
                    <a:pt x="126607" y="224274"/>
                  </a:cubicBezTo>
                  <a:cubicBezTo>
                    <a:pt x="121000" y="205224"/>
                    <a:pt x="126607" y="185127"/>
                    <a:pt x="137156" y="182936"/>
                  </a:cubicBezTo>
                  <a:cubicBezTo>
                    <a:pt x="147705" y="180745"/>
                    <a:pt x="145614" y="181317"/>
                    <a:pt x="153978" y="199128"/>
                  </a:cubicBezTo>
                  <a:cubicBezTo>
                    <a:pt x="162341" y="216940"/>
                    <a:pt x="175361" y="230085"/>
                    <a:pt x="185245" y="256278"/>
                  </a:cubicBezTo>
                  <a:cubicBezTo>
                    <a:pt x="190634" y="274624"/>
                    <a:pt x="200423" y="291369"/>
                    <a:pt x="213757" y="305047"/>
                  </a:cubicBezTo>
                  <a:cubicBezTo>
                    <a:pt x="230483" y="323144"/>
                    <a:pt x="267833" y="343051"/>
                    <a:pt x="333219" y="359529"/>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804;p18">
              <a:extLst>
                <a:ext uri="{FF2B5EF4-FFF2-40B4-BE49-F238E27FC236}">
                  <a16:creationId xmlns:a16="http://schemas.microsoft.com/office/drawing/2014/main" id="{81F310C4-AB6A-2EAC-DF47-B884122A8D4C}"/>
                </a:ext>
              </a:extLst>
            </p:cNvPr>
            <p:cNvSpPr/>
            <p:nvPr/>
          </p:nvSpPr>
          <p:spPr>
            <a:xfrm>
              <a:off x="5786047" y="2996305"/>
              <a:ext cx="182011" cy="266828"/>
            </a:xfrm>
            <a:custGeom>
              <a:avLst/>
              <a:gdLst/>
              <a:ahLst/>
              <a:cxnLst/>
              <a:rect l="l" t="t" r="r" b="b"/>
              <a:pathLst>
                <a:path w="182011" h="266828" extrusionOk="0">
                  <a:moveTo>
                    <a:pt x="133053" y="1213"/>
                  </a:moveTo>
                  <a:cubicBezTo>
                    <a:pt x="87150" y="-5550"/>
                    <a:pt x="54742" y="15119"/>
                    <a:pt x="34404" y="84937"/>
                  </a:cubicBezTo>
                  <a:cubicBezTo>
                    <a:pt x="14066" y="154755"/>
                    <a:pt x="0" y="211905"/>
                    <a:pt x="0" y="211905"/>
                  </a:cubicBezTo>
                  <a:cubicBezTo>
                    <a:pt x="18143" y="238194"/>
                    <a:pt x="45666" y="256502"/>
                    <a:pt x="76886" y="263055"/>
                  </a:cubicBezTo>
                  <a:cubicBezTo>
                    <a:pt x="131818" y="276390"/>
                    <a:pt x="151586" y="250101"/>
                    <a:pt x="151586" y="250101"/>
                  </a:cubicBezTo>
                  <a:cubicBezTo>
                    <a:pt x="151586" y="250101"/>
                    <a:pt x="166886" y="177044"/>
                    <a:pt x="176390" y="127323"/>
                  </a:cubicBezTo>
                  <a:cubicBezTo>
                    <a:pt x="185894" y="77603"/>
                    <a:pt x="189886" y="9594"/>
                    <a:pt x="133053" y="1213"/>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48" name="Google Shape;805;p18">
              <a:extLst>
                <a:ext uri="{FF2B5EF4-FFF2-40B4-BE49-F238E27FC236}">
                  <a16:creationId xmlns:a16="http://schemas.microsoft.com/office/drawing/2014/main" id="{6F9EB32D-585F-47D5-C2F8-6C9ACFC26E3D}"/>
                </a:ext>
              </a:extLst>
            </p:cNvPr>
            <p:cNvSpPr/>
            <p:nvPr/>
          </p:nvSpPr>
          <p:spPr>
            <a:xfrm>
              <a:off x="5873666" y="2538911"/>
              <a:ext cx="296973" cy="328330"/>
            </a:xfrm>
            <a:custGeom>
              <a:avLst/>
              <a:gdLst/>
              <a:ahLst/>
              <a:cxnLst/>
              <a:rect l="l" t="t" r="r" b="b"/>
              <a:pathLst>
                <a:path w="296973" h="328330" extrusionOk="0">
                  <a:moveTo>
                    <a:pt x="16733" y="135613"/>
                  </a:moveTo>
                  <a:cubicBezTo>
                    <a:pt x="16733" y="135613"/>
                    <a:pt x="-55876" y="25123"/>
                    <a:pt x="101411" y="2263"/>
                  </a:cubicBezTo>
                  <a:cubicBezTo>
                    <a:pt x="214791" y="-13930"/>
                    <a:pt x="287686" y="59413"/>
                    <a:pt x="296049" y="138280"/>
                  </a:cubicBezTo>
                  <a:cubicBezTo>
                    <a:pt x="304127" y="214003"/>
                    <a:pt x="257558" y="292585"/>
                    <a:pt x="224010" y="323827"/>
                  </a:cubicBezTo>
                  <a:cubicBezTo>
                    <a:pt x="207664" y="329637"/>
                    <a:pt x="172309" y="333352"/>
                    <a:pt x="126026" y="311920"/>
                  </a:cubicBezTo>
                  <a:cubicBezTo>
                    <a:pt x="124144" y="291308"/>
                    <a:pt x="123413" y="270611"/>
                    <a:pt x="123840" y="249913"/>
                  </a:cubicBezTo>
                  <a:cubicBezTo>
                    <a:pt x="123840" y="249913"/>
                    <a:pt x="179152" y="133612"/>
                    <a:pt x="16733" y="13561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49" name="Google Shape;806;p18">
              <a:extLst>
                <a:ext uri="{FF2B5EF4-FFF2-40B4-BE49-F238E27FC236}">
                  <a16:creationId xmlns:a16="http://schemas.microsoft.com/office/drawing/2014/main" id="{89B39E3B-2659-A004-9483-2F9F15586C31}"/>
                </a:ext>
              </a:extLst>
            </p:cNvPr>
            <p:cNvSpPr/>
            <p:nvPr/>
          </p:nvSpPr>
          <p:spPr>
            <a:xfrm>
              <a:off x="4255557" y="1955958"/>
              <a:ext cx="334153" cy="334898"/>
            </a:xfrm>
            <a:custGeom>
              <a:avLst/>
              <a:gdLst/>
              <a:ahLst/>
              <a:cxnLst/>
              <a:rect l="l" t="t" r="r" b="b"/>
              <a:pathLst>
                <a:path w="334153" h="334898" extrusionOk="0">
                  <a:moveTo>
                    <a:pt x="334153" y="167449"/>
                  </a:moveTo>
                  <a:cubicBezTo>
                    <a:pt x="334153" y="259929"/>
                    <a:pt x="259351" y="334899"/>
                    <a:pt x="167077" y="334899"/>
                  </a:cubicBezTo>
                  <a:cubicBezTo>
                    <a:pt x="74803" y="334899"/>
                    <a:pt x="0" y="259929"/>
                    <a:pt x="0" y="167449"/>
                  </a:cubicBezTo>
                  <a:cubicBezTo>
                    <a:pt x="0" y="74970"/>
                    <a:pt x="74803" y="0"/>
                    <a:pt x="167077" y="0"/>
                  </a:cubicBezTo>
                  <a:cubicBezTo>
                    <a:pt x="259351" y="0"/>
                    <a:pt x="334153" y="74970"/>
                    <a:pt x="334153" y="167449"/>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0" name="Google Shape;807;p18">
              <a:extLst>
                <a:ext uri="{FF2B5EF4-FFF2-40B4-BE49-F238E27FC236}">
                  <a16:creationId xmlns:a16="http://schemas.microsoft.com/office/drawing/2014/main" id="{B32DE39C-AE2C-3132-9CEA-F52CBA60400C}"/>
                </a:ext>
              </a:extLst>
            </p:cNvPr>
            <p:cNvSpPr/>
            <p:nvPr/>
          </p:nvSpPr>
          <p:spPr>
            <a:xfrm>
              <a:off x="4197204" y="1948719"/>
              <a:ext cx="450859" cy="225075"/>
            </a:xfrm>
            <a:custGeom>
              <a:avLst/>
              <a:gdLst/>
              <a:ahLst/>
              <a:cxnLst/>
              <a:rect l="l" t="t" r="r" b="b"/>
              <a:pathLst>
                <a:path w="450859" h="225075" extrusionOk="0">
                  <a:moveTo>
                    <a:pt x="225430" y="225076"/>
                  </a:moveTo>
                  <a:cubicBezTo>
                    <a:pt x="162040" y="225076"/>
                    <a:pt x="100645" y="210598"/>
                    <a:pt x="57023" y="185357"/>
                  </a:cubicBezTo>
                  <a:cubicBezTo>
                    <a:pt x="20623" y="164306"/>
                    <a:pt x="0" y="137732"/>
                    <a:pt x="0" y="112586"/>
                  </a:cubicBezTo>
                  <a:cubicBezTo>
                    <a:pt x="0" y="87440"/>
                    <a:pt x="20908" y="60865"/>
                    <a:pt x="57023" y="39719"/>
                  </a:cubicBezTo>
                  <a:cubicBezTo>
                    <a:pt x="100645" y="14478"/>
                    <a:pt x="161564" y="0"/>
                    <a:pt x="225430" y="0"/>
                  </a:cubicBezTo>
                  <a:cubicBezTo>
                    <a:pt x="289295" y="0"/>
                    <a:pt x="350120" y="14478"/>
                    <a:pt x="393837" y="39719"/>
                  </a:cubicBezTo>
                  <a:cubicBezTo>
                    <a:pt x="430237" y="60865"/>
                    <a:pt x="450860" y="87344"/>
                    <a:pt x="450860" y="112586"/>
                  </a:cubicBezTo>
                  <a:cubicBezTo>
                    <a:pt x="450860" y="137827"/>
                    <a:pt x="430046" y="164306"/>
                    <a:pt x="393837" y="185357"/>
                  </a:cubicBezTo>
                  <a:cubicBezTo>
                    <a:pt x="350500" y="210598"/>
                    <a:pt x="288725" y="225076"/>
                    <a:pt x="225430" y="225076"/>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1" name="Google Shape;808;p18">
              <a:extLst>
                <a:ext uri="{FF2B5EF4-FFF2-40B4-BE49-F238E27FC236}">
                  <a16:creationId xmlns:a16="http://schemas.microsoft.com/office/drawing/2014/main" id="{4759E0B4-499B-44F5-468B-6742AAF09F37}"/>
                </a:ext>
              </a:extLst>
            </p:cNvPr>
            <p:cNvSpPr/>
            <p:nvPr/>
          </p:nvSpPr>
          <p:spPr>
            <a:xfrm>
              <a:off x="4129822" y="1856041"/>
              <a:ext cx="585718" cy="291750"/>
            </a:xfrm>
            <a:custGeom>
              <a:avLst/>
              <a:gdLst/>
              <a:ahLst/>
              <a:cxnLst/>
              <a:rect l="l" t="t" r="r" b="b"/>
              <a:pathLst>
                <a:path w="585718" h="291750" extrusionOk="0">
                  <a:moveTo>
                    <a:pt x="292812" y="291751"/>
                  </a:moveTo>
                  <a:cubicBezTo>
                    <a:pt x="210699" y="291751"/>
                    <a:pt x="131247" y="272701"/>
                    <a:pt x="74225" y="240221"/>
                  </a:cubicBezTo>
                  <a:cubicBezTo>
                    <a:pt x="26706" y="212884"/>
                    <a:pt x="0" y="178499"/>
                    <a:pt x="0" y="145828"/>
                  </a:cubicBezTo>
                  <a:cubicBezTo>
                    <a:pt x="0" y="113157"/>
                    <a:pt x="26991" y="79153"/>
                    <a:pt x="74225" y="51530"/>
                  </a:cubicBezTo>
                  <a:cubicBezTo>
                    <a:pt x="130772" y="18764"/>
                    <a:pt x="210319" y="0"/>
                    <a:pt x="292812" y="0"/>
                  </a:cubicBezTo>
                  <a:cubicBezTo>
                    <a:pt x="375305" y="0"/>
                    <a:pt x="454376" y="19050"/>
                    <a:pt x="511399" y="51530"/>
                  </a:cubicBezTo>
                  <a:cubicBezTo>
                    <a:pt x="558918" y="78772"/>
                    <a:pt x="585718" y="113157"/>
                    <a:pt x="585718" y="145828"/>
                  </a:cubicBezTo>
                  <a:cubicBezTo>
                    <a:pt x="585718" y="178499"/>
                    <a:pt x="558633" y="212503"/>
                    <a:pt x="511399" y="240221"/>
                  </a:cubicBezTo>
                  <a:cubicBezTo>
                    <a:pt x="454471" y="272987"/>
                    <a:pt x="374924" y="291751"/>
                    <a:pt x="292812" y="291751"/>
                  </a:cubicBezTo>
                  <a:close/>
                </a:path>
              </a:pathLst>
            </a:custGeom>
            <a:solidFill>
              <a:srgbClr val="B7C0E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2" name="Google Shape;809;p18">
              <a:extLst>
                <a:ext uri="{FF2B5EF4-FFF2-40B4-BE49-F238E27FC236}">
                  <a16:creationId xmlns:a16="http://schemas.microsoft.com/office/drawing/2014/main" id="{837AE017-A3AD-D313-8C08-F06191CE4550}"/>
                </a:ext>
              </a:extLst>
            </p:cNvPr>
            <p:cNvSpPr/>
            <p:nvPr/>
          </p:nvSpPr>
          <p:spPr>
            <a:xfrm>
              <a:off x="4129822" y="1818703"/>
              <a:ext cx="585718" cy="291750"/>
            </a:xfrm>
            <a:custGeom>
              <a:avLst/>
              <a:gdLst/>
              <a:ahLst/>
              <a:cxnLst/>
              <a:rect l="l" t="t" r="r" b="b"/>
              <a:pathLst>
                <a:path w="585718" h="291750" extrusionOk="0">
                  <a:moveTo>
                    <a:pt x="292812" y="291751"/>
                  </a:moveTo>
                  <a:cubicBezTo>
                    <a:pt x="210699" y="291751"/>
                    <a:pt x="131247" y="272701"/>
                    <a:pt x="74225" y="240221"/>
                  </a:cubicBezTo>
                  <a:cubicBezTo>
                    <a:pt x="26706" y="212979"/>
                    <a:pt x="0" y="178498"/>
                    <a:pt x="0" y="145923"/>
                  </a:cubicBezTo>
                  <a:cubicBezTo>
                    <a:pt x="0" y="113347"/>
                    <a:pt x="26991" y="79248"/>
                    <a:pt x="74225" y="51530"/>
                  </a:cubicBezTo>
                  <a:cubicBezTo>
                    <a:pt x="130772" y="18764"/>
                    <a:pt x="210319" y="0"/>
                    <a:pt x="292812" y="0"/>
                  </a:cubicBezTo>
                  <a:cubicBezTo>
                    <a:pt x="375305" y="0"/>
                    <a:pt x="454376" y="19050"/>
                    <a:pt x="511399" y="51530"/>
                  </a:cubicBezTo>
                  <a:cubicBezTo>
                    <a:pt x="558918" y="78867"/>
                    <a:pt x="585718" y="113252"/>
                    <a:pt x="585718" y="145923"/>
                  </a:cubicBezTo>
                  <a:cubicBezTo>
                    <a:pt x="585718" y="178594"/>
                    <a:pt x="558633" y="212598"/>
                    <a:pt x="511399" y="240221"/>
                  </a:cubicBezTo>
                  <a:cubicBezTo>
                    <a:pt x="454471" y="272987"/>
                    <a:pt x="374924" y="291751"/>
                    <a:pt x="292812" y="291751"/>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3" name="Google Shape;810;p18">
              <a:extLst>
                <a:ext uri="{FF2B5EF4-FFF2-40B4-BE49-F238E27FC236}">
                  <a16:creationId xmlns:a16="http://schemas.microsoft.com/office/drawing/2014/main" id="{03160569-BE39-02F9-E317-932413A5EF77}"/>
                </a:ext>
              </a:extLst>
            </p:cNvPr>
            <p:cNvSpPr/>
            <p:nvPr/>
          </p:nvSpPr>
          <p:spPr>
            <a:xfrm>
              <a:off x="4066052" y="1720024"/>
              <a:ext cx="713163" cy="355663"/>
            </a:xfrm>
            <a:custGeom>
              <a:avLst/>
              <a:gdLst/>
              <a:ahLst/>
              <a:cxnLst/>
              <a:rect l="l" t="t" r="r" b="b"/>
              <a:pathLst>
                <a:path w="713163" h="355663" extrusionOk="0">
                  <a:moveTo>
                    <a:pt x="356582" y="355663"/>
                  </a:moveTo>
                  <a:cubicBezTo>
                    <a:pt x="256412" y="355663"/>
                    <a:pt x="159474" y="332804"/>
                    <a:pt x="90476" y="292894"/>
                  </a:cubicBezTo>
                  <a:cubicBezTo>
                    <a:pt x="32978" y="259556"/>
                    <a:pt x="0" y="217646"/>
                    <a:pt x="0" y="177832"/>
                  </a:cubicBezTo>
                  <a:cubicBezTo>
                    <a:pt x="0" y="138017"/>
                    <a:pt x="32978" y="96107"/>
                    <a:pt x="90476" y="62865"/>
                  </a:cubicBezTo>
                  <a:cubicBezTo>
                    <a:pt x="159474" y="22955"/>
                    <a:pt x="256412" y="0"/>
                    <a:pt x="356582" y="0"/>
                  </a:cubicBezTo>
                  <a:cubicBezTo>
                    <a:pt x="456752" y="0"/>
                    <a:pt x="553596" y="22955"/>
                    <a:pt x="622688" y="62865"/>
                  </a:cubicBezTo>
                  <a:cubicBezTo>
                    <a:pt x="680186" y="96107"/>
                    <a:pt x="713164" y="138017"/>
                    <a:pt x="713164" y="177832"/>
                  </a:cubicBezTo>
                  <a:cubicBezTo>
                    <a:pt x="713164" y="217646"/>
                    <a:pt x="680186" y="259556"/>
                    <a:pt x="622688" y="292894"/>
                  </a:cubicBezTo>
                  <a:cubicBezTo>
                    <a:pt x="553690" y="332804"/>
                    <a:pt x="456657" y="355663"/>
                    <a:pt x="356582" y="355663"/>
                  </a:cubicBezTo>
                  <a:close/>
                </a:path>
              </a:pathLst>
            </a:custGeom>
            <a:solidFill>
              <a:srgbClr val="B7C0E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4" name="Google Shape;811;p18">
              <a:extLst>
                <a:ext uri="{FF2B5EF4-FFF2-40B4-BE49-F238E27FC236}">
                  <a16:creationId xmlns:a16="http://schemas.microsoft.com/office/drawing/2014/main" id="{D1875D36-61A1-EE34-FDE1-9A2387B57ACA}"/>
                </a:ext>
              </a:extLst>
            </p:cNvPr>
            <p:cNvSpPr/>
            <p:nvPr/>
          </p:nvSpPr>
          <p:spPr>
            <a:xfrm>
              <a:off x="4066052" y="1674590"/>
              <a:ext cx="713163" cy="355568"/>
            </a:xfrm>
            <a:custGeom>
              <a:avLst/>
              <a:gdLst/>
              <a:ahLst/>
              <a:cxnLst/>
              <a:rect l="l" t="t" r="r" b="b"/>
              <a:pathLst>
                <a:path w="713163" h="355568" extrusionOk="0">
                  <a:moveTo>
                    <a:pt x="356582" y="355568"/>
                  </a:moveTo>
                  <a:cubicBezTo>
                    <a:pt x="256412" y="355568"/>
                    <a:pt x="159474" y="332708"/>
                    <a:pt x="90476" y="292799"/>
                  </a:cubicBezTo>
                  <a:cubicBezTo>
                    <a:pt x="32978" y="259556"/>
                    <a:pt x="0" y="217551"/>
                    <a:pt x="0" y="177737"/>
                  </a:cubicBezTo>
                  <a:cubicBezTo>
                    <a:pt x="0" y="137922"/>
                    <a:pt x="32978" y="96012"/>
                    <a:pt x="90476" y="62770"/>
                  </a:cubicBezTo>
                  <a:cubicBezTo>
                    <a:pt x="159474" y="22860"/>
                    <a:pt x="256412" y="0"/>
                    <a:pt x="356582" y="0"/>
                  </a:cubicBezTo>
                  <a:cubicBezTo>
                    <a:pt x="456752" y="0"/>
                    <a:pt x="553596" y="22860"/>
                    <a:pt x="622688" y="62770"/>
                  </a:cubicBezTo>
                  <a:cubicBezTo>
                    <a:pt x="680186" y="96012"/>
                    <a:pt x="713164" y="138017"/>
                    <a:pt x="713164" y="177832"/>
                  </a:cubicBezTo>
                  <a:cubicBezTo>
                    <a:pt x="713164" y="217646"/>
                    <a:pt x="680186" y="259556"/>
                    <a:pt x="622688" y="292799"/>
                  </a:cubicBezTo>
                  <a:cubicBezTo>
                    <a:pt x="553690" y="332708"/>
                    <a:pt x="456657" y="355568"/>
                    <a:pt x="356582" y="355568"/>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5" name="Google Shape;812;p18">
              <a:extLst>
                <a:ext uri="{FF2B5EF4-FFF2-40B4-BE49-F238E27FC236}">
                  <a16:creationId xmlns:a16="http://schemas.microsoft.com/office/drawing/2014/main" id="{36676AEB-7768-C286-9D6B-5BC836F049C2}"/>
                </a:ext>
              </a:extLst>
            </p:cNvPr>
            <p:cNvSpPr/>
            <p:nvPr/>
          </p:nvSpPr>
          <p:spPr>
            <a:xfrm>
              <a:off x="4013211" y="1574958"/>
              <a:ext cx="818751" cy="408241"/>
            </a:xfrm>
            <a:custGeom>
              <a:avLst/>
              <a:gdLst/>
              <a:ahLst/>
              <a:cxnLst/>
              <a:rect l="l" t="t" r="r" b="b"/>
              <a:pathLst>
                <a:path w="818751" h="408241" extrusionOk="0">
                  <a:moveTo>
                    <a:pt x="409423" y="408242"/>
                  </a:moveTo>
                  <a:cubicBezTo>
                    <a:pt x="294427" y="408242"/>
                    <a:pt x="183138" y="382048"/>
                    <a:pt x="103876" y="336137"/>
                  </a:cubicBezTo>
                  <a:cubicBezTo>
                    <a:pt x="37825" y="298037"/>
                    <a:pt x="0" y="249841"/>
                    <a:pt x="0" y="204121"/>
                  </a:cubicBezTo>
                  <a:cubicBezTo>
                    <a:pt x="0" y="158401"/>
                    <a:pt x="38015" y="110299"/>
                    <a:pt x="103876" y="72009"/>
                  </a:cubicBezTo>
                  <a:cubicBezTo>
                    <a:pt x="183043" y="26194"/>
                    <a:pt x="294427" y="0"/>
                    <a:pt x="409328" y="0"/>
                  </a:cubicBezTo>
                  <a:cubicBezTo>
                    <a:pt x="524229" y="0"/>
                    <a:pt x="635708" y="26194"/>
                    <a:pt x="714875" y="72104"/>
                  </a:cubicBezTo>
                  <a:cubicBezTo>
                    <a:pt x="780926" y="110204"/>
                    <a:pt x="818751" y="158401"/>
                    <a:pt x="818751" y="204121"/>
                  </a:cubicBezTo>
                  <a:cubicBezTo>
                    <a:pt x="818751" y="249841"/>
                    <a:pt x="780736" y="297942"/>
                    <a:pt x="714875" y="336137"/>
                  </a:cubicBezTo>
                  <a:cubicBezTo>
                    <a:pt x="635708" y="382048"/>
                    <a:pt x="524324" y="408242"/>
                    <a:pt x="409423" y="408242"/>
                  </a:cubicBezTo>
                  <a:close/>
                </a:path>
              </a:pathLst>
            </a:custGeom>
            <a:solidFill>
              <a:srgbClr val="B7C0E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6" name="Google Shape;813;p18">
              <a:extLst>
                <a:ext uri="{FF2B5EF4-FFF2-40B4-BE49-F238E27FC236}">
                  <a16:creationId xmlns:a16="http://schemas.microsoft.com/office/drawing/2014/main" id="{E83B3451-6631-7E65-E609-F2F68ADA862B}"/>
                </a:ext>
              </a:extLst>
            </p:cNvPr>
            <p:cNvSpPr/>
            <p:nvPr/>
          </p:nvSpPr>
          <p:spPr>
            <a:xfrm>
              <a:off x="4013211" y="1522666"/>
              <a:ext cx="818751" cy="408336"/>
            </a:xfrm>
            <a:custGeom>
              <a:avLst/>
              <a:gdLst/>
              <a:ahLst/>
              <a:cxnLst/>
              <a:rect l="l" t="t" r="r" b="b"/>
              <a:pathLst>
                <a:path w="818751" h="408336" extrusionOk="0">
                  <a:moveTo>
                    <a:pt x="409423" y="408337"/>
                  </a:moveTo>
                  <a:cubicBezTo>
                    <a:pt x="294427" y="408337"/>
                    <a:pt x="183138" y="382048"/>
                    <a:pt x="103876" y="336233"/>
                  </a:cubicBezTo>
                  <a:cubicBezTo>
                    <a:pt x="37825" y="298133"/>
                    <a:pt x="0" y="249936"/>
                    <a:pt x="0" y="204216"/>
                  </a:cubicBezTo>
                  <a:cubicBezTo>
                    <a:pt x="0" y="158496"/>
                    <a:pt x="38015" y="110300"/>
                    <a:pt x="103876" y="72104"/>
                  </a:cubicBezTo>
                  <a:cubicBezTo>
                    <a:pt x="183043" y="26289"/>
                    <a:pt x="294427" y="0"/>
                    <a:pt x="409328" y="0"/>
                  </a:cubicBezTo>
                  <a:cubicBezTo>
                    <a:pt x="524229" y="0"/>
                    <a:pt x="635708" y="26289"/>
                    <a:pt x="714875" y="72104"/>
                  </a:cubicBezTo>
                  <a:cubicBezTo>
                    <a:pt x="780926" y="110204"/>
                    <a:pt x="818751" y="158496"/>
                    <a:pt x="818751" y="204216"/>
                  </a:cubicBezTo>
                  <a:cubicBezTo>
                    <a:pt x="818751" y="249936"/>
                    <a:pt x="780736" y="298037"/>
                    <a:pt x="714875" y="336233"/>
                  </a:cubicBezTo>
                  <a:cubicBezTo>
                    <a:pt x="635708" y="382334"/>
                    <a:pt x="524324" y="408337"/>
                    <a:pt x="409423" y="408337"/>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7" name="Google Shape;814;p18">
              <a:extLst>
                <a:ext uri="{FF2B5EF4-FFF2-40B4-BE49-F238E27FC236}">
                  <a16:creationId xmlns:a16="http://schemas.microsoft.com/office/drawing/2014/main" id="{B65C517D-CFB5-A15B-B48B-F2AF35791CC2}"/>
                </a:ext>
              </a:extLst>
            </p:cNvPr>
            <p:cNvSpPr/>
            <p:nvPr/>
          </p:nvSpPr>
          <p:spPr>
            <a:xfrm>
              <a:off x="3962270" y="1359312"/>
              <a:ext cx="920726" cy="532828"/>
            </a:xfrm>
            <a:custGeom>
              <a:avLst/>
              <a:gdLst/>
              <a:ahLst/>
              <a:cxnLst/>
              <a:rect l="l" t="t" r="r" b="b"/>
              <a:pathLst>
                <a:path w="920726" h="532828" extrusionOk="0">
                  <a:moveTo>
                    <a:pt x="920727" y="266414"/>
                  </a:moveTo>
                  <a:cubicBezTo>
                    <a:pt x="920727" y="413551"/>
                    <a:pt x="714615" y="532828"/>
                    <a:pt x="460363" y="532828"/>
                  </a:cubicBezTo>
                  <a:cubicBezTo>
                    <a:pt x="206112" y="532828"/>
                    <a:pt x="0" y="413551"/>
                    <a:pt x="0" y="266414"/>
                  </a:cubicBezTo>
                  <a:cubicBezTo>
                    <a:pt x="0" y="119278"/>
                    <a:pt x="206112" y="0"/>
                    <a:pt x="460363" y="0"/>
                  </a:cubicBezTo>
                  <a:cubicBezTo>
                    <a:pt x="714615" y="0"/>
                    <a:pt x="920727" y="119278"/>
                    <a:pt x="920727" y="266414"/>
                  </a:cubicBezTo>
                  <a:close/>
                </a:path>
              </a:pathLst>
            </a:custGeom>
            <a:solidFill>
              <a:srgbClr val="FFDF57"/>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8" name="Google Shape;815;p18">
              <a:extLst>
                <a:ext uri="{FF2B5EF4-FFF2-40B4-BE49-F238E27FC236}">
                  <a16:creationId xmlns:a16="http://schemas.microsoft.com/office/drawing/2014/main" id="{FDC5881A-68CB-25DC-8266-F72CFC36FAEC}"/>
                </a:ext>
              </a:extLst>
            </p:cNvPr>
            <p:cNvSpPr/>
            <p:nvPr/>
          </p:nvSpPr>
          <p:spPr>
            <a:xfrm>
              <a:off x="4264396" y="969264"/>
              <a:ext cx="40771" cy="635222"/>
            </a:xfrm>
            <a:custGeom>
              <a:avLst/>
              <a:gdLst/>
              <a:ahLst/>
              <a:cxnLst/>
              <a:rect l="l" t="t" r="r" b="b"/>
              <a:pathLst>
                <a:path w="40771" h="635222" extrusionOk="0">
                  <a:moveTo>
                    <a:pt x="0" y="0"/>
                  </a:moveTo>
                  <a:lnTo>
                    <a:pt x="40771" y="0"/>
                  </a:lnTo>
                  <a:lnTo>
                    <a:pt x="40771" y="635222"/>
                  </a:lnTo>
                  <a:lnTo>
                    <a:pt x="0" y="635222"/>
                  </a:lnTo>
                  <a:close/>
                </a:path>
              </a:pathLst>
            </a:custGeom>
            <a:solidFill>
              <a:srgbClr val="D8AA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9" name="Google Shape;816;p18">
              <a:extLst>
                <a:ext uri="{FF2B5EF4-FFF2-40B4-BE49-F238E27FC236}">
                  <a16:creationId xmlns:a16="http://schemas.microsoft.com/office/drawing/2014/main" id="{EE6C8224-C1C1-651E-24B7-64961A6534E1}"/>
                </a:ext>
              </a:extLst>
            </p:cNvPr>
            <p:cNvSpPr/>
            <p:nvPr/>
          </p:nvSpPr>
          <p:spPr>
            <a:xfrm>
              <a:off x="4543522" y="969264"/>
              <a:ext cx="40771" cy="635222"/>
            </a:xfrm>
            <a:custGeom>
              <a:avLst/>
              <a:gdLst/>
              <a:ahLst/>
              <a:cxnLst/>
              <a:rect l="l" t="t" r="r" b="b"/>
              <a:pathLst>
                <a:path w="40771" h="635222" extrusionOk="0">
                  <a:moveTo>
                    <a:pt x="0" y="0"/>
                  </a:moveTo>
                  <a:lnTo>
                    <a:pt x="40771" y="0"/>
                  </a:lnTo>
                  <a:lnTo>
                    <a:pt x="40771" y="635222"/>
                  </a:lnTo>
                  <a:lnTo>
                    <a:pt x="0" y="635222"/>
                  </a:lnTo>
                  <a:close/>
                </a:path>
              </a:pathLst>
            </a:custGeom>
            <a:solidFill>
              <a:srgbClr val="D8AA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0" name="Google Shape;817;p18">
              <a:extLst>
                <a:ext uri="{FF2B5EF4-FFF2-40B4-BE49-F238E27FC236}">
                  <a16:creationId xmlns:a16="http://schemas.microsoft.com/office/drawing/2014/main" id="{5EA2A4B5-AF48-9256-9D47-A2C1E30341E7}"/>
                </a:ext>
              </a:extLst>
            </p:cNvPr>
            <p:cNvSpPr/>
            <p:nvPr/>
          </p:nvSpPr>
          <p:spPr>
            <a:xfrm>
              <a:off x="4264396" y="901827"/>
              <a:ext cx="319897" cy="108775"/>
            </a:xfrm>
            <a:custGeom>
              <a:avLst/>
              <a:gdLst/>
              <a:ahLst/>
              <a:cxnLst/>
              <a:rect l="l" t="t" r="r" b="b"/>
              <a:pathLst>
                <a:path w="319897" h="108775" extrusionOk="0">
                  <a:moveTo>
                    <a:pt x="157098" y="108775"/>
                  </a:moveTo>
                  <a:lnTo>
                    <a:pt x="97319" y="53911"/>
                  </a:lnTo>
                  <a:lnTo>
                    <a:pt x="23950" y="103156"/>
                  </a:lnTo>
                  <a:lnTo>
                    <a:pt x="0" y="67532"/>
                  </a:lnTo>
                  <a:lnTo>
                    <a:pt x="101310" y="857"/>
                  </a:lnTo>
                  <a:lnTo>
                    <a:pt x="159379" y="54102"/>
                  </a:lnTo>
                  <a:lnTo>
                    <a:pt x="228946" y="0"/>
                  </a:lnTo>
                  <a:lnTo>
                    <a:pt x="319897" y="67532"/>
                  </a:lnTo>
                  <a:lnTo>
                    <a:pt x="291481" y="100203"/>
                  </a:lnTo>
                  <a:lnTo>
                    <a:pt x="228851" y="53054"/>
                  </a:lnTo>
                  <a:lnTo>
                    <a:pt x="157098" y="108775"/>
                  </a:lnTo>
                  <a:close/>
                </a:path>
              </a:pathLst>
            </a:custGeom>
            <a:solidFill>
              <a:srgbClr val="D8AA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1" name="Google Shape;818;p18">
              <a:extLst>
                <a:ext uri="{FF2B5EF4-FFF2-40B4-BE49-F238E27FC236}">
                  <a16:creationId xmlns:a16="http://schemas.microsoft.com/office/drawing/2014/main" id="{47B24474-7F10-8757-3F64-5954698F3C01}"/>
                </a:ext>
              </a:extLst>
            </p:cNvPr>
            <p:cNvSpPr/>
            <p:nvPr/>
          </p:nvSpPr>
          <p:spPr>
            <a:xfrm>
              <a:off x="3749667" y="190500"/>
              <a:ext cx="1343462" cy="1451800"/>
            </a:xfrm>
            <a:custGeom>
              <a:avLst/>
              <a:gdLst/>
              <a:ahLst/>
              <a:cxnLst/>
              <a:rect l="l" t="t" r="r" b="b"/>
              <a:pathLst>
                <a:path w="1343462" h="1451800" extrusionOk="0">
                  <a:moveTo>
                    <a:pt x="1132665" y="1449134"/>
                  </a:moveTo>
                  <a:cubicBezTo>
                    <a:pt x="1133425" y="1389317"/>
                    <a:pt x="1143689" y="1212723"/>
                    <a:pt x="1283870" y="969359"/>
                  </a:cubicBezTo>
                  <a:cubicBezTo>
                    <a:pt x="1449711" y="681419"/>
                    <a:pt x="1276837" y="0"/>
                    <a:pt x="671731" y="0"/>
                  </a:cubicBezTo>
                  <a:cubicBezTo>
                    <a:pt x="66625" y="0"/>
                    <a:pt x="-106249" y="681419"/>
                    <a:pt x="59592" y="969359"/>
                  </a:cubicBezTo>
                  <a:cubicBezTo>
                    <a:pt x="180766" y="1179767"/>
                    <a:pt x="207186" y="1366457"/>
                    <a:pt x="212698" y="1451801"/>
                  </a:cubicBezTo>
                </a:path>
              </a:pathLst>
            </a:custGeom>
            <a:solidFill>
              <a:srgbClr val="FFDF57">
                <a:alpha val="6863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062" name="Google Shape;819;p18">
              <a:extLst>
                <a:ext uri="{FF2B5EF4-FFF2-40B4-BE49-F238E27FC236}">
                  <a16:creationId xmlns:a16="http://schemas.microsoft.com/office/drawing/2014/main" id="{9FAB9416-E0AC-3681-96EB-DBE7BC9D92F2}"/>
                </a:ext>
              </a:extLst>
            </p:cNvPr>
            <p:cNvGrpSpPr/>
            <p:nvPr/>
          </p:nvGrpSpPr>
          <p:grpSpPr>
            <a:xfrm>
              <a:off x="3923682" y="3244965"/>
              <a:ext cx="195764" cy="131404"/>
              <a:chOff x="5733332" y="4102215"/>
              <a:chExt cx="195764" cy="131404"/>
            </a:xfrm>
          </p:grpSpPr>
          <p:sp>
            <p:nvSpPr>
              <p:cNvPr id="2236" name="Google Shape;820;p18">
                <a:extLst>
                  <a:ext uri="{FF2B5EF4-FFF2-40B4-BE49-F238E27FC236}">
                    <a16:creationId xmlns:a16="http://schemas.microsoft.com/office/drawing/2014/main" id="{E6B1774F-9B6A-E942-B420-E76045B058F9}"/>
                  </a:ext>
                </a:extLst>
              </p:cNvPr>
              <p:cNvSpPr/>
              <p:nvPr/>
            </p:nvSpPr>
            <p:spPr>
              <a:xfrm>
                <a:off x="5734887" y="4131087"/>
                <a:ext cx="177232" cy="100744"/>
              </a:xfrm>
              <a:custGeom>
                <a:avLst/>
                <a:gdLst/>
                <a:ahLst/>
                <a:cxnLst/>
                <a:rect l="l" t="t" r="r" b="b"/>
                <a:pathLst>
                  <a:path w="177232" h="100744" extrusionOk="0">
                    <a:moveTo>
                      <a:pt x="177024" y="99346"/>
                    </a:moveTo>
                    <a:lnTo>
                      <a:pt x="150604" y="74581"/>
                    </a:lnTo>
                    <a:cubicBezTo>
                      <a:pt x="147249" y="69713"/>
                      <a:pt x="143219" y="65351"/>
                      <a:pt x="138629" y="61627"/>
                    </a:cubicBezTo>
                    <a:cubicBezTo>
                      <a:pt x="136623" y="59941"/>
                      <a:pt x="134495" y="58417"/>
                      <a:pt x="132261" y="57055"/>
                    </a:cubicBezTo>
                    <a:lnTo>
                      <a:pt x="98048" y="34195"/>
                    </a:lnTo>
                    <a:lnTo>
                      <a:pt x="60698" y="17621"/>
                    </a:lnTo>
                    <a:cubicBezTo>
                      <a:pt x="58407" y="16564"/>
                      <a:pt x="56060" y="15640"/>
                      <a:pt x="53665" y="14859"/>
                    </a:cubicBezTo>
                    <a:cubicBezTo>
                      <a:pt x="48162" y="13021"/>
                      <a:pt x="42441" y="11935"/>
                      <a:pt x="36653" y="11621"/>
                    </a:cubicBezTo>
                    <a:lnTo>
                      <a:pt x="1109" y="0"/>
                    </a:lnTo>
                    <a:cubicBezTo>
                      <a:pt x="-887" y="0"/>
                      <a:pt x="254" y="3620"/>
                      <a:pt x="1109" y="5144"/>
                    </a:cubicBezTo>
                    <a:lnTo>
                      <a:pt x="4530" y="6572"/>
                    </a:lnTo>
                    <a:cubicBezTo>
                      <a:pt x="8807" y="8192"/>
                      <a:pt x="5196" y="7620"/>
                      <a:pt x="9662" y="10763"/>
                    </a:cubicBezTo>
                    <a:lnTo>
                      <a:pt x="30096" y="16002"/>
                    </a:lnTo>
                    <a:cubicBezTo>
                      <a:pt x="43106" y="15507"/>
                      <a:pt x="55984" y="18822"/>
                      <a:pt x="67160" y="25527"/>
                    </a:cubicBezTo>
                    <a:lnTo>
                      <a:pt x="94246" y="39148"/>
                    </a:lnTo>
                    <a:lnTo>
                      <a:pt x="120287" y="54864"/>
                    </a:lnTo>
                    <a:cubicBezTo>
                      <a:pt x="131729" y="61170"/>
                      <a:pt x="140853" y="70980"/>
                      <a:pt x="146327" y="82868"/>
                    </a:cubicBezTo>
                    <a:lnTo>
                      <a:pt x="160107" y="94012"/>
                    </a:lnTo>
                    <a:cubicBezTo>
                      <a:pt x="164384" y="98012"/>
                      <a:pt x="161913" y="96298"/>
                      <a:pt x="168281" y="97250"/>
                    </a:cubicBezTo>
                    <a:lnTo>
                      <a:pt x="171797" y="100298"/>
                    </a:lnTo>
                    <a:cubicBezTo>
                      <a:pt x="174363" y="100965"/>
                      <a:pt x="178165" y="101060"/>
                      <a:pt x="177024" y="99346"/>
                    </a:cubicBezTo>
                    <a:close/>
                  </a:path>
                </a:pathLst>
              </a:custGeom>
              <a:solidFill>
                <a:srgbClr val="000000">
                  <a:alpha val="2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7" name="Google Shape;821;p18">
                <a:extLst>
                  <a:ext uri="{FF2B5EF4-FFF2-40B4-BE49-F238E27FC236}">
                    <a16:creationId xmlns:a16="http://schemas.microsoft.com/office/drawing/2014/main" id="{50FB47FB-99F5-C8B2-707D-B1E55977D417}"/>
                  </a:ext>
                </a:extLst>
              </p:cNvPr>
              <p:cNvSpPr/>
              <p:nvPr/>
            </p:nvSpPr>
            <p:spPr>
              <a:xfrm>
                <a:off x="5750846" y="4118425"/>
                <a:ext cx="155883" cy="109857"/>
              </a:xfrm>
              <a:custGeom>
                <a:avLst/>
                <a:gdLst/>
                <a:ahLst/>
                <a:cxnLst/>
                <a:rect l="l" t="t" r="r" b="b"/>
                <a:pathLst>
                  <a:path w="155883" h="109857" extrusionOk="0">
                    <a:moveTo>
                      <a:pt x="86746" y="59620"/>
                    </a:moveTo>
                    <a:cubicBezTo>
                      <a:pt x="88855" y="56363"/>
                      <a:pt x="91688" y="53619"/>
                      <a:pt x="95014" y="51619"/>
                    </a:cubicBezTo>
                    <a:cubicBezTo>
                      <a:pt x="99851" y="48647"/>
                      <a:pt x="105525" y="47342"/>
                      <a:pt x="111170" y="47904"/>
                    </a:cubicBezTo>
                    <a:cubicBezTo>
                      <a:pt x="117832" y="48590"/>
                      <a:pt x="124295" y="50600"/>
                      <a:pt x="130178" y="53810"/>
                    </a:cubicBezTo>
                    <a:lnTo>
                      <a:pt x="130843" y="53810"/>
                    </a:lnTo>
                    <a:lnTo>
                      <a:pt x="140347" y="58953"/>
                    </a:lnTo>
                    <a:cubicBezTo>
                      <a:pt x="142818" y="60287"/>
                      <a:pt x="145099" y="61811"/>
                      <a:pt x="147380" y="63335"/>
                    </a:cubicBezTo>
                    <a:lnTo>
                      <a:pt x="151751" y="66573"/>
                    </a:lnTo>
                    <a:cubicBezTo>
                      <a:pt x="158309" y="71812"/>
                      <a:pt x="156408" y="82099"/>
                      <a:pt x="150611" y="90290"/>
                    </a:cubicBezTo>
                    <a:cubicBezTo>
                      <a:pt x="147399" y="94863"/>
                      <a:pt x="143702" y="99082"/>
                      <a:pt x="139587" y="102863"/>
                    </a:cubicBezTo>
                    <a:cubicBezTo>
                      <a:pt x="132231" y="109264"/>
                      <a:pt x="122119" y="111455"/>
                      <a:pt x="112786" y="108674"/>
                    </a:cubicBezTo>
                    <a:cubicBezTo>
                      <a:pt x="108528" y="107331"/>
                      <a:pt x="104413" y="105540"/>
                      <a:pt x="100526" y="103340"/>
                    </a:cubicBezTo>
                    <a:cubicBezTo>
                      <a:pt x="96934" y="101235"/>
                      <a:pt x="93522" y="98815"/>
                      <a:pt x="90357" y="96101"/>
                    </a:cubicBezTo>
                    <a:cubicBezTo>
                      <a:pt x="82374" y="88624"/>
                      <a:pt x="79874" y="76965"/>
                      <a:pt x="84084" y="66859"/>
                    </a:cubicBezTo>
                    <a:cubicBezTo>
                      <a:pt x="84702" y="64354"/>
                      <a:pt x="85596" y="61925"/>
                      <a:pt x="86746" y="59620"/>
                    </a:cubicBezTo>
                    <a:close/>
                    <a:moveTo>
                      <a:pt x="8339" y="11995"/>
                    </a:moveTo>
                    <a:cubicBezTo>
                      <a:pt x="13471" y="4089"/>
                      <a:pt x="22215" y="-1912"/>
                      <a:pt x="29628" y="565"/>
                    </a:cubicBezTo>
                    <a:lnTo>
                      <a:pt x="34380" y="2375"/>
                    </a:lnTo>
                    <a:cubicBezTo>
                      <a:pt x="36784" y="3318"/>
                      <a:pt x="39132" y="4394"/>
                      <a:pt x="41412" y="5613"/>
                    </a:cubicBezTo>
                    <a:lnTo>
                      <a:pt x="50061" y="10090"/>
                    </a:lnTo>
                    <a:lnTo>
                      <a:pt x="50631" y="10090"/>
                    </a:lnTo>
                    <a:cubicBezTo>
                      <a:pt x="56067" y="12967"/>
                      <a:pt x="60772" y="17034"/>
                      <a:pt x="64412" y="21996"/>
                    </a:cubicBezTo>
                    <a:cubicBezTo>
                      <a:pt x="67424" y="26073"/>
                      <a:pt x="68688" y="31178"/>
                      <a:pt x="67928" y="36188"/>
                    </a:cubicBezTo>
                    <a:cubicBezTo>
                      <a:pt x="67358" y="39875"/>
                      <a:pt x="65932" y="43361"/>
                      <a:pt x="63746" y="46380"/>
                    </a:cubicBezTo>
                    <a:cubicBezTo>
                      <a:pt x="61969" y="48533"/>
                      <a:pt x="59964" y="50476"/>
                      <a:pt x="57759" y="52190"/>
                    </a:cubicBezTo>
                    <a:cubicBezTo>
                      <a:pt x="49652" y="60106"/>
                      <a:pt x="37972" y="63116"/>
                      <a:pt x="27062" y="60096"/>
                    </a:cubicBezTo>
                    <a:cubicBezTo>
                      <a:pt x="23241" y="58877"/>
                      <a:pt x="19544" y="57286"/>
                      <a:pt x="16037" y="55334"/>
                    </a:cubicBezTo>
                    <a:cubicBezTo>
                      <a:pt x="12645" y="53238"/>
                      <a:pt x="9461" y="50809"/>
                      <a:pt x="6534" y="48095"/>
                    </a:cubicBezTo>
                    <a:cubicBezTo>
                      <a:pt x="309" y="42285"/>
                      <a:pt x="-1687" y="33236"/>
                      <a:pt x="1497" y="25330"/>
                    </a:cubicBezTo>
                    <a:cubicBezTo>
                      <a:pt x="3274" y="20672"/>
                      <a:pt x="5574" y="16234"/>
                      <a:pt x="8339" y="12090"/>
                    </a:cubicBezTo>
                    <a:close/>
                  </a:path>
                </a:pathLst>
              </a:custGeom>
              <a:solidFill>
                <a:srgbClr val="000000">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8" name="Google Shape;822;p18">
                <a:extLst>
                  <a:ext uri="{FF2B5EF4-FFF2-40B4-BE49-F238E27FC236}">
                    <a16:creationId xmlns:a16="http://schemas.microsoft.com/office/drawing/2014/main" id="{9AF6A5F8-5324-2D14-9E8A-F403E3A812C8}"/>
                  </a:ext>
                </a:extLst>
              </p:cNvPr>
              <p:cNvSpPr/>
              <p:nvPr/>
            </p:nvSpPr>
            <p:spPr>
              <a:xfrm>
                <a:off x="5733332" y="4130673"/>
                <a:ext cx="192169" cy="73375"/>
              </a:xfrm>
              <a:custGeom>
                <a:avLst/>
                <a:gdLst/>
                <a:ahLst/>
                <a:cxnLst/>
                <a:rect l="l" t="t" r="r" b="b"/>
                <a:pathLst>
                  <a:path w="192169" h="73375" extrusionOk="0">
                    <a:moveTo>
                      <a:pt x="15779" y="11368"/>
                    </a:moveTo>
                    <a:lnTo>
                      <a:pt x="36117" y="9463"/>
                    </a:lnTo>
                    <a:cubicBezTo>
                      <a:pt x="48995" y="8187"/>
                      <a:pt x="61967" y="10768"/>
                      <a:pt x="73372" y="16893"/>
                    </a:cubicBezTo>
                    <a:lnTo>
                      <a:pt x="185611" y="73376"/>
                    </a:lnTo>
                    <a:lnTo>
                      <a:pt x="192169" y="63851"/>
                    </a:lnTo>
                    <a:lnTo>
                      <a:pt x="66529" y="8320"/>
                    </a:lnTo>
                    <a:cubicBezTo>
                      <a:pt x="58974" y="4777"/>
                      <a:pt x="50810" y="2739"/>
                      <a:pt x="42484" y="2320"/>
                    </a:cubicBezTo>
                    <a:lnTo>
                      <a:pt x="2569" y="34"/>
                    </a:lnTo>
                    <a:cubicBezTo>
                      <a:pt x="1381" y="-176"/>
                      <a:pt x="250" y="614"/>
                      <a:pt x="31" y="1805"/>
                    </a:cubicBezTo>
                    <a:cubicBezTo>
                      <a:pt x="-73" y="2424"/>
                      <a:pt x="88" y="3063"/>
                      <a:pt x="478" y="3558"/>
                    </a:cubicBezTo>
                    <a:lnTo>
                      <a:pt x="1523" y="4987"/>
                    </a:lnTo>
                    <a:cubicBezTo>
                      <a:pt x="4869" y="9425"/>
                      <a:pt x="10248" y="11835"/>
                      <a:pt x="15779" y="11368"/>
                    </a:cubicBezTo>
                    <a:close/>
                  </a:path>
                </a:pathLst>
              </a:custGeom>
              <a:solidFill>
                <a:srgbClr val="2B303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9" name="Google Shape;823;p18">
                <a:extLst>
                  <a:ext uri="{FF2B5EF4-FFF2-40B4-BE49-F238E27FC236}">
                    <a16:creationId xmlns:a16="http://schemas.microsoft.com/office/drawing/2014/main" id="{772ED514-B69B-4DD7-C2F9-6F89FE81124C}"/>
                  </a:ext>
                </a:extLst>
              </p:cNvPr>
              <p:cNvSpPr/>
              <p:nvPr/>
            </p:nvSpPr>
            <p:spPr>
              <a:xfrm>
                <a:off x="5757380" y="4106036"/>
                <a:ext cx="156130" cy="127583"/>
              </a:xfrm>
              <a:custGeom>
                <a:avLst/>
                <a:gdLst/>
                <a:ahLst/>
                <a:cxnLst/>
                <a:rect l="l" t="t" r="r" b="b"/>
                <a:pathLst>
                  <a:path w="156130" h="127583" extrusionOk="0">
                    <a:moveTo>
                      <a:pt x="136950" y="117539"/>
                    </a:moveTo>
                    <a:lnTo>
                      <a:pt x="128491" y="98489"/>
                    </a:lnTo>
                    <a:cubicBezTo>
                      <a:pt x="123036" y="86601"/>
                      <a:pt x="113950" y="76762"/>
                      <a:pt x="102546" y="70390"/>
                    </a:cubicBezTo>
                    <a:lnTo>
                      <a:pt x="0" y="8858"/>
                    </a:lnTo>
                    <a:lnTo>
                      <a:pt x="5797" y="0"/>
                    </a:lnTo>
                    <a:lnTo>
                      <a:pt x="114236" y="72295"/>
                    </a:lnTo>
                    <a:cubicBezTo>
                      <a:pt x="121439" y="76876"/>
                      <a:pt x="127645" y="82868"/>
                      <a:pt x="132483" y="89916"/>
                    </a:cubicBezTo>
                    <a:lnTo>
                      <a:pt x="155767" y="124016"/>
                    </a:lnTo>
                    <a:cubicBezTo>
                      <a:pt x="156908" y="125730"/>
                      <a:pt x="155197" y="127921"/>
                      <a:pt x="152916" y="127540"/>
                    </a:cubicBezTo>
                    <a:lnTo>
                      <a:pt x="150920" y="127540"/>
                    </a:lnTo>
                    <a:cubicBezTo>
                      <a:pt x="144866" y="126816"/>
                      <a:pt x="139601" y="123044"/>
                      <a:pt x="136950" y="117539"/>
                    </a:cubicBezTo>
                    <a:close/>
                  </a:path>
                </a:pathLst>
              </a:custGeom>
              <a:solidFill>
                <a:srgbClr val="2B303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0" name="Google Shape;824;p18">
                <a:extLst>
                  <a:ext uri="{FF2B5EF4-FFF2-40B4-BE49-F238E27FC236}">
                    <a16:creationId xmlns:a16="http://schemas.microsoft.com/office/drawing/2014/main" id="{388B8D67-BAD3-3BB8-8052-AB8786C3F154}"/>
                  </a:ext>
                </a:extLst>
              </p:cNvPr>
              <p:cNvSpPr/>
              <p:nvPr/>
            </p:nvSpPr>
            <p:spPr>
              <a:xfrm>
                <a:off x="5834686" y="4162247"/>
                <a:ext cx="73778" cy="62054"/>
              </a:xfrm>
              <a:custGeom>
                <a:avLst/>
                <a:gdLst/>
                <a:ahLst/>
                <a:cxnLst/>
                <a:rect l="l" t="t" r="r" b="b"/>
                <a:pathLst>
                  <a:path w="73778" h="62054" extrusionOk="0">
                    <a:moveTo>
                      <a:pt x="29231" y="178"/>
                    </a:moveTo>
                    <a:cubicBezTo>
                      <a:pt x="35893" y="835"/>
                      <a:pt x="42346" y="2807"/>
                      <a:pt x="48239" y="5988"/>
                    </a:cubicBezTo>
                    <a:lnTo>
                      <a:pt x="48809" y="5988"/>
                    </a:lnTo>
                    <a:lnTo>
                      <a:pt x="58313" y="11036"/>
                    </a:lnTo>
                    <a:cubicBezTo>
                      <a:pt x="60783" y="12465"/>
                      <a:pt x="63064" y="13894"/>
                      <a:pt x="65345" y="15418"/>
                    </a:cubicBezTo>
                    <a:cubicBezTo>
                      <a:pt x="67626" y="16942"/>
                      <a:pt x="68292" y="17608"/>
                      <a:pt x="69717" y="18751"/>
                    </a:cubicBezTo>
                    <a:cubicBezTo>
                      <a:pt x="76180" y="23895"/>
                      <a:pt x="74279" y="34277"/>
                      <a:pt x="68577" y="42373"/>
                    </a:cubicBezTo>
                    <a:cubicBezTo>
                      <a:pt x="65383" y="46993"/>
                      <a:pt x="61658" y="51222"/>
                      <a:pt x="57457" y="54946"/>
                    </a:cubicBezTo>
                    <a:cubicBezTo>
                      <a:pt x="50187" y="61442"/>
                      <a:pt x="40075" y="63681"/>
                      <a:pt x="30752" y="60852"/>
                    </a:cubicBezTo>
                    <a:cubicBezTo>
                      <a:pt x="26503" y="59433"/>
                      <a:pt x="22398" y="57613"/>
                      <a:pt x="18492" y="55422"/>
                    </a:cubicBezTo>
                    <a:cubicBezTo>
                      <a:pt x="14852" y="53384"/>
                      <a:pt x="11440" y="50955"/>
                      <a:pt x="8323" y="48184"/>
                    </a:cubicBezTo>
                    <a:cubicBezTo>
                      <a:pt x="301" y="40764"/>
                      <a:pt x="-2208" y="29105"/>
                      <a:pt x="2050" y="19037"/>
                    </a:cubicBezTo>
                    <a:cubicBezTo>
                      <a:pt x="2763" y="16370"/>
                      <a:pt x="3808" y="13808"/>
                      <a:pt x="5186" y="11417"/>
                    </a:cubicBezTo>
                    <a:cubicBezTo>
                      <a:pt x="7325" y="8179"/>
                      <a:pt x="10147" y="5445"/>
                      <a:pt x="13455" y="3416"/>
                    </a:cubicBezTo>
                    <a:cubicBezTo>
                      <a:pt x="18226" y="663"/>
                      <a:pt x="23757" y="-470"/>
                      <a:pt x="29231" y="178"/>
                    </a:cubicBezTo>
                    <a:close/>
                  </a:path>
                </a:pathLst>
              </a:custGeom>
              <a:solidFill>
                <a:srgbClr val="000000">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1" name="Google Shape;825;p18">
                <a:extLst>
                  <a:ext uri="{FF2B5EF4-FFF2-40B4-BE49-F238E27FC236}">
                    <a16:creationId xmlns:a16="http://schemas.microsoft.com/office/drawing/2014/main" id="{0E454DC1-645A-770E-87BC-42CFCF3EAD54}"/>
                  </a:ext>
                </a:extLst>
              </p:cNvPr>
              <p:cNvSpPr/>
              <p:nvPr/>
            </p:nvSpPr>
            <p:spPr>
              <a:xfrm>
                <a:off x="5745586" y="4102215"/>
                <a:ext cx="183510" cy="128783"/>
              </a:xfrm>
              <a:custGeom>
                <a:avLst/>
                <a:gdLst/>
                <a:ahLst/>
                <a:cxnLst/>
                <a:rect l="l" t="t" r="r" b="b"/>
                <a:pathLst>
                  <a:path w="183510" h="128783" extrusionOk="0">
                    <a:moveTo>
                      <a:pt x="14550" y="1821"/>
                    </a:moveTo>
                    <a:lnTo>
                      <a:pt x="9608" y="9632"/>
                    </a:lnTo>
                    <a:cubicBezTo>
                      <a:pt x="8753" y="10575"/>
                      <a:pt x="8753" y="12022"/>
                      <a:pt x="9608" y="12965"/>
                    </a:cubicBezTo>
                    <a:cubicBezTo>
                      <a:pt x="11347" y="14527"/>
                      <a:pt x="11822" y="17071"/>
                      <a:pt x="10748" y="19157"/>
                    </a:cubicBezTo>
                    <a:lnTo>
                      <a:pt x="2575" y="36301"/>
                    </a:lnTo>
                    <a:cubicBezTo>
                      <a:pt x="-2329" y="46274"/>
                      <a:pt x="-86" y="58304"/>
                      <a:pt x="8087" y="65829"/>
                    </a:cubicBezTo>
                    <a:lnTo>
                      <a:pt x="8087" y="65829"/>
                    </a:lnTo>
                    <a:cubicBezTo>
                      <a:pt x="14997" y="72001"/>
                      <a:pt x="23170" y="76583"/>
                      <a:pt x="32037" y="79259"/>
                    </a:cubicBezTo>
                    <a:lnTo>
                      <a:pt x="32037" y="79259"/>
                    </a:lnTo>
                    <a:cubicBezTo>
                      <a:pt x="45494" y="83374"/>
                      <a:pt x="60111" y="79717"/>
                      <a:pt x="70052" y="69734"/>
                    </a:cubicBezTo>
                    <a:lnTo>
                      <a:pt x="77655" y="62019"/>
                    </a:lnTo>
                    <a:cubicBezTo>
                      <a:pt x="79337" y="60381"/>
                      <a:pt x="80354" y="58171"/>
                      <a:pt x="80506" y="55828"/>
                    </a:cubicBezTo>
                    <a:cubicBezTo>
                      <a:pt x="81029" y="52180"/>
                      <a:pt x="84393" y="49646"/>
                      <a:pt x="88033" y="50170"/>
                    </a:cubicBezTo>
                    <a:cubicBezTo>
                      <a:pt x="88718" y="50265"/>
                      <a:pt x="89383" y="50475"/>
                      <a:pt x="90010" y="50780"/>
                    </a:cubicBezTo>
                    <a:lnTo>
                      <a:pt x="91911" y="51732"/>
                    </a:lnTo>
                    <a:lnTo>
                      <a:pt x="93811" y="52875"/>
                    </a:lnTo>
                    <a:cubicBezTo>
                      <a:pt x="96321" y="54694"/>
                      <a:pt x="96891" y="58209"/>
                      <a:pt x="95075" y="60723"/>
                    </a:cubicBezTo>
                    <a:cubicBezTo>
                      <a:pt x="94572" y="61419"/>
                      <a:pt x="93906" y="62000"/>
                      <a:pt x="93146" y="62400"/>
                    </a:cubicBezTo>
                    <a:cubicBezTo>
                      <a:pt x="91008" y="63533"/>
                      <a:pt x="89307" y="65343"/>
                      <a:pt x="88299" y="67543"/>
                    </a:cubicBezTo>
                    <a:lnTo>
                      <a:pt x="84023" y="77068"/>
                    </a:lnTo>
                    <a:cubicBezTo>
                      <a:pt x="78482" y="89508"/>
                      <a:pt x="81770" y="104119"/>
                      <a:pt x="92101" y="112978"/>
                    </a:cubicBezTo>
                    <a:lnTo>
                      <a:pt x="92101" y="112978"/>
                    </a:lnTo>
                    <a:cubicBezTo>
                      <a:pt x="99362" y="119398"/>
                      <a:pt x="107877" y="124227"/>
                      <a:pt x="117096" y="127170"/>
                    </a:cubicBezTo>
                    <a:lnTo>
                      <a:pt x="117096" y="127170"/>
                    </a:lnTo>
                    <a:cubicBezTo>
                      <a:pt x="129156" y="131066"/>
                      <a:pt x="142366" y="127780"/>
                      <a:pt x="151214" y="118693"/>
                    </a:cubicBezTo>
                    <a:lnTo>
                      <a:pt x="165470" y="103643"/>
                    </a:lnTo>
                    <a:cubicBezTo>
                      <a:pt x="167409" y="101700"/>
                      <a:pt x="170250" y="100967"/>
                      <a:pt x="172883" y="101738"/>
                    </a:cubicBezTo>
                    <a:cubicBezTo>
                      <a:pt x="174290" y="102224"/>
                      <a:pt x="175858" y="101767"/>
                      <a:pt x="176780" y="100595"/>
                    </a:cubicBezTo>
                    <a:lnTo>
                      <a:pt x="182577" y="92594"/>
                    </a:lnTo>
                    <a:cubicBezTo>
                      <a:pt x="183822" y="91108"/>
                      <a:pt x="183822" y="88937"/>
                      <a:pt x="182577" y="87451"/>
                    </a:cubicBezTo>
                    <a:cubicBezTo>
                      <a:pt x="173501" y="78412"/>
                      <a:pt x="163047" y="70887"/>
                      <a:pt x="151595" y="65162"/>
                    </a:cubicBezTo>
                    <a:lnTo>
                      <a:pt x="142091" y="60019"/>
                    </a:lnTo>
                    <a:cubicBezTo>
                      <a:pt x="135058" y="56180"/>
                      <a:pt x="127341" y="53789"/>
                      <a:pt x="119377" y="52970"/>
                    </a:cubicBezTo>
                    <a:lnTo>
                      <a:pt x="112344" y="52208"/>
                    </a:lnTo>
                    <a:cubicBezTo>
                      <a:pt x="110776" y="52284"/>
                      <a:pt x="109236" y="51732"/>
                      <a:pt x="108067" y="50684"/>
                    </a:cubicBezTo>
                    <a:cubicBezTo>
                      <a:pt x="107373" y="49703"/>
                      <a:pt x="106461" y="48884"/>
                      <a:pt x="105406" y="48303"/>
                    </a:cubicBezTo>
                    <a:lnTo>
                      <a:pt x="97613" y="44112"/>
                    </a:lnTo>
                    <a:lnTo>
                      <a:pt x="89820" y="39826"/>
                    </a:lnTo>
                    <a:cubicBezTo>
                      <a:pt x="88699" y="39254"/>
                      <a:pt x="87463" y="38930"/>
                      <a:pt x="86208" y="38873"/>
                    </a:cubicBezTo>
                    <a:cubicBezTo>
                      <a:pt x="84374" y="38826"/>
                      <a:pt x="82664" y="37949"/>
                      <a:pt x="81552" y="36492"/>
                    </a:cubicBezTo>
                    <a:lnTo>
                      <a:pt x="77750" y="31349"/>
                    </a:lnTo>
                    <a:cubicBezTo>
                      <a:pt x="73359" y="25453"/>
                      <a:pt x="67667" y="20661"/>
                      <a:pt x="61118" y="17347"/>
                    </a:cubicBezTo>
                    <a:lnTo>
                      <a:pt x="52470" y="12775"/>
                    </a:lnTo>
                    <a:cubicBezTo>
                      <a:pt x="42244" y="6698"/>
                      <a:pt x="31058" y="2412"/>
                      <a:pt x="19397" y="107"/>
                    </a:cubicBezTo>
                    <a:cubicBezTo>
                      <a:pt x="17591" y="-275"/>
                      <a:pt x="15719" y="383"/>
                      <a:pt x="14550" y="1821"/>
                    </a:cubicBezTo>
                    <a:close/>
                    <a:moveTo>
                      <a:pt x="93906" y="72020"/>
                    </a:moveTo>
                    <a:cubicBezTo>
                      <a:pt x="96045" y="68782"/>
                      <a:pt x="98867" y="66048"/>
                      <a:pt x="102175" y="64019"/>
                    </a:cubicBezTo>
                    <a:cubicBezTo>
                      <a:pt x="107012" y="61048"/>
                      <a:pt x="112696" y="59781"/>
                      <a:pt x="118331" y="60400"/>
                    </a:cubicBezTo>
                    <a:cubicBezTo>
                      <a:pt x="124993" y="61057"/>
                      <a:pt x="131447" y="63029"/>
                      <a:pt x="137339" y="66210"/>
                    </a:cubicBezTo>
                    <a:lnTo>
                      <a:pt x="137909" y="66210"/>
                    </a:lnTo>
                    <a:lnTo>
                      <a:pt x="147413" y="71258"/>
                    </a:lnTo>
                    <a:cubicBezTo>
                      <a:pt x="149884" y="72687"/>
                      <a:pt x="152165" y="74116"/>
                      <a:pt x="154446" y="75640"/>
                    </a:cubicBezTo>
                    <a:cubicBezTo>
                      <a:pt x="156727" y="77164"/>
                      <a:pt x="157392" y="77831"/>
                      <a:pt x="158817" y="78974"/>
                    </a:cubicBezTo>
                    <a:cubicBezTo>
                      <a:pt x="165280" y="84117"/>
                      <a:pt x="163379" y="94499"/>
                      <a:pt x="157677" y="102596"/>
                    </a:cubicBezTo>
                    <a:cubicBezTo>
                      <a:pt x="154484" y="107215"/>
                      <a:pt x="150758" y="111444"/>
                      <a:pt x="146558" y="115168"/>
                    </a:cubicBezTo>
                    <a:cubicBezTo>
                      <a:pt x="139287" y="121665"/>
                      <a:pt x="129175" y="123903"/>
                      <a:pt x="119852" y="121074"/>
                    </a:cubicBezTo>
                    <a:cubicBezTo>
                      <a:pt x="115604" y="119655"/>
                      <a:pt x="111498" y="117835"/>
                      <a:pt x="107592" y="115645"/>
                    </a:cubicBezTo>
                    <a:cubicBezTo>
                      <a:pt x="103952" y="113606"/>
                      <a:pt x="100540" y="111178"/>
                      <a:pt x="97423" y="108406"/>
                    </a:cubicBezTo>
                    <a:cubicBezTo>
                      <a:pt x="89402" y="100986"/>
                      <a:pt x="86893" y="89327"/>
                      <a:pt x="91150" y="79259"/>
                    </a:cubicBezTo>
                    <a:cubicBezTo>
                      <a:pt x="91768" y="76745"/>
                      <a:pt x="92690" y="74306"/>
                      <a:pt x="93906" y="72020"/>
                    </a:cubicBezTo>
                    <a:close/>
                    <a:moveTo>
                      <a:pt x="15405" y="24395"/>
                    </a:moveTo>
                    <a:cubicBezTo>
                      <a:pt x="20632" y="16585"/>
                      <a:pt x="29281" y="10584"/>
                      <a:pt x="36789" y="13060"/>
                    </a:cubicBezTo>
                    <a:cubicBezTo>
                      <a:pt x="38404" y="13546"/>
                      <a:pt x="39992" y="14118"/>
                      <a:pt x="41541" y="14775"/>
                    </a:cubicBezTo>
                    <a:cubicBezTo>
                      <a:pt x="43917" y="15727"/>
                      <a:pt x="46293" y="16871"/>
                      <a:pt x="48574" y="18014"/>
                    </a:cubicBezTo>
                    <a:lnTo>
                      <a:pt x="57222" y="22585"/>
                    </a:lnTo>
                    <a:lnTo>
                      <a:pt x="57792" y="22585"/>
                    </a:lnTo>
                    <a:cubicBezTo>
                      <a:pt x="63190" y="25519"/>
                      <a:pt x="67885" y="29577"/>
                      <a:pt x="71573" y="34492"/>
                    </a:cubicBezTo>
                    <a:cubicBezTo>
                      <a:pt x="74576" y="38607"/>
                      <a:pt x="75802" y="43750"/>
                      <a:pt x="74994" y="48779"/>
                    </a:cubicBezTo>
                    <a:cubicBezTo>
                      <a:pt x="74452" y="52437"/>
                      <a:pt x="73017" y="55904"/>
                      <a:pt x="70812" y="58876"/>
                    </a:cubicBezTo>
                    <a:cubicBezTo>
                      <a:pt x="69064" y="61076"/>
                      <a:pt x="67049" y="63057"/>
                      <a:pt x="64825" y="64781"/>
                    </a:cubicBezTo>
                    <a:cubicBezTo>
                      <a:pt x="56709" y="72677"/>
                      <a:pt x="45038" y="75687"/>
                      <a:pt x="34128" y="72687"/>
                    </a:cubicBezTo>
                    <a:cubicBezTo>
                      <a:pt x="30326" y="71458"/>
                      <a:pt x="26658" y="69830"/>
                      <a:pt x="23198" y="67829"/>
                    </a:cubicBezTo>
                    <a:cubicBezTo>
                      <a:pt x="19777" y="65810"/>
                      <a:pt x="16584" y="63410"/>
                      <a:pt x="13695" y="60685"/>
                    </a:cubicBezTo>
                    <a:cubicBezTo>
                      <a:pt x="7479" y="54828"/>
                      <a:pt x="5483" y="45760"/>
                      <a:pt x="8658" y="37825"/>
                    </a:cubicBezTo>
                    <a:cubicBezTo>
                      <a:pt x="10454" y="33158"/>
                      <a:pt x="12716" y="28691"/>
                      <a:pt x="15405" y="24491"/>
                    </a:cubicBezTo>
                    <a:close/>
                  </a:path>
                </a:pathLst>
              </a:custGeom>
              <a:solidFill>
                <a:srgbClr val="2B303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2" name="Google Shape;826;p18">
                <a:extLst>
                  <a:ext uri="{FF2B5EF4-FFF2-40B4-BE49-F238E27FC236}">
                    <a16:creationId xmlns:a16="http://schemas.microsoft.com/office/drawing/2014/main" id="{1822FD1E-4F2E-23B7-C3A8-F91D7A622704}"/>
                  </a:ext>
                </a:extLst>
              </p:cNvPr>
              <p:cNvSpPr/>
              <p:nvPr/>
            </p:nvSpPr>
            <p:spPr>
              <a:xfrm>
                <a:off x="5752081" y="4128325"/>
                <a:ext cx="64221" cy="49275"/>
              </a:xfrm>
              <a:custGeom>
                <a:avLst/>
                <a:gdLst/>
                <a:ahLst/>
                <a:cxnLst/>
                <a:rect l="l" t="t" r="r" b="b"/>
                <a:pathLst>
                  <a:path w="64221" h="49275" extrusionOk="0">
                    <a:moveTo>
                      <a:pt x="57569" y="40196"/>
                    </a:moveTo>
                    <a:cubicBezTo>
                      <a:pt x="49481" y="48149"/>
                      <a:pt x="37782" y="51159"/>
                      <a:pt x="26872" y="48101"/>
                    </a:cubicBezTo>
                    <a:cubicBezTo>
                      <a:pt x="23118" y="46987"/>
                      <a:pt x="19487" y="45491"/>
                      <a:pt x="16037" y="43624"/>
                    </a:cubicBezTo>
                    <a:cubicBezTo>
                      <a:pt x="12597" y="41634"/>
                      <a:pt x="9404" y="39233"/>
                      <a:pt x="6534" y="36481"/>
                    </a:cubicBezTo>
                    <a:cubicBezTo>
                      <a:pt x="309" y="30671"/>
                      <a:pt x="-1687" y="21622"/>
                      <a:pt x="1497" y="13716"/>
                    </a:cubicBezTo>
                    <a:cubicBezTo>
                      <a:pt x="3369" y="8896"/>
                      <a:pt x="5754" y="4296"/>
                      <a:pt x="8624" y="0"/>
                    </a:cubicBezTo>
                    <a:lnTo>
                      <a:pt x="8624" y="0"/>
                    </a:lnTo>
                    <a:cubicBezTo>
                      <a:pt x="5992" y="4010"/>
                      <a:pt x="3797" y="8287"/>
                      <a:pt x="2067" y="12763"/>
                    </a:cubicBezTo>
                    <a:cubicBezTo>
                      <a:pt x="-1107" y="20698"/>
                      <a:pt x="888" y="29766"/>
                      <a:pt x="7104" y="35623"/>
                    </a:cubicBezTo>
                    <a:cubicBezTo>
                      <a:pt x="9993" y="38348"/>
                      <a:pt x="13186" y="40748"/>
                      <a:pt x="16608" y="42767"/>
                    </a:cubicBezTo>
                    <a:cubicBezTo>
                      <a:pt x="20067" y="44767"/>
                      <a:pt x="23735" y="46396"/>
                      <a:pt x="27537" y="47625"/>
                    </a:cubicBezTo>
                    <a:cubicBezTo>
                      <a:pt x="38447" y="50625"/>
                      <a:pt x="50118" y="47615"/>
                      <a:pt x="58234" y="39719"/>
                    </a:cubicBezTo>
                    <a:cubicBezTo>
                      <a:pt x="60439" y="38005"/>
                      <a:pt x="62444" y="36061"/>
                      <a:pt x="64222" y="33909"/>
                    </a:cubicBezTo>
                    <a:lnTo>
                      <a:pt x="63556" y="34099"/>
                    </a:lnTo>
                    <a:cubicBezTo>
                      <a:pt x="61827" y="36376"/>
                      <a:pt x="59812" y="38424"/>
                      <a:pt x="57569" y="40196"/>
                    </a:cubicBezTo>
                    <a:close/>
                  </a:path>
                </a:pathLst>
              </a:custGeom>
              <a:solidFill>
                <a:srgbClr val="1F232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3" name="Google Shape;827;p18">
                <a:extLst>
                  <a:ext uri="{FF2B5EF4-FFF2-40B4-BE49-F238E27FC236}">
                    <a16:creationId xmlns:a16="http://schemas.microsoft.com/office/drawing/2014/main" id="{C883C1FD-C59D-6580-5D22-395A586BF723}"/>
                  </a:ext>
                </a:extLst>
              </p:cNvPr>
              <p:cNvSpPr/>
              <p:nvPr/>
            </p:nvSpPr>
            <p:spPr>
              <a:xfrm>
                <a:off x="5833480" y="4174426"/>
                <a:ext cx="68642" cy="51616"/>
              </a:xfrm>
              <a:custGeom>
                <a:avLst/>
                <a:gdLst/>
                <a:ahLst/>
                <a:cxnLst/>
                <a:rect l="l" t="t" r="r" b="b"/>
                <a:pathLst>
                  <a:path w="68642" h="51616" extrusionOk="0">
                    <a:moveTo>
                      <a:pt x="57428" y="44577"/>
                    </a:moveTo>
                    <a:cubicBezTo>
                      <a:pt x="50139" y="51044"/>
                      <a:pt x="40027" y="53245"/>
                      <a:pt x="30722" y="50387"/>
                    </a:cubicBezTo>
                    <a:cubicBezTo>
                      <a:pt x="26465" y="49044"/>
                      <a:pt x="22350" y="47254"/>
                      <a:pt x="18463" y="45053"/>
                    </a:cubicBezTo>
                    <a:cubicBezTo>
                      <a:pt x="14870" y="42948"/>
                      <a:pt x="11458" y="40529"/>
                      <a:pt x="8293" y="37814"/>
                    </a:cubicBezTo>
                    <a:cubicBezTo>
                      <a:pt x="310" y="30337"/>
                      <a:pt x="-2189" y="18679"/>
                      <a:pt x="2021" y="8572"/>
                    </a:cubicBezTo>
                    <a:cubicBezTo>
                      <a:pt x="2772" y="5953"/>
                      <a:pt x="3827" y="3429"/>
                      <a:pt x="5157" y="1048"/>
                    </a:cubicBezTo>
                    <a:lnTo>
                      <a:pt x="5917" y="0"/>
                    </a:lnTo>
                    <a:cubicBezTo>
                      <a:pt x="4616" y="2343"/>
                      <a:pt x="3589" y="4839"/>
                      <a:pt x="2876" y="7429"/>
                    </a:cubicBezTo>
                    <a:cubicBezTo>
                      <a:pt x="-1381" y="17497"/>
                      <a:pt x="1128" y="29165"/>
                      <a:pt x="9149" y="36576"/>
                    </a:cubicBezTo>
                    <a:cubicBezTo>
                      <a:pt x="12266" y="39348"/>
                      <a:pt x="15678" y="41777"/>
                      <a:pt x="19318" y="43815"/>
                    </a:cubicBezTo>
                    <a:cubicBezTo>
                      <a:pt x="23224" y="46006"/>
                      <a:pt x="27330" y="47825"/>
                      <a:pt x="31578" y="49244"/>
                    </a:cubicBezTo>
                    <a:cubicBezTo>
                      <a:pt x="40901" y="52073"/>
                      <a:pt x="51013" y="49835"/>
                      <a:pt x="58283" y="43339"/>
                    </a:cubicBezTo>
                    <a:cubicBezTo>
                      <a:pt x="62142" y="39881"/>
                      <a:pt x="65620" y="36023"/>
                      <a:pt x="68643" y="31813"/>
                    </a:cubicBezTo>
                    <a:lnTo>
                      <a:pt x="68643" y="31813"/>
                    </a:lnTo>
                    <a:cubicBezTo>
                      <a:pt x="65440" y="36509"/>
                      <a:pt x="61667" y="40795"/>
                      <a:pt x="57428" y="44577"/>
                    </a:cubicBezTo>
                    <a:close/>
                  </a:path>
                </a:pathLst>
              </a:custGeom>
              <a:solidFill>
                <a:srgbClr val="1F232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4" name="Google Shape;828;p18">
                <a:extLst>
                  <a:ext uri="{FF2B5EF4-FFF2-40B4-BE49-F238E27FC236}">
                    <a16:creationId xmlns:a16="http://schemas.microsoft.com/office/drawing/2014/main" id="{5B471D7D-7CF3-02D6-33C3-BB90923601B1}"/>
                  </a:ext>
                </a:extLst>
              </p:cNvPr>
              <p:cNvSpPr/>
              <p:nvPr/>
            </p:nvSpPr>
            <p:spPr>
              <a:xfrm>
                <a:off x="5752373" y="4115091"/>
                <a:ext cx="68187" cy="61619"/>
              </a:xfrm>
              <a:custGeom>
                <a:avLst/>
                <a:gdLst/>
                <a:ahLst/>
                <a:cxnLst/>
                <a:rect l="l" t="t" r="r" b="b"/>
                <a:pathLst>
                  <a:path w="68187" h="61619" extrusionOk="0">
                    <a:moveTo>
                      <a:pt x="64786" y="21997"/>
                    </a:moveTo>
                    <a:cubicBezTo>
                      <a:pt x="61098" y="17082"/>
                      <a:pt x="56403" y="13024"/>
                      <a:pt x="51005" y="10090"/>
                    </a:cubicBezTo>
                    <a:lnTo>
                      <a:pt x="50435" y="10090"/>
                    </a:lnTo>
                    <a:lnTo>
                      <a:pt x="41787" y="5518"/>
                    </a:lnTo>
                    <a:cubicBezTo>
                      <a:pt x="39506" y="4375"/>
                      <a:pt x="37130" y="3232"/>
                      <a:pt x="34754" y="2280"/>
                    </a:cubicBezTo>
                    <a:cubicBezTo>
                      <a:pt x="33205" y="1623"/>
                      <a:pt x="31617" y="1051"/>
                      <a:pt x="30002" y="565"/>
                    </a:cubicBezTo>
                    <a:cubicBezTo>
                      <a:pt x="22494" y="-1911"/>
                      <a:pt x="13845" y="4090"/>
                      <a:pt x="8618" y="11900"/>
                    </a:cubicBezTo>
                    <a:cubicBezTo>
                      <a:pt x="5767" y="16205"/>
                      <a:pt x="3382" y="20806"/>
                      <a:pt x="1490" y="25616"/>
                    </a:cubicBezTo>
                    <a:cubicBezTo>
                      <a:pt x="-1684" y="33551"/>
                      <a:pt x="312" y="42618"/>
                      <a:pt x="6527" y="48476"/>
                    </a:cubicBezTo>
                    <a:cubicBezTo>
                      <a:pt x="9417" y="51200"/>
                      <a:pt x="12610" y="53601"/>
                      <a:pt x="16031" y="55620"/>
                    </a:cubicBezTo>
                    <a:cubicBezTo>
                      <a:pt x="19491" y="57620"/>
                      <a:pt x="23159" y="59249"/>
                      <a:pt x="26960" y="60478"/>
                    </a:cubicBezTo>
                    <a:cubicBezTo>
                      <a:pt x="37871" y="63478"/>
                      <a:pt x="49542" y="60468"/>
                      <a:pt x="57658" y="52572"/>
                    </a:cubicBezTo>
                    <a:cubicBezTo>
                      <a:pt x="59882" y="50848"/>
                      <a:pt x="61896" y="48867"/>
                      <a:pt x="63645" y="46666"/>
                    </a:cubicBezTo>
                    <a:cubicBezTo>
                      <a:pt x="65850" y="43695"/>
                      <a:pt x="67285" y="40228"/>
                      <a:pt x="67827" y="36570"/>
                    </a:cubicBezTo>
                    <a:cubicBezTo>
                      <a:pt x="68825" y="31503"/>
                      <a:pt x="67732" y="26235"/>
                      <a:pt x="64786" y="21997"/>
                    </a:cubicBezTo>
                    <a:close/>
                  </a:path>
                </a:pathLst>
              </a:custGeom>
              <a:solidFill>
                <a:srgbClr val="000000">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063" name="Google Shape;829;p18">
              <a:extLst>
                <a:ext uri="{FF2B5EF4-FFF2-40B4-BE49-F238E27FC236}">
                  <a16:creationId xmlns:a16="http://schemas.microsoft.com/office/drawing/2014/main" id="{7CCCCA4A-1326-18FC-FF8C-27172C7365B3}"/>
                </a:ext>
              </a:extLst>
            </p:cNvPr>
            <p:cNvGrpSpPr/>
            <p:nvPr/>
          </p:nvGrpSpPr>
          <p:grpSpPr>
            <a:xfrm flipH="1">
              <a:off x="3829246" y="2465055"/>
              <a:ext cx="683695" cy="518573"/>
              <a:chOff x="6621095" y="1452181"/>
              <a:chExt cx="330894" cy="250785"/>
            </a:xfrm>
          </p:grpSpPr>
          <p:sp>
            <p:nvSpPr>
              <p:cNvPr id="2231" name="Google Shape;830;p18">
                <a:extLst>
                  <a:ext uri="{FF2B5EF4-FFF2-40B4-BE49-F238E27FC236}">
                    <a16:creationId xmlns:a16="http://schemas.microsoft.com/office/drawing/2014/main" id="{EC2BDEE2-2566-9849-3B59-C699011B403B}"/>
                  </a:ext>
                </a:extLst>
              </p:cNvPr>
              <p:cNvSpPr/>
              <p:nvPr/>
            </p:nvSpPr>
            <p:spPr>
              <a:xfrm>
                <a:off x="6648789" y="1521520"/>
                <a:ext cx="303199" cy="174500"/>
              </a:xfrm>
              <a:custGeom>
                <a:avLst/>
                <a:gdLst/>
                <a:ahLst/>
                <a:cxnLst/>
                <a:rect l="l" t="t" r="r" b="b"/>
                <a:pathLst>
                  <a:path w="303199" h="174500" extrusionOk="0">
                    <a:moveTo>
                      <a:pt x="0" y="63249"/>
                    </a:moveTo>
                    <a:lnTo>
                      <a:pt x="107878" y="860"/>
                    </a:lnTo>
                    <a:cubicBezTo>
                      <a:pt x="109779" y="-287"/>
                      <a:pt x="112155" y="-287"/>
                      <a:pt x="114056" y="860"/>
                    </a:cubicBezTo>
                    <a:lnTo>
                      <a:pt x="303200" y="110302"/>
                    </a:lnTo>
                    <a:lnTo>
                      <a:pt x="192280" y="17450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2" name="Google Shape;831;p18">
                <a:extLst>
                  <a:ext uri="{FF2B5EF4-FFF2-40B4-BE49-F238E27FC236}">
                    <a16:creationId xmlns:a16="http://schemas.microsoft.com/office/drawing/2014/main" id="{05F6D48F-A9F6-05E6-7294-22314013727D}"/>
                  </a:ext>
                </a:extLst>
              </p:cNvPr>
              <p:cNvSpPr/>
              <p:nvPr/>
            </p:nvSpPr>
            <p:spPr>
              <a:xfrm>
                <a:off x="6790409" y="1564671"/>
                <a:ext cx="79173" cy="45815"/>
              </a:xfrm>
              <a:custGeom>
                <a:avLst/>
                <a:gdLst/>
                <a:ahLst/>
                <a:cxnLst/>
                <a:rect l="l" t="t" r="r" b="b"/>
                <a:pathLst>
                  <a:path w="79173" h="45815" extrusionOk="0">
                    <a:moveTo>
                      <a:pt x="79174" y="29242"/>
                    </a:moveTo>
                    <a:lnTo>
                      <a:pt x="50660" y="45815"/>
                    </a:lnTo>
                    <a:lnTo>
                      <a:pt x="0" y="16478"/>
                    </a:lnTo>
                    <a:lnTo>
                      <a:pt x="28514" y="0"/>
                    </a:lnTo>
                    <a:lnTo>
                      <a:pt x="79174" y="29242"/>
                    </a:lnTo>
                    <a:close/>
                  </a:path>
                </a:pathLst>
              </a:custGeom>
              <a:solidFill>
                <a:srgbClr val="000000">
                  <a:alpha val="149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3" name="Google Shape;832;p18">
                <a:extLst>
                  <a:ext uri="{FF2B5EF4-FFF2-40B4-BE49-F238E27FC236}">
                    <a16:creationId xmlns:a16="http://schemas.microsoft.com/office/drawing/2014/main" id="{053BF286-06F7-903F-023F-97FFEDA73FD1}"/>
                  </a:ext>
                </a:extLst>
              </p:cNvPr>
              <p:cNvSpPr/>
              <p:nvPr/>
            </p:nvSpPr>
            <p:spPr>
              <a:xfrm>
                <a:off x="6648780" y="1584674"/>
                <a:ext cx="303209" cy="118292"/>
              </a:xfrm>
              <a:custGeom>
                <a:avLst/>
                <a:gdLst/>
                <a:ahLst/>
                <a:cxnLst/>
                <a:rect l="l" t="t" r="r" b="b"/>
                <a:pathLst>
                  <a:path w="303209" h="118292" extrusionOk="0">
                    <a:moveTo>
                      <a:pt x="303209" y="47149"/>
                    </a:moveTo>
                    <a:lnTo>
                      <a:pt x="303209" y="49721"/>
                    </a:lnTo>
                    <a:cubicBezTo>
                      <a:pt x="303237" y="53440"/>
                      <a:pt x="301279" y="56892"/>
                      <a:pt x="298076" y="58769"/>
                    </a:cubicBezTo>
                    <a:lnTo>
                      <a:pt x="197517" y="116872"/>
                    </a:lnTo>
                    <a:cubicBezTo>
                      <a:pt x="194323" y="118766"/>
                      <a:pt x="190350" y="118766"/>
                      <a:pt x="187157" y="116872"/>
                    </a:cubicBezTo>
                    <a:lnTo>
                      <a:pt x="5237" y="12097"/>
                    </a:lnTo>
                    <a:cubicBezTo>
                      <a:pt x="1863" y="10147"/>
                      <a:pt x="-153" y="6475"/>
                      <a:pt x="9" y="2572"/>
                    </a:cubicBezTo>
                    <a:lnTo>
                      <a:pt x="9" y="0"/>
                    </a:lnTo>
                    <a:lnTo>
                      <a:pt x="192289" y="111252"/>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4" name="Google Shape;833;p18">
                <a:extLst>
                  <a:ext uri="{FF2B5EF4-FFF2-40B4-BE49-F238E27FC236}">
                    <a16:creationId xmlns:a16="http://schemas.microsoft.com/office/drawing/2014/main" id="{D0CEFC01-DC68-5542-FD12-8703BCB11765}"/>
                  </a:ext>
                </a:extLst>
              </p:cNvPr>
              <p:cNvSpPr/>
              <p:nvPr/>
            </p:nvSpPr>
            <p:spPr>
              <a:xfrm>
                <a:off x="6621095" y="1454086"/>
                <a:ext cx="217122" cy="244320"/>
              </a:xfrm>
              <a:custGeom>
                <a:avLst/>
                <a:gdLst/>
                <a:ahLst/>
                <a:cxnLst/>
                <a:rect l="l" t="t" r="r" b="b"/>
                <a:pathLst>
                  <a:path w="217122" h="244320" extrusionOk="0">
                    <a:moveTo>
                      <a:pt x="217123" y="243459"/>
                    </a:moveTo>
                    <a:cubicBezTo>
                      <a:pt x="213644" y="244834"/>
                      <a:pt x="209728" y="244552"/>
                      <a:pt x="206478" y="242697"/>
                    </a:cubicBezTo>
                    <a:lnTo>
                      <a:pt x="25888" y="137922"/>
                    </a:lnTo>
                    <a:cubicBezTo>
                      <a:pt x="22695" y="136081"/>
                      <a:pt x="20499" y="132899"/>
                      <a:pt x="19900" y="129254"/>
                    </a:cubicBezTo>
                    <a:lnTo>
                      <a:pt x="36" y="10763"/>
                    </a:lnTo>
                    <a:cubicBezTo>
                      <a:pt x="-12" y="10097"/>
                      <a:pt x="-12" y="9429"/>
                      <a:pt x="36" y="8763"/>
                    </a:cubicBezTo>
                    <a:cubicBezTo>
                      <a:pt x="26" y="5457"/>
                      <a:pt x="1366" y="2291"/>
                      <a:pt x="3743" y="0"/>
                    </a:cubicBezTo>
                    <a:lnTo>
                      <a:pt x="191935" y="108871"/>
                    </a:lnTo>
                    <a:cubicBezTo>
                      <a:pt x="194226" y="110281"/>
                      <a:pt x="195813" y="112601"/>
                      <a:pt x="196307" y="115252"/>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5" name="Google Shape;834;p18">
                <a:extLst>
                  <a:ext uri="{FF2B5EF4-FFF2-40B4-BE49-F238E27FC236}">
                    <a16:creationId xmlns:a16="http://schemas.microsoft.com/office/drawing/2014/main" id="{9CA0421E-0D0C-0B9A-5A20-611B3845DB0C}"/>
                  </a:ext>
                </a:extLst>
              </p:cNvPr>
              <p:cNvSpPr/>
              <p:nvPr/>
            </p:nvSpPr>
            <p:spPr>
              <a:xfrm>
                <a:off x="6624647" y="1452181"/>
                <a:ext cx="216421" cy="245364"/>
              </a:xfrm>
              <a:custGeom>
                <a:avLst/>
                <a:gdLst/>
                <a:ahLst/>
                <a:cxnLst/>
                <a:rect l="l" t="t" r="r" b="b"/>
                <a:pathLst>
                  <a:path w="216421" h="245364" extrusionOk="0">
                    <a:moveTo>
                      <a:pt x="216422" y="243840"/>
                    </a:moveTo>
                    <a:lnTo>
                      <a:pt x="215186" y="244602"/>
                    </a:lnTo>
                    <a:lnTo>
                      <a:pt x="213570" y="245364"/>
                    </a:lnTo>
                    <a:lnTo>
                      <a:pt x="192090" y="117157"/>
                    </a:lnTo>
                    <a:cubicBezTo>
                      <a:pt x="191596" y="114506"/>
                      <a:pt x="190008" y="112186"/>
                      <a:pt x="187718" y="110776"/>
                    </a:cubicBezTo>
                    <a:lnTo>
                      <a:pt x="0" y="1905"/>
                    </a:lnTo>
                    <a:cubicBezTo>
                      <a:pt x="694" y="1117"/>
                      <a:pt x="1530" y="471"/>
                      <a:pt x="2471" y="0"/>
                    </a:cubicBezTo>
                    <a:lnTo>
                      <a:pt x="191044" y="109061"/>
                    </a:lnTo>
                    <a:cubicBezTo>
                      <a:pt x="193373" y="110453"/>
                      <a:pt x="194998" y="112774"/>
                      <a:pt x="195512" y="115443"/>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064" name="Google Shape;835;p18">
              <a:extLst>
                <a:ext uri="{FF2B5EF4-FFF2-40B4-BE49-F238E27FC236}">
                  <a16:creationId xmlns:a16="http://schemas.microsoft.com/office/drawing/2014/main" id="{4A0C5BA9-E4F0-85A2-FAC5-3061197BEB75}"/>
                </a:ext>
              </a:extLst>
            </p:cNvPr>
            <p:cNvSpPr/>
            <p:nvPr/>
          </p:nvSpPr>
          <p:spPr>
            <a:xfrm rot="-1803147">
              <a:off x="6082659" y="320502"/>
              <a:ext cx="40427" cy="70097"/>
            </a:xfrm>
            <a:custGeom>
              <a:avLst/>
              <a:gdLst/>
              <a:ahLst/>
              <a:cxnLst/>
              <a:rect l="l" t="t" r="r" b="b"/>
              <a:pathLst>
                <a:path w="49989" h="86677" extrusionOk="0">
                  <a:moveTo>
                    <a:pt x="49990" y="43339"/>
                  </a:moveTo>
                  <a:cubicBezTo>
                    <a:pt x="49990" y="67274"/>
                    <a:pt x="38799" y="86678"/>
                    <a:pt x="24995" y="86678"/>
                  </a:cubicBezTo>
                  <a:cubicBezTo>
                    <a:pt x="11190" y="86678"/>
                    <a:pt x="0" y="67274"/>
                    <a:pt x="0" y="43339"/>
                  </a:cubicBezTo>
                  <a:cubicBezTo>
                    <a:pt x="0" y="19403"/>
                    <a:pt x="11190" y="0"/>
                    <a:pt x="24995" y="0"/>
                  </a:cubicBezTo>
                  <a:cubicBezTo>
                    <a:pt x="38799" y="0"/>
                    <a:pt x="49990" y="19403"/>
                    <a:pt x="49990" y="4333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5" name="Google Shape;836;p18">
              <a:extLst>
                <a:ext uri="{FF2B5EF4-FFF2-40B4-BE49-F238E27FC236}">
                  <a16:creationId xmlns:a16="http://schemas.microsoft.com/office/drawing/2014/main" id="{E2C78792-2244-87CC-7AE2-4FE9C44A6420}"/>
                </a:ext>
              </a:extLst>
            </p:cNvPr>
            <p:cNvSpPr/>
            <p:nvPr/>
          </p:nvSpPr>
          <p:spPr>
            <a:xfrm>
              <a:off x="5777153" y="2115925"/>
              <a:ext cx="669353" cy="387341"/>
            </a:xfrm>
            <a:custGeom>
              <a:avLst/>
              <a:gdLst/>
              <a:ahLst/>
              <a:cxnLst/>
              <a:rect l="l" t="t" r="r" b="b"/>
              <a:pathLst>
                <a:path w="828920" h="479679" extrusionOk="0">
                  <a:moveTo>
                    <a:pt x="828920" y="239840"/>
                  </a:moveTo>
                  <a:cubicBezTo>
                    <a:pt x="828920" y="372299"/>
                    <a:pt x="643360" y="479679"/>
                    <a:pt x="414460" y="479679"/>
                  </a:cubicBezTo>
                  <a:cubicBezTo>
                    <a:pt x="185560" y="479679"/>
                    <a:pt x="0" y="372299"/>
                    <a:pt x="0" y="239840"/>
                  </a:cubicBezTo>
                  <a:cubicBezTo>
                    <a:pt x="0" y="107380"/>
                    <a:pt x="185560" y="0"/>
                    <a:pt x="414460" y="0"/>
                  </a:cubicBezTo>
                  <a:cubicBezTo>
                    <a:pt x="643360" y="0"/>
                    <a:pt x="828920" y="107380"/>
                    <a:pt x="828920" y="23984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6" name="Google Shape;837;p18">
              <a:extLst>
                <a:ext uri="{FF2B5EF4-FFF2-40B4-BE49-F238E27FC236}">
                  <a16:creationId xmlns:a16="http://schemas.microsoft.com/office/drawing/2014/main" id="{1D28CCDE-73D3-15FA-F6A1-D62A44EA90AD}"/>
                </a:ext>
              </a:extLst>
            </p:cNvPr>
            <p:cNvSpPr/>
            <p:nvPr/>
          </p:nvSpPr>
          <p:spPr>
            <a:xfrm>
              <a:off x="5964040" y="276791"/>
              <a:ext cx="375852" cy="551229"/>
            </a:xfrm>
            <a:custGeom>
              <a:avLst/>
              <a:gdLst/>
              <a:ahLst/>
              <a:cxnLst/>
              <a:rect l="l" t="t" r="r" b="b"/>
              <a:pathLst>
                <a:path w="465451" h="682637" extrusionOk="0">
                  <a:moveTo>
                    <a:pt x="164035" y="22597"/>
                  </a:moveTo>
                  <a:cubicBezTo>
                    <a:pt x="182568" y="-7216"/>
                    <a:pt x="324079" y="-26837"/>
                    <a:pt x="370648" y="93368"/>
                  </a:cubicBezTo>
                  <a:cubicBezTo>
                    <a:pt x="388325" y="138898"/>
                    <a:pt x="385569" y="255293"/>
                    <a:pt x="400299" y="328540"/>
                  </a:cubicBezTo>
                  <a:cubicBezTo>
                    <a:pt x="415030" y="401788"/>
                    <a:pt x="449909" y="442840"/>
                    <a:pt x="462359" y="502562"/>
                  </a:cubicBezTo>
                  <a:cubicBezTo>
                    <a:pt x="474809" y="562284"/>
                    <a:pt x="454471" y="661534"/>
                    <a:pt x="311724" y="679060"/>
                  </a:cubicBezTo>
                  <a:cubicBezTo>
                    <a:pt x="168977" y="696586"/>
                    <a:pt x="59209" y="646390"/>
                    <a:pt x="25470" y="600765"/>
                  </a:cubicBezTo>
                  <a:cubicBezTo>
                    <a:pt x="-8268" y="555140"/>
                    <a:pt x="-8934" y="457890"/>
                    <a:pt x="26135" y="406169"/>
                  </a:cubicBezTo>
                  <a:cubicBezTo>
                    <a:pt x="61204" y="354448"/>
                    <a:pt x="87720" y="311776"/>
                    <a:pt x="86865" y="244244"/>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7" name="Google Shape;838;p18">
              <a:extLst>
                <a:ext uri="{FF2B5EF4-FFF2-40B4-BE49-F238E27FC236}">
                  <a16:creationId xmlns:a16="http://schemas.microsoft.com/office/drawing/2014/main" id="{15183F33-7691-CEC5-13F6-8EBB3509FE49}"/>
                </a:ext>
              </a:extLst>
            </p:cNvPr>
            <p:cNvSpPr/>
            <p:nvPr/>
          </p:nvSpPr>
          <p:spPr>
            <a:xfrm>
              <a:off x="5952425" y="673402"/>
              <a:ext cx="70057" cy="407712"/>
            </a:xfrm>
            <a:custGeom>
              <a:avLst/>
              <a:gdLst/>
              <a:ahLst/>
              <a:cxnLst/>
              <a:rect l="l" t="t" r="r" b="b"/>
              <a:pathLst>
                <a:path w="86758" h="504907" extrusionOk="0">
                  <a:moveTo>
                    <a:pt x="8870" y="34023"/>
                  </a:moveTo>
                  <a:cubicBezTo>
                    <a:pt x="8870" y="34023"/>
                    <a:pt x="-24678" y="271196"/>
                    <a:pt x="38712" y="439789"/>
                  </a:cubicBezTo>
                  <a:cubicBezTo>
                    <a:pt x="102102" y="608381"/>
                    <a:pt x="84520" y="396355"/>
                    <a:pt x="84520" y="396355"/>
                  </a:cubicBezTo>
                  <a:lnTo>
                    <a:pt x="69314" y="345967"/>
                  </a:lnTo>
                  <a:cubicBezTo>
                    <a:pt x="69314" y="345967"/>
                    <a:pt x="56579" y="152038"/>
                    <a:pt x="61807" y="104508"/>
                  </a:cubicBezTo>
                  <a:cubicBezTo>
                    <a:pt x="67033" y="56979"/>
                    <a:pt x="65798" y="16116"/>
                    <a:pt x="69314" y="12306"/>
                  </a:cubicBezTo>
                  <a:cubicBezTo>
                    <a:pt x="72831" y="8497"/>
                    <a:pt x="56674" y="972"/>
                    <a:pt x="50307" y="19"/>
                  </a:cubicBezTo>
                  <a:cubicBezTo>
                    <a:pt x="43939" y="-933"/>
                    <a:pt x="8870" y="34023"/>
                    <a:pt x="8870" y="34023"/>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8" name="Google Shape;839;p18">
              <a:extLst>
                <a:ext uri="{FF2B5EF4-FFF2-40B4-BE49-F238E27FC236}">
                  <a16:creationId xmlns:a16="http://schemas.microsoft.com/office/drawing/2014/main" id="{882742A6-11DE-6988-C8AA-B440C2096B2F}"/>
                </a:ext>
              </a:extLst>
            </p:cNvPr>
            <p:cNvSpPr/>
            <p:nvPr/>
          </p:nvSpPr>
          <p:spPr>
            <a:xfrm>
              <a:off x="5992903" y="271657"/>
              <a:ext cx="179035" cy="222681"/>
            </a:xfrm>
            <a:custGeom>
              <a:avLst/>
              <a:gdLst/>
              <a:ahLst/>
              <a:cxnLst/>
              <a:rect l="l" t="t" r="r" b="b"/>
              <a:pathLst>
                <a:path w="221715" h="275766" extrusionOk="0">
                  <a:moveTo>
                    <a:pt x="221716" y="8191"/>
                  </a:moveTo>
                  <a:cubicBezTo>
                    <a:pt x="221716" y="8191"/>
                    <a:pt x="115178" y="-22575"/>
                    <a:pt x="50648" y="35147"/>
                  </a:cubicBezTo>
                  <a:cubicBezTo>
                    <a:pt x="-8371" y="87915"/>
                    <a:pt x="-3429" y="159734"/>
                    <a:pt x="5125" y="193452"/>
                  </a:cubicBezTo>
                  <a:cubicBezTo>
                    <a:pt x="13678" y="227171"/>
                    <a:pt x="30975" y="273176"/>
                    <a:pt x="57681" y="275748"/>
                  </a:cubicBezTo>
                  <a:cubicBezTo>
                    <a:pt x="84386" y="278320"/>
                    <a:pt x="221716" y="8191"/>
                    <a:pt x="221716" y="819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9" name="Google Shape;840;p18">
              <a:extLst>
                <a:ext uri="{FF2B5EF4-FFF2-40B4-BE49-F238E27FC236}">
                  <a16:creationId xmlns:a16="http://schemas.microsoft.com/office/drawing/2014/main" id="{B796F948-2837-6163-C12A-B3E4290EA81E}"/>
                </a:ext>
              </a:extLst>
            </p:cNvPr>
            <p:cNvSpPr/>
            <p:nvPr/>
          </p:nvSpPr>
          <p:spPr>
            <a:xfrm>
              <a:off x="6027515" y="513497"/>
              <a:ext cx="222025" cy="248990"/>
            </a:xfrm>
            <a:custGeom>
              <a:avLst/>
              <a:gdLst/>
              <a:ahLst/>
              <a:cxnLst/>
              <a:rect l="l" t="t" r="r" b="b"/>
              <a:pathLst>
                <a:path w="274953" h="308347" extrusionOk="0">
                  <a:moveTo>
                    <a:pt x="219342" y="0"/>
                  </a:moveTo>
                  <a:cubicBezTo>
                    <a:pt x="219342" y="0"/>
                    <a:pt x="212310" y="119063"/>
                    <a:pt x="214495" y="127825"/>
                  </a:cubicBezTo>
                  <a:cubicBezTo>
                    <a:pt x="216681" y="136588"/>
                    <a:pt x="261159" y="144971"/>
                    <a:pt x="273609" y="155353"/>
                  </a:cubicBezTo>
                  <a:cubicBezTo>
                    <a:pt x="286059" y="165735"/>
                    <a:pt x="208983" y="286512"/>
                    <a:pt x="169828" y="304419"/>
                  </a:cubicBezTo>
                  <a:cubicBezTo>
                    <a:pt x="130672" y="322326"/>
                    <a:pt x="9308" y="276606"/>
                    <a:pt x="945" y="216122"/>
                  </a:cubicBezTo>
                  <a:cubicBezTo>
                    <a:pt x="-6848" y="160401"/>
                    <a:pt x="35634" y="117158"/>
                    <a:pt x="51981" y="101822"/>
                  </a:cubicBezTo>
                  <a:cubicBezTo>
                    <a:pt x="63100" y="100841"/>
                    <a:pt x="74276" y="100555"/>
                    <a:pt x="85434" y="100965"/>
                  </a:cubicBezTo>
                  <a:lnTo>
                    <a:pt x="89045" y="43243"/>
                  </a:lnTo>
                  <a:cubicBezTo>
                    <a:pt x="142457" y="26575"/>
                    <a:pt x="219342" y="0"/>
                    <a:pt x="219342"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0" name="Google Shape;841;p18">
              <a:extLst>
                <a:ext uri="{FF2B5EF4-FFF2-40B4-BE49-F238E27FC236}">
                  <a16:creationId xmlns:a16="http://schemas.microsoft.com/office/drawing/2014/main" id="{79B79FCF-41D2-E727-A830-4CC2C637C424}"/>
                </a:ext>
              </a:extLst>
            </p:cNvPr>
            <p:cNvSpPr/>
            <p:nvPr/>
          </p:nvSpPr>
          <p:spPr>
            <a:xfrm>
              <a:off x="5963282" y="594790"/>
              <a:ext cx="323371" cy="372912"/>
            </a:xfrm>
            <a:custGeom>
              <a:avLst/>
              <a:gdLst/>
              <a:ahLst/>
              <a:cxnLst/>
              <a:rect l="l" t="t" r="r" b="b"/>
              <a:pathLst>
                <a:path w="400459" h="461811" extrusionOk="0">
                  <a:moveTo>
                    <a:pt x="315417" y="38688"/>
                  </a:moveTo>
                  <a:cubicBezTo>
                    <a:pt x="348776" y="43832"/>
                    <a:pt x="386981" y="61739"/>
                    <a:pt x="392208" y="80027"/>
                  </a:cubicBezTo>
                  <a:cubicBezTo>
                    <a:pt x="398290" y="101363"/>
                    <a:pt x="411216" y="202042"/>
                    <a:pt x="382704" y="278718"/>
                  </a:cubicBezTo>
                  <a:cubicBezTo>
                    <a:pt x="354193" y="355394"/>
                    <a:pt x="334330" y="404067"/>
                    <a:pt x="317793" y="437024"/>
                  </a:cubicBezTo>
                  <a:cubicBezTo>
                    <a:pt x="317793" y="437024"/>
                    <a:pt x="173431" y="499126"/>
                    <a:pt x="57009" y="426737"/>
                  </a:cubicBezTo>
                  <a:cubicBezTo>
                    <a:pt x="57009" y="426737"/>
                    <a:pt x="49026" y="344631"/>
                    <a:pt x="48456" y="300721"/>
                  </a:cubicBezTo>
                  <a:cubicBezTo>
                    <a:pt x="-58937" y="206804"/>
                    <a:pt x="32870" y="91171"/>
                    <a:pt x="123916" y="969"/>
                  </a:cubicBezTo>
                  <a:cubicBezTo>
                    <a:pt x="134807" y="-136"/>
                    <a:pt x="145784" y="-298"/>
                    <a:pt x="156704" y="493"/>
                  </a:cubicBezTo>
                  <a:cubicBezTo>
                    <a:pt x="156704" y="493"/>
                    <a:pt x="75447" y="96791"/>
                    <a:pt x="131899" y="151464"/>
                  </a:cubicBezTo>
                  <a:cubicBezTo>
                    <a:pt x="252693" y="114793"/>
                    <a:pt x="276737" y="60405"/>
                    <a:pt x="315417" y="3868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1" name="Google Shape;842;p18">
              <a:extLst>
                <a:ext uri="{FF2B5EF4-FFF2-40B4-BE49-F238E27FC236}">
                  <a16:creationId xmlns:a16="http://schemas.microsoft.com/office/drawing/2014/main" id="{4468DCA2-7731-2B44-317C-E783881F0EA6}"/>
                </a:ext>
              </a:extLst>
            </p:cNvPr>
            <p:cNvSpPr/>
            <p:nvPr/>
          </p:nvSpPr>
          <p:spPr>
            <a:xfrm>
              <a:off x="6020709" y="289521"/>
              <a:ext cx="238064" cy="294179"/>
            </a:xfrm>
            <a:custGeom>
              <a:avLst/>
              <a:gdLst/>
              <a:ahLst/>
              <a:cxnLst/>
              <a:rect l="l" t="t" r="r" b="b"/>
              <a:pathLst>
                <a:path w="294816" h="364308" extrusionOk="0">
                  <a:moveTo>
                    <a:pt x="6143" y="129898"/>
                  </a:moveTo>
                  <a:lnTo>
                    <a:pt x="6143" y="129898"/>
                  </a:lnTo>
                  <a:cubicBezTo>
                    <a:pt x="18118" y="53698"/>
                    <a:pt x="73240" y="-4405"/>
                    <a:pt x="151931" y="263"/>
                  </a:cubicBezTo>
                  <a:cubicBezTo>
                    <a:pt x="235318" y="4873"/>
                    <a:pt x="299183" y="76348"/>
                    <a:pt x="294583" y="159921"/>
                  </a:cubicBezTo>
                  <a:cubicBezTo>
                    <a:pt x="291970" y="207365"/>
                    <a:pt x="267307" y="250837"/>
                    <a:pt x="227961" y="277345"/>
                  </a:cubicBezTo>
                  <a:cubicBezTo>
                    <a:pt x="225244" y="288937"/>
                    <a:pt x="221157" y="300157"/>
                    <a:pt x="215797" y="310778"/>
                  </a:cubicBezTo>
                  <a:cubicBezTo>
                    <a:pt x="187855" y="343353"/>
                    <a:pt x="113916" y="363927"/>
                    <a:pt x="89492" y="364308"/>
                  </a:cubicBezTo>
                  <a:cubicBezTo>
                    <a:pt x="68298" y="364308"/>
                    <a:pt x="50146" y="344782"/>
                    <a:pt x="30283" y="311921"/>
                  </a:cubicBezTo>
                  <a:cubicBezTo>
                    <a:pt x="-10774" y="243436"/>
                    <a:pt x="-319" y="167617"/>
                    <a:pt x="6143" y="129898"/>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2" name="Google Shape;843;p18">
              <a:extLst>
                <a:ext uri="{FF2B5EF4-FFF2-40B4-BE49-F238E27FC236}">
                  <a16:creationId xmlns:a16="http://schemas.microsoft.com/office/drawing/2014/main" id="{9EC46CC5-54EC-44D2-CAD7-D94CEC6C5D8C}"/>
                </a:ext>
              </a:extLst>
            </p:cNvPr>
            <p:cNvSpPr/>
            <p:nvPr/>
          </p:nvSpPr>
          <p:spPr>
            <a:xfrm>
              <a:off x="6029967" y="288305"/>
              <a:ext cx="239492" cy="225171"/>
            </a:xfrm>
            <a:custGeom>
              <a:avLst/>
              <a:gdLst/>
              <a:ahLst/>
              <a:cxnLst/>
              <a:rect l="l" t="t" r="r" b="b"/>
              <a:pathLst>
                <a:path w="296585" h="278850" extrusionOk="0">
                  <a:moveTo>
                    <a:pt x="164891" y="3197"/>
                  </a:moveTo>
                  <a:cubicBezTo>
                    <a:pt x="220108" y="13961"/>
                    <a:pt x="265441" y="29582"/>
                    <a:pt x="280457" y="83874"/>
                  </a:cubicBezTo>
                  <a:cubicBezTo>
                    <a:pt x="290721" y="121307"/>
                    <a:pt x="304121" y="192554"/>
                    <a:pt x="291386" y="222653"/>
                  </a:cubicBezTo>
                  <a:lnTo>
                    <a:pt x="283403" y="244370"/>
                  </a:lnTo>
                  <a:lnTo>
                    <a:pt x="216876" y="278851"/>
                  </a:lnTo>
                  <a:cubicBezTo>
                    <a:pt x="216876" y="278851"/>
                    <a:pt x="185704" y="252848"/>
                    <a:pt x="195398" y="176457"/>
                  </a:cubicBezTo>
                  <a:cubicBezTo>
                    <a:pt x="194980" y="166227"/>
                    <a:pt x="191692" y="156321"/>
                    <a:pt x="185894" y="147882"/>
                  </a:cubicBezTo>
                  <a:cubicBezTo>
                    <a:pt x="181580" y="140729"/>
                    <a:pt x="178367" y="132956"/>
                    <a:pt x="176390" y="124832"/>
                  </a:cubicBezTo>
                  <a:cubicBezTo>
                    <a:pt x="168531" y="104162"/>
                    <a:pt x="153001" y="87332"/>
                    <a:pt x="133053" y="77873"/>
                  </a:cubicBezTo>
                  <a:cubicBezTo>
                    <a:pt x="83348" y="49870"/>
                    <a:pt x="10454" y="74063"/>
                    <a:pt x="0" y="84160"/>
                  </a:cubicBezTo>
                  <a:cubicBezTo>
                    <a:pt x="33929" y="14627"/>
                    <a:pt x="100645" y="-9376"/>
                    <a:pt x="164891" y="319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3" name="Google Shape;844;p18">
              <a:extLst>
                <a:ext uri="{FF2B5EF4-FFF2-40B4-BE49-F238E27FC236}">
                  <a16:creationId xmlns:a16="http://schemas.microsoft.com/office/drawing/2014/main" id="{861BA6DB-721A-5571-76EA-0B5FD4C649DD}"/>
                </a:ext>
              </a:extLst>
            </p:cNvPr>
            <p:cNvSpPr/>
            <p:nvPr/>
          </p:nvSpPr>
          <p:spPr>
            <a:xfrm>
              <a:off x="6069645" y="2237688"/>
              <a:ext cx="188076" cy="143860"/>
            </a:xfrm>
            <a:custGeom>
              <a:avLst/>
              <a:gdLst/>
              <a:ahLst/>
              <a:cxnLst/>
              <a:rect l="l" t="t" r="r" b="b"/>
              <a:pathLst>
                <a:path w="232912" h="178155" extrusionOk="0">
                  <a:moveTo>
                    <a:pt x="216022" y="5"/>
                  </a:moveTo>
                  <a:cubicBezTo>
                    <a:pt x="188081" y="22769"/>
                    <a:pt x="144649" y="7053"/>
                    <a:pt x="142558" y="9053"/>
                  </a:cubicBezTo>
                  <a:cubicBezTo>
                    <a:pt x="114047" y="37628"/>
                    <a:pt x="71755" y="62489"/>
                    <a:pt x="40202" y="87444"/>
                  </a:cubicBezTo>
                  <a:cubicBezTo>
                    <a:pt x="22810" y="101160"/>
                    <a:pt x="-4276" y="119543"/>
                    <a:pt x="571" y="145927"/>
                  </a:cubicBezTo>
                  <a:cubicBezTo>
                    <a:pt x="9410" y="193076"/>
                    <a:pt x="84775" y="178598"/>
                    <a:pt x="113191" y="164120"/>
                  </a:cubicBezTo>
                  <a:cubicBezTo>
                    <a:pt x="141608" y="149642"/>
                    <a:pt x="164797" y="126020"/>
                    <a:pt x="191692" y="109066"/>
                  </a:cubicBezTo>
                  <a:cubicBezTo>
                    <a:pt x="210700" y="97064"/>
                    <a:pt x="229708" y="90873"/>
                    <a:pt x="232749" y="66584"/>
                  </a:cubicBezTo>
                  <a:cubicBezTo>
                    <a:pt x="234555" y="51916"/>
                    <a:pt x="220964" y="-567"/>
                    <a:pt x="216022" y="5"/>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4" name="Google Shape;845;p18">
              <a:extLst>
                <a:ext uri="{FF2B5EF4-FFF2-40B4-BE49-F238E27FC236}">
                  <a16:creationId xmlns:a16="http://schemas.microsoft.com/office/drawing/2014/main" id="{AF14994A-F5D4-BDD7-423D-E824ACA2247B}"/>
                </a:ext>
              </a:extLst>
            </p:cNvPr>
            <p:cNvSpPr/>
            <p:nvPr/>
          </p:nvSpPr>
          <p:spPr>
            <a:xfrm>
              <a:off x="6070415" y="2283614"/>
              <a:ext cx="187263" cy="97891"/>
            </a:xfrm>
            <a:custGeom>
              <a:avLst/>
              <a:gdLst/>
              <a:ahLst/>
              <a:cxnLst/>
              <a:rect l="l" t="t" r="r" b="b"/>
              <a:pathLst>
                <a:path w="231905" h="121227" extrusionOk="0">
                  <a:moveTo>
                    <a:pt x="231417" y="0"/>
                  </a:moveTo>
                  <a:cubicBezTo>
                    <a:pt x="227711" y="23241"/>
                    <a:pt x="209083" y="29623"/>
                    <a:pt x="190076" y="41434"/>
                  </a:cubicBezTo>
                  <a:cubicBezTo>
                    <a:pt x="162705" y="58483"/>
                    <a:pt x="138660" y="83058"/>
                    <a:pt x="110244" y="97441"/>
                  </a:cubicBezTo>
                  <a:cubicBezTo>
                    <a:pt x="84013" y="110776"/>
                    <a:pt x="18437" y="124015"/>
                    <a:pt x="0" y="90392"/>
                  </a:cubicBezTo>
                  <a:cubicBezTo>
                    <a:pt x="10074" y="135826"/>
                    <a:pt x="84108" y="121539"/>
                    <a:pt x="112240" y="107251"/>
                  </a:cubicBezTo>
                  <a:cubicBezTo>
                    <a:pt x="140371" y="92964"/>
                    <a:pt x="163845" y="69151"/>
                    <a:pt x="190741" y="52197"/>
                  </a:cubicBezTo>
                  <a:cubicBezTo>
                    <a:pt x="209748" y="40196"/>
                    <a:pt x="228756" y="34004"/>
                    <a:pt x="231797" y="9715"/>
                  </a:cubicBezTo>
                  <a:cubicBezTo>
                    <a:pt x="232025" y="6477"/>
                    <a:pt x="231892" y="3219"/>
                    <a:pt x="23141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5" name="Google Shape;846;p18">
              <a:extLst>
                <a:ext uri="{FF2B5EF4-FFF2-40B4-BE49-F238E27FC236}">
                  <a16:creationId xmlns:a16="http://schemas.microsoft.com/office/drawing/2014/main" id="{6F00F3E8-DF24-E49D-F364-0C9FDF70130A}"/>
                </a:ext>
              </a:extLst>
            </p:cNvPr>
            <p:cNvSpPr/>
            <p:nvPr/>
          </p:nvSpPr>
          <p:spPr>
            <a:xfrm>
              <a:off x="5927157" y="2205996"/>
              <a:ext cx="172547" cy="133696"/>
            </a:xfrm>
            <a:custGeom>
              <a:avLst/>
              <a:gdLst/>
              <a:ahLst/>
              <a:cxnLst/>
              <a:rect l="l" t="t" r="r" b="b"/>
              <a:pathLst>
                <a:path w="213680" h="165568" extrusionOk="0">
                  <a:moveTo>
                    <a:pt x="196496" y="5"/>
                  </a:moveTo>
                  <a:cubicBezTo>
                    <a:pt x="170931" y="20864"/>
                    <a:pt x="132345" y="9530"/>
                    <a:pt x="130445" y="11054"/>
                  </a:cubicBezTo>
                  <a:cubicBezTo>
                    <a:pt x="104404" y="37247"/>
                    <a:pt x="65819" y="59726"/>
                    <a:pt x="36927" y="82491"/>
                  </a:cubicBezTo>
                  <a:cubicBezTo>
                    <a:pt x="20961" y="95064"/>
                    <a:pt x="-3939" y="111924"/>
                    <a:pt x="528" y="136022"/>
                  </a:cubicBezTo>
                  <a:cubicBezTo>
                    <a:pt x="8606" y="179265"/>
                    <a:pt x="77604" y="165930"/>
                    <a:pt x="103644" y="152786"/>
                  </a:cubicBezTo>
                  <a:cubicBezTo>
                    <a:pt x="129684" y="139641"/>
                    <a:pt x="151163" y="117638"/>
                    <a:pt x="175588" y="102303"/>
                  </a:cubicBezTo>
                  <a:cubicBezTo>
                    <a:pt x="193170" y="91350"/>
                    <a:pt x="210466" y="85634"/>
                    <a:pt x="213603" y="63441"/>
                  </a:cubicBezTo>
                  <a:cubicBezTo>
                    <a:pt x="214838" y="50011"/>
                    <a:pt x="201058" y="-567"/>
                    <a:pt x="196496" y="5"/>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5" name="Google Shape;847;p18">
              <a:extLst>
                <a:ext uri="{FF2B5EF4-FFF2-40B4-BE49-F238E27FC236}">
                  <a16:creationId xmlns:a16="http://schemas.microsoft.com/office/drawing/2014/main" id="{1C0D4590-A229-6E27-B98F-722D6B28F7C8}"/>
                </a:ext>
              </a:extLst>
            </p:cNvPr>
            <p:cNvSpPr/>
            <p:nvPr/>
          </p:nvSpPr>
          <p:spPr>
            <a:xfrm>
              <a:off x="5927737" y="2249998"/>
              <a:ext cx="171800" cy="89748"/>
            </a:xfrm>
            <a:custGeom>
              <a:avLst/>
              <a:gdLst/>
              <a:ahLst/>
              <a:cxnLst/>
              <a:rect l="l" t="t" r="r" b="b"/>
              <a:pathLst>
                <a:path w="212755" h="111143" extrusionOk="0">
                  <a:moveTo>
                    <a:pt x="212124" y="0"/>
                  </a:moveTo>
                  <a:cubicBezTo>
                    <a:pt x="208798" y="21241"/>
                    <a:pt x="191691" y="27146"/>
                    <a:pt x="174109" y="38100"/>
                  </a:cubicBezTo>
                  <a:cubicBezTo>
                    <a:pt x="149019" y="53721"/>
                    <a:pt x="126590" y="76200"/>
                    <a:pt x="100930" y="89344"/>
                  </a:cubicBezTo>
                  <a:cubicBezTo>
                    <a:pt x="76886" y="101632"/>
                    <a:pt x="16917" y="113728"/>
                    <a:pt x="0" y="82867"/>
                  </a:cubicBezTo>
                  <a:cubicBezTo>
                    <a:pt x="9504" y="124492"/>
                    <a:pt x="76980" y="111442"/>
                    <a:pt x="102736" y="98393"/>
                  </a:cubicBezTo>
                  <a:cubicBezTo>
                    <a:pt x="128491" y="85344"/>
                    <a:pt x="150255" y="63246"/>
                    <a:pt x="174679" y="47911"/>
                  </a:cubicBezTo>
                  <a:cubicBezTo>
                    <a:pt x="192261" y="36957"/>
                    <a:pt x="209558" y="31242"/>
                    <a:pt x="212694" y="9049"/>
                  </a:cubicBezTo>
                  <a:cubicBezTo>
                    <a:pt x="212866" y="6020"/>
                    <a:pt x="212676" y="2981"/>
                    <a:pt x="212124"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6" name="Google Shape;848;p18">
              <a:extLst>
                <a:ext uri="{FF2B5EF4-FFF2-40B4-BE49-F238E27FC236}">
                  <a16:creationId xmlns:a16="http://schemas.microsoft.com/office/drawing/2014/main" id="{B22AB103-E6C0-7D5E-1280-1ABB93B6CDF6}"/>
                </a:ext>
              </a:extLst>
            </p:cNvPr>
            <p:cNvSpPr/>
            <p:nvPr/>
          </p:nvSpPr>
          <p:spPr>
            <a:xfrm>
              <a:off x="5955035" y="963103"/>
              <a:ext cx="368082" cy="1288142"/>
            </a:xfrm>
            <a:custGeom>
              <a:avLst/>
              <a:gdLst/>
              <a:ahLst/>
              <a:cxnLst/>
              <a:rect l="l" t="t" r="r" b="b"/>
              <a:pathLst>
                <a:path w="455829" h="1595222" extrusionOk="0">
                  <a:moveTo>
                    <a:pt x="11434" y="236696"/>
                  </a:moveTo>
                  <a:cubicBezTo>
                    <a:pt x="23694" y="140208"/>
                    <a:pt x="58953" y="0"/>
                    <a:pt x="58953" y="0"/>
                  </a:cubicBezTo>
                  <a:cubicBezTo>
                    <a:pt x="92720" y="15859"/>
                    <a:pt x="129281" y="24889"/>
                    <a:pt x="166536" y="26575"/>
                  </a:cubicBezTo>
                  <a:cubicBezTo>
                    <a:pt x="228691" y="29718"/>
                    <a:pt x="328101" y="10859"/>
                    <a:pt x="328101" y="10859"/>
                  </a:cubicBezTo>
                  <a:cubicBezTo>
                    <a:pt x="345540" y="41281"/>
                    <a:pt x="364576" y="70752"/>
                    <a:pt x="385123" y="99155"/>
                  </a:cubicBezTo>
                  <a:cubicBezTo>
                    <a:pt x="412875" y="137731"/>
                    <a:pt x="466856" y="222409"/>
                    <a:pt x="453836" y="370332"/>
                  </a:cubicBezTo>
                  <a:cubicBezTo>
                    <a:pt x="445282" y="467011"/>
                    <a:pt x="391301" y="877443"/>
                    <a:pt x="391301" y="877443"/>
                  </a:cubicBezTo>
                  <a:cubicBezTo>
                    <a:pt x="412295" y="946490"/>
                    <a:pt x="423452" y="1018156"/>
                    <a:pt x="424469" y="1090327"/>
                  </a:cubicBezTo>
                  <a:cubicBezTo>
                    <a:pt x="423899" y="1150048"/>
                    <a:pt x="408218" y="1251490"/>
                    <a:pt x="390635" y="1345311"/>
                  </a:cubicBezTo>
                  <a:lnTo>
                    <a:pt x="358418" y="1578293"/>
                  </a:lnTo>
                  <a:cubicBezTo>
                    <a:pt x="358418" y="1578293"/>
                    <a:pt x="315556" y="1609344"/>
                    <a:pt x="284953" y="1587341"/>
                  </a:cubicBezTo>
                  <a:lnTo>
                    <a:pt x="288850" y="1359408"/>
                  </a:lnTo>
                  <a:cubicBezTo>
                    <a:pt x="285049" y="1303592"/>
                    <a:pt x="279346" y="1221296"/>
                    <a:pt x="276020" y="1168908"/>
                  </a:cubicBezTo>
                  <a:cubicBezTo>
                    <a:pt x="270223" y="1083183"/>
                    <a:pt x="254921" y="947356"/>
                    <a:pt x="250550" y="913352"/>
                  </a:cubicBezTo>
                  <a:cubicBezTo>
                    <a:pt x="246178" y="879348"/>
                    <a:pt x="235249" y="820103"/>
                    <a:pt x="230117" y="753618"/>
                  </a:cubicBezTo>
                  <a:cubicBezTo>
                    <a:pt x="224985" y="687134"/>
                    <a:pt x="199895" y="349282"/>
                    <a:pt x="199895" y="349282"/>
                  </a:cubicBezTo>
                  <a:lnTo>
                    <a:pt x="196473" y="412528"/>
                  </a:lnTo>
                  <a:cubicBezTo>
                    <a:pt x="196473" y="412528"/>
                    <a:pt x="193147" y="515303"/>
                    <a:pt x="178416" y="641985"/>
                  </a:cubicBezTo>
                  <a:cubicBezTo>
                    <a:pt x="163685" y="768668"/>
                    <a:pt x="158553" y="824960"/>
                    <a:pt x="158553" y="824960"/>
                  </a:cubicBezTo>
                  <a:cubicBezTo>
                    <a:pt x="158553" y="824960"/>
                    <a:pt x="184118" y="872109"/>
                    <a:pt x="187065" y="906780"/>
                  </a:cubicBezTo>
                  <a:cubicBezTo>
                    <a:pt x="189630" y="934212"/>
                    <a:pt x="220898" y="1150906"/>
                    <a:pt x="202271" y="1261110"/>
                  </a:cubicBezTo>
                  <a:lnTo>
                    <a:pt x="164256" y="1541336"/>
                  </a:lnTo>
                  <a:cubicBezTo>
                    <a:pt x="144782" y="1554832"/>
                    <a:pt x="120015" y="1558090"/>
                    <a:pt x="97729" y="1550098"/>
                  </a:cubicBezTo>
                  <a:lnTo>
                    <a:pt x="75205" y="1267682"/>
                  </a:lnTo>
                  <a:cubicBezTo>
                    <a:pt x="60094" y="1160145"/>
                    <a:pt x="27686" y="932307"/>
                    <a:pt x="23124" y="902684"/>
                  </a:cubicBezTo>
                  <a:cubicBezTo>
                    <a:pt x="16662" y="863727"/>
                    <a:pt x="11340" y="844487"/>
                    <a:pt x="4117" y="721709"/>
                  </a:cubicBezTo>
                  <a:cubicBezTo>
                    <a:pt x="-3106" y="598932"/>
                    <a:pt x="-920" y="333185"/>
                    <a:pt x="11434" y="236696"/>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7" name="Google Shape;849;p18">
              <a:extLst>
                <a:ext uri="{FF2B5EF4-FFF2-40B4-BE49-F238E27FC236}">
                  <a16:creationId xmlns:a16="http://schemas.microsoft.com/office/drawing/2014/main" id="{B422C3A8-570A-2A1A-6D6D-0E7302DE9064}"/>
                </a:ext>
              </a:extLst>
            </p:cNvPr>
            <p:cNvSpPr/>
            <p:nvPr/>
          </p:nvSpPr>
          <p:spPr>
            <a:xfrm>
              <a:off x="5939457" y="937334"/>
              <a:ext cx="391797" cy="856741"/>
            </a:xfrm>
            <a:custGeom>
              <a:avLst/>
              <a:gdLst/>
              <a:ahLst/>
              <a:cxnLst/>
              <a:rect l="l" t="t" r="r" b="b"/>
              <a:pathLst>
                <a:path w="485198" h="1060979" extrusionOk="0">
                  <a:moveTo>
                    <a:pt x="347391" y="12859"/>
                  </a:moveTo>
                  <a:lnTo>
                    <a:pt x="430264" y="179832"/>
                  </a:lnTo>
                  <a:cubicBezTo>
                    <a:pt x="430264" y="179832"/>
                    <a:pt x="556855" y="365474"/>
                    <a:pt x="425702" y="842772"/>
                  </a:cubicBezTo>
                  <a:lnTo>
                    <a:pt x="450317" y="990029"/>
                  </a:lnTo>
                  <a:cubicBezTo>
                    <a:pt x="450317" y="990029"/>
                    <a:pt x="202078" y="1149668"/>
                    <a:pt x="35952" y="990029"/>
                  </a:cubicBezTo>
                  <a:cubicBezTo>
                    <a:pt x="35952" y="990029"/>
                    <a:pt x="-21641" y="548926"/>
                    <a:pt x="8961" y="345567"/>
                  </a:cubicBezTo>
                  <a:cubicBezTo>
                    <a:pt x="26011" y="228591"/>
                    <a:pt x="51871" y="113071"/>
                    <a:pt x="86322" y="0"/>
                  </a:cubicBezTo>
                  <a:cubicBezTo>
                    <a:pt x="86322" y="0"/>
                    <a:pt x="126998" y="45053"/>
                    <a:pt x="336367" y="15335"/>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8" name="Google Shape;850;p18">
              <a:extLst>
                <a:ext uri="{FF2B5EF4-FFF2-40B4-BE49-F238E27FC236}">
                  <a16:creationId xmlns:a16="http://schemas.microsoft.com/office/drawing/2014/main" id="{AC37530E-225F-D76F-26EE-3CE656FEFDE4}"/>
                </a:ext>
              </a:extLst>
            </p:cNvPr>
            <p:cNvSpPr/>
            <p:nvPr/>
          </p:nvSpPr>
          <p:spPr>
            <a:xfrm>
              <a:off x="5733626" y="681017"/>
              <a:ext cx="564393" cy="492344"/>
            </a:xfrm>
            <a:custGeom>
              <a:avLst/>
              <a:gdLst/>
              <a:ahLst/>
              <a:cxnLst/>
              <a:rect l="l" t="t" r="r" b="b"/>
              <a:pathLst>
                <a:path w="698939" h="609714" extrusionOk="0">
                  <a:moveTo>
                    <a:pt x="82790" y="448837"/>
                  </a:moveTo>
                  <a:cubicBezTo>
                    <a:pt x="101798" y="452457"/>
                    <a:pt x="119950" y="448361"/>
                    <a:pt x="146561" y="455600"/>
                  </a:cubicBezTo>
                  <a:cubicBezTo>
                    <a:pt x="166452" y="461905"/>
                    <a:pt x="187190" y="465125"/>
                    <a:pt x="208050" y="465125"/>
                  </a:cubicBezTo>
                  <a:cubicBezTo>
                    <a:pt x="230669" y="465125"/>
                    <a:pt x="294155" y="433407"/>
                    <a:pt x="348611" y="395116"/>
                  </a:cubicBezTo>
                  <a:cubicBezTo>
                    <a:pt x="412762" y="350063"/>
                    <a:pt x="476437" y="272244"/>
                    <a:pt x="499436" y="234811"/>
                  </a:cubicBezTo>
                  <a:cubicBezTo>
                    <a:pt x="548951" y="154038"/>
                    <a:pt x="596375" y="70695"/>
                    <a:pt x="611011" y="28023"/>
                  </a:cubicBezTo>
                  <a:cubicBezTo>
                    <a:pt x="628498" y="-23222"/>
                    <a:pt x="628118" y="11640"/>
                    <a:pt x="658530" y="10878"/>
                  </a:cubicBezTo>
                  <a:cubicBezTo>
                    <a:pt x="693979" y="10020"/>
                    <a:pt x="713082" y="23070"/>
                    <a:pt x="686471" y="92602"/>
                  </a:cubicBezTo>
                  <a:cubicBezTo>
                    <a:pt x="659860" y="162135"/>
                    <a:pt x="635626" y="210522"/>
                    <a:pt x="576322" y="292627"/>
                  </a:cubicBezTo>
                  <a:cubicBezTo>
                    <a:pt x="532918" y="354245"/>
                    <a:pt x="479260" y="407918"/>
                    <a:pt x="417704" y="451314"/>
                  </a:cubicBezTo>
                  <a:cubicBezTo>
                    <a:pt x="363608" y="489280"/>
                    <a:pt x="305151" y="520589"/>
                    <a:pt x="243595" y="544563"/>
                  </a:cubicBezTo>
                  <a:cubicBezTo>
                    <a:pt x="225823" y="551898"/>
                    <a:pt x="214513" y="561709"/>
                    <a:pt x="182295" y="579615"/>
                  </a:cubicBezTo>
                  <a:cubicBezTo>
                    <a:pt x="150381" y="597951"/>
                    <a:pt x="114514" y="608276"/>
                    <a:pt x="77753" y="609714"/>
                  </a:cubicBezTo>
                  <a:cubicBezTo>
                    <a:pt x="46961" y="608953"/>
                    <a:pt x="35937" y="603809"/>
                    <a:pt x="33371" y="597522"/>
                  </a:cubicBezTo>
                  <a:cubicBezTo>
                    <a:pt x="30139" y="589617"/>
                    <a:pt x="36127" y="584188"/>
                    <a:pt x="50193" y="582854"/>
                  </a:cubicBezTo>
                  <a:cubicBezTo>
                    <a:pt x="72688" y="582521"/>
                    <a:pt x="94936" y="578101"/>
                    <a:pt x="115864" y="569805"/>
                  </a:cubicBezTo>
                  <a:cubicBezTo>
                    <a:pt x="115864" y="569805"/>
                    <a:pt x="85166" y="574186"/>
                    <a:pt x="66634" y="575139"/>
                  </a:cubicBezTo>
                  <a:cubicBezTo>
                    <a:pt x="50088" y="576034"/>
                    <a:pt x="33504" y="574729"/>
                    <a:pt x="17310" y="571234"/>
                  </a:cubicBezTo>
                  <a:cubicBezTo>
                    <a:pt x="1723" y="567519"/>
                    <a:pt x="-7020" y="545421"/>
                    <a:pt x="7140" y="543706"/>
                  </a:cubicBezTo>
                  <a:cubicBezTo>
                    <a:pt x="21301" y="541992"/>
                    <a:pt x="32706" y="544659"/>
                    <a:pt x="60267" y="542849"/>
                  </a:cubicBezTo>
                  <a:cubicBezTo>
                    <a:pt x="74845" y="541935"/>
                    <a:pt x="89272" y="539277"/>
                    <a:pt x="103224" y="534943"/>
                  </a:cubicBezTo>
                  <a:cubicBezTo>
                    <a:pt x="84805" y="535105"/>
                    <a:pt x="66396" y="533772"/>
                    <a:pt x="48197" y="530943"/>
                  </a:cubicBezTo>
                  <a:cubicBezTo>
                    <a:pt x="33390" y="529543"/>
                    <a:pt x="19296" y="523885"/>
                    <a:pt x="7615" y="514655"/>
                  </a:cubicBezTo>
                  <a:cubicBezTo>
                    <a:pt x="1628" y="509702"/>
                    <a:pt x="583" y="495605"/>
                    <a:pt x="18450" y="495605"/>
                  </a:cubicBezTo>
                  <a:cubicBezTo>
                    <a:pt x="34511" y="495605"/>
                    <a:pt x="54659" y="503035"/>
                    <a:pt x="84976" y="498844"/>
                  </a:cubicBezTo>
                  <a:cubicBezTo>
                    <a:pt x="107310" y="495700"/>
                    <a:pt x="122992" y="490462"/>
                    <a:pt x="119190" y="487509"/>
                  </a:cubicBezTo>
                  <a:cubicBezTo>
                    <a:pt x="115388" y="484556"/>
                    <a:pt x="102748" y="487509"/>
                    <a:pt x="84311" y="480746"/>
                  </a:cubicBezTo>
                  <a:cubicBezTo>
                    <a:pt x="65874" y="473983"/>
                    <a:pt x="52949" y="457791"/>
                    <a:pt x="57225" y="448075"/>
                  </a:cubicBezTo>
                  <a:cubicBezTo>
                    <a:pt x="61502" y="438360"/>
                    <a:pt x="63593" y="445313"/>
                    <a:pt x="82790" y="448837"/>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9" name="Google Shape;851;p18">
              <a:extLst>
                <a:ext uri="{FF2B5EF4-FFF2-40B4-BE49-F238E27FC236}">
                  <a16:creationId xmlns:a16="http://schemas.microsoft.com/office/drawing/2014/main" id="{5DDDBA3F-D585-D45C-DE9D-401B7E56A912}"/>
                </a:ext>
              </a:extLst>
            </p:cNvPr>
            <p:cNvSpPr/>
            <p:nvPr/>
          </p:nvSpPr>
          <p:spPr>
            <a:xfrm>
              <a:off x="6171801" y="649512"/>
              <a:ext cx="135912" cy="159574"/>
            </a:xfrm>
            <a:custGeom>
              <a:avLst/>
              <a:gdLst/>
              <a:ahLst/>
              <a:cxnLst/>
              <a:rect l="l" t="t" r="r" b="b"/>
              <a:pathLst>
                <a:path w="168312" h="197615" extrusionOk="0">
                  <a:moveTo>
                    <a:pt x="127446" y="197527"/>
                  </a:moveTo>
                  <a:cubicBezTo>
                    <a:pt x="127446" y="197527"/>
                    <a:pt x="46188" y="201813"/>
                    <a:pt x="0" y="150759"/>
                  </a:cubicBezTo>
                  <a:lnTo>
                    <a:pt x="50085" y="45984"/>
                  </a:lnTo>
                  <a:cubicBezTo>
                    <a:pt x="50085" y="45984"/>
                    <a:pt x="73179" y="-12023"/>
                    <a:pt x="127351" y="2264"/>
                  </a:cubicBezTo>
                  <a:cubicBezTo>
                    <a:pt x="181522" y="16552"/>
                    <a:pt x="182378" y="92942"/>
                    <a:pt x="127446" y="19752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0" name="Google Shape;852;p18">
              <a:extLst>
                <a:ext uri="{FF2B5EF4-FFF2-40B4-BE49-F238E27FC236}">
                  <a16:creationId xmlns:a16="http://schemas.microsoft.com/office/drawing/2014/main" id="{C589FFEF-0981-1B5A-5E8A-1B8A1A3D5C8E}"/>
                </a:ext>
              </a:extLst>
            </p:cNvPr>
            <p:cNvSpPr/>
            <p:nvPr/>
          </p:nvSpPr>
          <p:spPr>
            <a:xfrm>
              <a:off x="5953447" y="594810"/>
              <a:ext cx="109819" cy="115441"/>
            </a:xfrm>
            <a:custGeom>
              <a:avLst/>
              <a:gdLst/>
              <a:ahLst/>
              <a:cxnLst/>
              <a:rect l="l" t="t" r="r" b="b"/>
              <a:pathLst>
                <a:path w="135999" h="142961" extrusionOk="0">
                  <a:moveTo>
                    <a:pt x="135999" y="944"/>
                  </a:moveTo>
                  <a:cubicBezTo>
                    <a:pt x="135999" y="944"/>
                    <a:pt x="70043" y="-19249"/>
                    <a:pt x="0" y="127150"/>
                  </a:cubicBezTo>
                  <a:lnTo>
                    <a:pt x="26231" y="142962"/>
                  </a:lnTo>
                  <a:cubicBezTo>
                    <a:pt x="26231" y="142962"/>
                    <a:pt x="95133" y="38473"/>
                    <a:pt x="135999" y="944"/>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223"/>
                                        </p:tgtEl>
                                        <p:attrNameLst>
                                          <p:attrName>style.visibility</p:attrName>
                                        </p:attrNameLst>
                                      </p:cBhvr>
                                      <p:to>
                                        <p:strVal val="visible"/>
                                      </p:to>
                                    </p:set>
                                    <p:animEffect transition="in" filter="wipe(down)">
                                      <p:cBhvr>
                                        <p:cTn id="7" dur="580">
                                          <p:stCondLst>
                                            <p:cond delay="0"/>
                                          </p:stCondLst>
                                        </p:cTn>
                                        <p:tgtEl>
                                          <p:spTgt spid="2223"/>
                                        </p:tgtEl>
                                      </p:cBhvr>
                                    </p:animEffect>
                                    <p:anim calcmode="lin" valueType="num">
                                      <p:cBhvr>
                                        <p:cTn id="8" dur="1822" tmFilter="0,0; 0.14,0.36; 0.43,0.73; 0.71,0.91; 1.0,1.0">
                                          <p:stCondLst>
                                            <p:cond delay="0"/>
                                          </p:stCondLst>
                                        </p:cTn>
                                        <p:tgtEl>
                                          <p:spTgt spid="222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22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22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22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223"/>
                                        </p:tgtEl>
                                        <p:attrNameLst>
                                          <p:attrName>ppt_y</p:attrName>
                                        </p:attrNameLst>
                                      </p:cBhvr>
                                      <p:tavLst>
                                        <p:tav tm="0" fmla="#ppt_y-sin(pi*$)/81">
                                          <p:val>
                                            <p:fltVal val="0"/>
                                          </p:val>
                                        </p:tav>
                                        <p:tav tm="100000">
                                          <p:val>
                                            <p:fltVal val="1"/>
                                          </p:val>
                                        </p:tav>
                                      </p:tavLst>
                                    </p:anim>
                                    <p:animScale>
                                      <p:cBhvr>
                                        <p:cTn id="13" dur="26">
                                          <p:stCondLst>
                                            <p:cond delay="650"/>
                                          </p:stCondLst>
                                        </p:cTn>
                                        <p:tgtEl>
                                          <p:spTgt spid="2223"/>
                                        </p:tgtEl>
                                      </p:cBhvr>
                                      <p:to x="100000" y="60000"/>
                                    </p:animScale>
                                    <p:animScale>
                                      <p:cBhvr>
                                        <p:cTn id="14" dur="166" decel="50000">
                                          <p:stCondLst>
                                            <p:cond delay="676"/>
                                          </p:stCondLst>
                                        </p:cTn>
                                        <p:tgtEl>
                                          <p:spTgt spid="2223"/>
                                        </p:tgtEl>
                                      </p:cBhvr>
                                      <p:to x="100000" y="100000"/>
                                    </p:animScale>
                                    <p:animScale>
                                      <p:cBhvr>
                                        <p:cTn id="15" dur="26">
                                          <p:stCondLst>
                                            <p:cond delay="1312"/>
                                          </p:stCondLst>
                                        </p:cTn>
                                        <p:tgtEl>
                                          <p:spTgt spid="2223"/>
                                        </p:tgtEl>
                                      </p:cBhvr>
                                      <p:to x="100000" y="80000"/>
                                    </p:animScale>
                                    <p:animScale>
                                      <p:cBhvr>
                                        <p:cTn id="16" dur="166" decel="50000">
                                          <p:stCondLst>
                                            <p:cond delay="1338"/>
                                          </p:stCondLst>
                                        </p:cTn>
                                        <p:tgtEl>
                                          <p:spTgt spid="2223"/>
                                        </p:tgtEl>
                                      </p:cBhvr>
                                      <p:to x="100000" y="100000"/>
                                    </p:animScale>
                                    <p:animScale>
                                      <p:cBhvr>
                                        <p:cTn id="17" dur="26">
                                          <p:stCondLst>
                                            <p:cond delay="1642"/>
                                          </p:stCondLst>
                                        </p:cTn>
                                        <p:tgtEl>
                                          <p:spTgt spid="2223"/>
                                        </p:tgtEl>
                                      </p:cBhvr>
                                      <p:to x="100000" y="90000"/>
                                    </p:animScale>
                                    <p:animScale>
                                      <p:cBhvr>
                                        <p:cTn id="18" dur="166" decel="50000">
                                          <p:stCondLst>
                                            <p:cond delay="1668"/>
                                          </p:stCondLst>
                                        </p:cTn>
                                        <p:tgtEl>
                                          <p:spTgt spid="2223"/>
                                        </p:tgtEl>
                                      </p:cBhvr>
                                      <p:to x="100000" y="100000"/>
                                    </p:animScale>
                                    <p:animScale>
                                      <p:cBhvr>
                                        <p:cTn id="19" dur="26">
                                          <p:stCondLst>
                                            <p:cond delay="1808"/>
                                          </p:stCondLst>
                                        </p:cTn>
                                        <p:tgtEl>
                                          <p:spTgt spid="2223"/>
                                        </p:tgtEl>
                                      </p:cBhvr>
                                      <p:to x="100000" y="95000"/>
                                    </p:animScale>
                                    <p:animScale>
                                      <p:cBhvr>
                                        <p:cTn id="20" dur="166" decel="50000">
                                          <p:stCondLst>
                                            <p:cond delay="1834"/>
                                          </p:stCondLst>
                                        </p:cTn>
                                        <p:tgtEl>
                                          <p:spTgt spid="222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6FB20E5-96E4-5172-8FC9-24117D7C2F19}"/>
              </a:ext>
            </a:extLst>
          </p:cNvPr>
          <p:cNvPicPr>
            <a:picLocks noChangeAspect="1"/>
          </p:cNvPicPr>
          <p:nvPr/>
        </p:nvPicPr>
        <p:blipFill>
          <a:blip r:embed="rId3">
            <a:alphaModFix/>
          </a:blip>
          <a:stretch>
            <a:fillRect/>
          </a:stretch>
        </p:blipFill>
        <p:spPr>
          <a:xfrm>
            <a:off x="0" y="4376034"/>
            <a:ext cx="2505075" cy="2481966"/>
          </a:xfrm>
          <a:prstGeom prst="rect">
            <a:avLst/>
          </a:prstGeom>
          <a:noFill/>
        </p:spPr>
      </p:pic>
      <p:grpSp>
        <p:nvGrpSpPr>
          <p:cNvPr id="3" name="Google Shape;71;p13">
            <a:extLst>
              <a:ext uri="{FF2B5EF4-FFF2-40B4-BE49-F238E27FC236}">
                <a16:creationId xmlns:a16="http://schemas.microsoft.com/office/drawing/2014/main" id="{AAC96E84-5A33-912C-DDE1-ABFE882362FA}"/>
              </a:ext>
            </a:extLst>
          </p:cNvPr>
          <p:cNvGrpSpPr/>
          <p:nvPr/>
        </p:nvGrpSpPr>
        <p:grpSpPr>
          <a:xfrm>
            <a:off x="8543318" y="3367557"/>
            <a:ext cx="3588220" cy="3490443"/>
            <a:chOff x="5826900" y="1367600"/>
            <a:chExt cx="3881675" cy="3775901"/>
          </a:xfrm>
        </p:grpSpPr>
        <p:pic>
          <p:nvPicPr>
            <p:cNvPr id="4" name="Google Shape;72;p13">
              <a:extLst>
                <a:ext uri="{FF2B5EF4-FFF2-40B4-BE49-F238E27FC236}">
                  <a16:creationId xmlns:a16="http://schemas.microsoft.com/office/drawing/2014/main" id="{B403EC72-F3C2-9DC9-796F-8E9FD8783661}"/>
                </a:ext>
              </a:extLst>
            </p:cNvPr>
            <p:cNvPicPr preferRelativeResize="0"/>
            <p:nvPr/>
          </p:nvPicPr>
          <p:blipFill rotWithShape="1">
            <a:blip r:embed="rId4">
              <a:alphaModFix/>
            </a:blip>
            <a:srcRect b="27714"/>
            <a:stretch/>
          </p:blipFill>
          <p:spPr>
            <a:xfrm>
              <a:off x="5826900" y="1367600"/>
              <a:ext cx="3881675" cy="3775901"/>
            </a:xfrm>
            <a:prstGeom prst="rect">
              <a:avLst/>
            </a:prstGeom>
            <a:noFill/>
            <a:ln>
              <a:noFill/>
            </a:ln>
          </p:spPr>
        </p:pic>
        <p:pic>
          <p:nvPicPr>
            <p:cNvPr id="5" name="Google Shape;73;p13">
              <a:extLst>
                <a:ext uri="{FF2B5EF4-FFF2-40B4-BE49-F238E27FC236}">
                  <a16:creationId xmlns:a16="http://schemas.microsoft.com/office/drawing/2014/main" id="{95B10FA9-DADB-6DC8-7A62-6B15689F7B5C}"/>
                </a:ext>
              </a:extLst>
            </p:cNvPr>
            <p:cNvPicPr preferRelativeResize="0"/>
            <p:nvPr/>
          </p:nvPicPr>
          <p:blipFill>
            <a:blip r:embed="rId5">
              <a:alphaModFix/>
            </a:blip>
            <a:stretch>
              <a:fillRect/>
            </a:stretch>
          </p:blipFill>
          <p:spPr>
            <a:xfrm>
              <a:off x="7561147" y="2238285"/>
              <a:ext cx="349350" cy="239775"/>
            </a:xfrm>
            <a:prstGeom prst="rect">
              <a:avLst/>
            </a:prstGeom>
            <a:noFill/>
            <a:ln>
              <a:noFill/>
            </a:ln>
          </p:spPr>
        </p:pic>
      </p:grpSp>
      <p:sp>
        <p:nvSpPr>
          <p:cNvPr id="10" name="Google Shape;2223;p34">
            <a:extLst>
              <a:ext uri="{FF2B5EF4-FFF2-40B4-BE49-F238E27FC236}">
                <a16:creationId xmlns:a16="http://schemas.microsoft.com/office/drawing/2014/main" id="{4BFB54AE-19BE-5C82-E818-C1017D6C9AFA}"/>
              </a:ext>
            </a:extLst>
          </p:cNvPr>
          <p:cNvSpPr txBox="1">
            <a:spLocks/>
          </p:cNvSpPr>
          <p:nvPr/>
        </p:nvSpPr>
        <p:spPr>
          <a:xfrm>
            <a:off x="429208" y="355446"/>
            <a:ext cx="11560577" cy="1436027"/>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MY" sz="5400"/>
              <a:t>CONGRATULATIONS AND WELCOME ABOARD!</a:t>
            </a:r>
          </a:p>
        </p:txBody>
      </p:sp>
      <p:cxnSp>
        <p:nvCxnSpPr>
          <p:cNvPr id="11" name="Straight Connector 10">
            <a:extLst>
              <a:ext uri="{FF2B5EF4-FFF2-40B4-BE49-F238E27FC236}">
                <a16:creationId xmlns:a16="http://schemas.microsoft.com/office/drawing/2014/main" id="{9429BC91-97FC-E381-8EFD-4BC078C002A0}"/>
              </a:ext>
            </a:extLst>
          </p:cNvPr>
          <p:cNvCxnSpPr>
            <a:cxnSpLocks/>
          </p:cNvCxnSpPr>
          <p:nvPr/>
        </p:nvCxnSpPr>
        <p:spPr>
          <a:xfrm>
            <a:off x="202214" y="1073459"/>
            <a:ext cx="10648316" cy="1"/>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23D189E-8EA0-C56A-1AD7-F0247CFD6782}"/>
              </a:ext>
            </a:extLst>
          </p:cNvPr>
          <p:cNvSpPr txBox="1"/>
          <p:nvPr/>
        </p:nvSpPr>
        <p:spPr>
          <a:xfrm>
            <a:off x="1252537" y="2351894"/>
            <a:ext cx="6657975" cy="2031325"/>
          </a:xfrm>
          <a:prstGeom prst="rect">
            <a:avLst/>
          </a:prstGeom>
          <a:noFill/>
        </p:spPr>
        <p:txBody>
          <a:bodyPr wrap="square">
            <a:spAutoFit/>
          </a:bodyPr>
          <a:lstStyle/>
          <a:p>
            <a:r>
              <a:rPr lang="en-US" sz="1800">
                <a:latin typeface="Calibri"/>
                <a:cs typeface="Calibri"/>
              </a:rPr>
              <a:t>I am delighted to announce that our new employees are going to learn how to use Microsoft 365. The reason why employees are required to go through this training is because employees needs to learn how to use the spreadsheet and learn how to make sure their work progress runs smoothly and efficiently. My business partner and I are occupied therefore we are unable to make monthly review and insert data information  to improve for upcoming months.</a:t>
            </a:r>
          </a:p>
        </p:txBody>
      </p:sp>
      <p:cxnSp>
        <p:nvCxnSpPr>
          <p:cNvPr id="2" name="Straight Connector 1">
            <a:extLst>
              <a:ext uri="{FF2B5EF4-FFF2-40B4-BE49-F238E27FC236}">
                <a16:creationId xmlns:a16="http://schemas.microsoft.com/office/drawing/2014/main" id="{A30E3035-CB1C-2C93-B2DA-E80F1B802906}"/>
              </a:ext>
            </a:extLst>
          </p:cNvPr>
          <p:cNvCxnSpPr>
            <a:cxnSpLocks/>
          </p:cNvCxnSpPr>
          <p:nvPr/>
        </p:nvCxnSpPr>
        <p:spPr>
          <a:xfrm>
            <a:off x="202214" y="1791473"/>
            <a:ext cx="3063500"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634689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2" name="arrow.wav"/>
          </p:stSnd>
        </p:sndAc>
      </p:transition>
    </mc:Choice>
    <mc:Fallback>
      <p:transition spd="slow">
        <p:fade/>
        <p:sndAc>
          <p:stSnd>
            <p:snd r:embed="rId2"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80">
                                          <p:stCondLst>
                                            <p:cond delay="0"/>
                                          </p:stCondLst>
                                        </p:cTn>
                                        <p:tgtEl>
                                          <p:spTgt spid="10"/>
                                        </p:tgtEl>
                                      </p:cBhvr>
                                    </p:animEffect>
                                    <p:anim calcmode="lin" valueType="num">
                                      <p:cBhvr>
                                        <p:cTn id="8"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13" dur="26">
                                          <p:stCondLst>
                                            <p:cond delay="650"/>
                                          </p:stCondLst>
                                        </p:cTn>
                                        <p:tgtEl>
                                          <p:spTgt spid="10"/>
                                        </p:tgtEl>
                                      </p:cBhvr>
                                      <p:to x="100000" y="60000"/>
                                    </p:animScale>
                                    <p:animScale>
                                      <p:cBhvr>
                                        <p:cTn id="14" dur="166" decel="50000">
                                          <p:stCondLst>
                                            <p:cond delay="676"/>
                                          </p:stCondLst>
                                        </p:cTn>
                                        <p:tgtEl>
                                          <p:spTgt spid="10"/>
                                        </p:tgtEl>
                                      </p:cBhvr>
                                      <p:to x="100000" y="100000"/>
                                    </p:animScale>
                                    <p:animScale>
                                      <p:cBhvr>
                                        <p:cTn id="15" dur="26">
                                          <p:stCondLst>
                                            <p:cond delay="1312"/>
                                          </p:stCondLst>
                                        </p:cTn>
                                        <p:tgtEl>
                                          <p:spTgt spid="10"/>
                                        </p:tgtEl>
                                      </p:cBhvr>
                                      <p:to x="100000" y="80000"/>
                                    </p:animScale>
                                    <p:animScale>
                                      <p:cBhvr>
                                        <p:cTn id="16" dur="166" decel="50000">
                                          <p:stCondLst>
                                            <p:cond delay="1338"/>
                                          </p:stCondLst>
                                        </p:cTn>
                                        <p:tgtEl>
                                          <p:spTgt spid="10"/>
                                        </p:tgtEl>
                                      </p:cBhvr>
                                      <p:to x="100000" y="100000"/>
                                    </p:animScale>
                                    <p:animScale>
                                      <p:cBhvr>
                                        <p:cTn id="17" dur="26">
                                          <p:stCondLst>
                                            <p:cond delay="1642"/>
                                          </p:stCondLst>
                                        </p:cTn>
                                        <p:tgtEl>
                                          <p:spTgt spid="10"/>
                                        </p:tgtEl>
                                      </p:cBhvr>
                                      <p:to x="100000" y="90000"/>
                                    </p:animScale>
                                    <p:animScale>
                                      <p:cBhvr>
                                        <p:cTn id="18" dur="166" decel="50000">
                                          <p:stCondLst>
                                            <p:cond delay="1668"/>
                                          </p:stCondLst>
                                        </p:cTn>
                                        <p:tgtEl>
                                          <p:spTgt spid="10"/>
                                        </p:tgtEl>
                                      </p:cBhvr>
                                      <p:to x="100000" y="100000"/>
                                    </p:animScale>
                                    <p:animScale>
                                      <p:cBhvr>
                                        <p:cTn id="19" dur="26">
                                          <p:stCondLst>
                                            <p:cond delay="1808"/>
                                          </p:stCondLst>
                                        </p:cTn>
                                        <p:tgtEl>
                                          <p:spTgt spid="10"/>
                                        </p:tgtEl>
                                      </p:cBhvr>
                                      <p:to x="100000" y="95000"/>
                                    </p:animScale>
                                    <p:animScale>
                                      <p:cBhvr>
                                        <p:cTn id="20"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10"/>
        <p:cNvGrpSpPr/>
        <p:nvPr/>
      </p:nvGrpSpPr>
      <p:grpSpPr>
        <a:xfrm>
          <a:off x="0" y="0"/>
          <a:ext cx="0" cy="0"/>
          <a:chOff x="0" y="0"/>
          <a:chExt cx="0" cy="0"/>
        </a:xfrm>
      </p:grpSpPr>
      <p:sp>
        <p:nvSpPr>
          <p:cNvPr id="213" name="Google Shape;213;p25"/>
          <p:cNvSpPr txBox="1">
            <a:spLocks noGrp="1"/>
          </p:cNvSpPr>
          <p:nvPr>
            <p:ph type="sldNum" sz="quarter" idx="12"/>
          </p:nvPr>
        </p:nvSpPr>
        <p:spPr>
          <a:xfrm>
            <a:off x="11205833" y="6190791"/>
            <a:ext cx="731600" cy="422400"/>
          </a:xfrm>
          <a:prstGeom prst="rect">
            <a:avLst/>
          </a:prstGeom>
        </p:spPr>
        <p:txBody>
          <a:bodyPr spcFirstLastPara="1" vert="horz" wrap="square" lIns="0" tIns="0" rIns="0" bIns="0" rtlCol="0" anchor="b" anchorCtr="0">
            <a:noAutofit/>
          </a:bodyPr>
          <a:lstStyle/>
          <a:p>
            <a:fld id="{00000000-1234-1234-1234-123412341234}" type="slidenum">
              <a:rPr lang="en"/>
              <a:pPr/>
              <a:t>4</a:t>
            </a:fld>
            <a:endParaRPr/>
          </a:p>
        </p:txBody>
      </p:sp>
      <p:sp>
        <p:nvSpPr>
          <p:cNvPr id="211" name="Google Shape;211;p25"/>
          <p:cNvSpPr txBox="1">
            <a:spLocks noGrp="1"/>
          </p:cNvSpPr>
          <p:nvPr>
            <p:ph type="ctrTitle" idx="4294967295"/>
          </p:nvPr>
        </p:nvSpPr>
        <p:spPr>
          <a:xfrm>
            <a:off x="1139825" y="345429"/>
            <a:ext cx="9912350" cy="1547813"/>
          </a:xfrm>
          <a:prstGeom prst="rect">
            <a:avLst/>
          </a:prstGeom>
        </p:spPr>
        <p:txBody>
          <a:bodyPr spcFirstLastPara="1" vert="horz" wrap="square" lIns="0" tIns="0" rIns="0" bIns="0" rtlCol="0" anchor="b" anchorCtr="0">
            <a:noAutofit/>
          </a:bodyPr>
          <a:lstStyle/>
          <a:p>
            <a:pPr algn="ctr">
              <a:spcBef>
                <a:spcPts val="0"/>
              </a:spcBef>
            </a:pPr>
            <a:r>
              <a:rPr lang="en" sz="5400">
                <a:latin typeface="Calibri" panose="020F0502020204030204" pitchFamily="34" charset="0"/>
                <a:ea typeface="Calibri" panose="020F0502020204030204" pitchFamily="34" charset="0"/>
                <a:cs typeface="Calibri" panose="020F0502020204030204" pitchFamily="34" charset="0"/>
              </a:rPr>
              <a:t>Main Menu</a:t>
            </a:r>
            <a:endParaRPr sz="5400">
              <a:latin typeface="Calibri" panose="020F0502020204030204" pitchFamily="34" charset="0"/>
              <a:ea typeface="Calibri" panose="020F0502020204030204" pitchFamily="34" charset="0"/>
              <a:cs typeface="Calibri" panose="020F0502020204030204" pitchFamily="34" charset="0"/>
            </a:endParaRPr>
          </a:p>
        </p:txBody>
      </p:sp>
      <p:sp>
        <p:nvSpPr>
          <p:cNvPr id="212" name="Google Shape;212;p25"/>
          <p:cNvSpPr txBox="1">
            <a:spLocks noGrp="1"/>
          </p:cNvSpPr>
          <p:nvPr>
            <p:ph type="subTitle" idx="4294967295"/>
          </p:nvPr>
        </p:nvSpPr>
        <p:spPr>
          <a:xfrm>
            <a:off x="3377682" y="2488358"/>
            <a:ext cx="6441362" cy="2382222"/>
          </a:xfrm>
          <a:prstGeom prst="rect">
            <a:avLst/>
          </a:prstGeom>
        </p:spPr>
        <p:txBody>
          <a:bodyPr spcFirstLastPara="1" vert="horz" wrap="square" lIns="0" tIns="0" rIns="0" bIns="0" rtlCol="0" anchor="t" anchorCtr="0">
            <a:noAutofit/>
          </a:bodyPr>
          <a:lstStyle/>
          <a:p>
            <a:pPr marL="514350" indent="-514350">
              <a:spcBef>
                <a:spcPts val="0"/>
              </a:spcBef>
              <a:spcAft>
                <a:spcPts val="1067"/>
              </a:spcAft>
              <a:buAutoNum type="arabicPeriod"/>
            </a:pPr>
            <a:r>
              <a:rPr lang="en" sz="2667" b="1">
                <a:solidFill>
                  <a:schemeClr val="tx2"/>
                </a:solidFill>
                <a:hlinkClick r:id="rId4" action="ppaction://hlinksldjump"/>
              </a:rPr>
              <a:t>Walkthrough</a:t>
            </a:r>
            <a:endParaRPr lang="en" sz="2667" b="1">
              <a:solidFill>
                <a:schemeClr val="tx2"/>
              </a:solidFill>
            </a:endParaRPr>
          </a:p>
          <a:p>
            <a:pPr marL="514350" indent="-514350">
              <a:spcBef>
                <a:spcPts val="0"/>
              </a:spcBef>
              <a:spcAft>
                <a:spcPts val="1067"/>
              </a:spcAft>
              <a:buAutoNum type="arabicPeriod"/>
            </a:pPr>
            <a:r>
              <a:rPr lang="en" sz="2667" b="1">
                <a:solidFill>
                  <a:schemeClr val="tx2"/>
                </a:solidFill>
                <a:hlinkClick r:id="rId5" action="ppaction://hlinksldjump"/>
              </a:rPr>
              <a:t>Function</a:t>
            </a:r>
            <a:r>
              <a:rPr lang="en" sz="2667" b="1">
                <a:solidFill>
                  <a:schemeClr val="tx2"/>
                </a:solidFill>
              </a:rPr>
              <a:t> and </a:t>
            </a:r>
            <a:r>
              <a:rPr lang="en" sz="2667" b="1">
                <a:solidFill>
                  <a:schemeClr val="tx2"/>
                </a:solidFill>
                <a:hlinkClick r:id="rId6" action="ppaction://hlinksldjump"/>
              </a:rPr>
              <a:t>Formulas</a:t>
            </a:r>
            <a:endParaRPr lang="en" sz="2667" b="1">
              <a:solidFill>
                <a:schemeClr val="tx2"/>
              </a:solidFill>
            </a:endParaRPr>
          </a:p>
          <a:p>
            <a:pPr marL="514350" indent="-514350">
              <a:spcBef>
                <a:spcPts val="0"/>
              </a:spcBef>
              <a:spcAft>
                <a:spcPts val="1067"/>
              </a:spcAft>
              <a:buAutoNum type="arabicPeriod"/>
            </a:pPr>
            <a:r>
              <a:rPr lang="en" sz="2667" b="1">
                <a:solidFill>
                  <a:schemeClr val="tx2"/>
                </a:solidFill>
                <a:hlinkClick r:id="rId7" action="ppaction://hlinksldjump"/>
              </a:rPr>
              <a:t>Table</a:t>
            </a:r>
            <a:r>
              <a:rPr lang="en" sz="2667" b="1">
                <a:solidFill>
                  <a:schemeClr val="tx2"/>
                </a:solidFill>
              </a:rPr>
              <a:t> and  </a:t>
            </a:r>
            <a:r>
              <a:rPr lang="en" sz="2667" b="1">
                <a:solidFill>
                  <a:schemeClr val="tx2"/>
                </a:solidFill>
                <a:hlinkClick r:id="rId8" action="ppaction://hlinksldjump"/>
              </a:rPr>
              <a:t>Charts</a:t>
            </a:r>
            <a:endParaRPr sz="2667" b="1">
              <a:solidFill>
                <a:schemeClr val="tx2"/>
              </a:solidFill>
            </a:endParaRPr>
          </a:p>
        </p:txBody>
      </p:sp>
      <p:cxnSp>
        <p:nvCxnSpPr>
          <p:cNvPr id="2" name="Straight Connector 1">
            <a:extLst>
              <a:ext uri="{FF2B5EF4-FFF2-40B4-BE49-F238E27FC236}">
                <a16:creationId xmlns:a16="http://schemas.microsoft.com/office/drawing/2014/main" id="{EB8FD8EB-DF16-465E-3D30-5F181082EC27}"/>
              </a:ext>
            </a:extLst>
          </p:cNvPr>
          <p:cNvCxnSpPr>
            <a:cxnSpLocks/>
          </p:cNvCxnSpPr>
          <p:nvPr/>
        </p:nvCxnSpPr>
        <p:spPr>
          <a:xfrm>
            <a:off x="3377682" y="1893242"/>
            <a:ext cx="5654351"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wipe(down)">
                                      <p:cBhvr>
                                        <p:cTn id="7" dur="580">
                                          <p:stCondLst>
                                            <p:cond delay="0"/>
                                          </p:stCondLst>
                                        </p:cTn>
                                        <p:tgtEl>
                                          <p:spTgt spid="211"/>
                                        </p:tgtEl>
                                      </p:cBhvr>
                                    </p:animEffect>
                                    <p:anim calcmode="lin" valueType="num">
                                      <p:cBhvr>
                                        <p:cTn id="8" dur="1822" tmFilter="0,0; 0.14,0.36; 0.43,0.73; 0.71,0.91; 1.0,1.0">
                                          <p:stCondLst>
                                            <p:cond delay="0"/>
                                          </p:stCondLst>
                                        </p:cTn>
                                        <p:tgtEl>
                                          <p:spTgt spid="211"/>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11"/>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11"/>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11"/>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11"/>
                                        </p:tgtEl>
                                        <p:attrNameLst>
                                          <p:attrName>ppt_y</p:attrName>
                                        </p:attrNameLst>
                                      </p:cBhvr>
                                      <p:tavLst>
                                        <p:tav tm="0" fmla="#ppt_y-sin(pi*$)/81">
                                          <p:val>
                                            <p:fltVal val="0"/>
                                          </p:val>
                                        </p:tav>
                                        <p:tav tm="100000">
                                          <p:val>
                                            <p:fltVal val="1"/>
                                          </p:val>
                                        </p:tav>
                                      </p:tavLst>
                                    </p:anim>
                                    <p:animScale>
                                      <p:cBhvr>
                                        <p:cTn id="13" dur="26">
                                          <p:stCondLst>
                                            <p:cond delay="650"/>
                                          </p:stCondLst>
                                        </p:cTn>
                                        <p:tgtEl>
                                          <p:spTgt spid="211"/>
                                        </p:tgtEl>
                                      </p:cBhvr>
                                      <p:to x="100000" y="60000"/>
                                    </p:animScale>
                                    <p:animScale>
                                      <p:cBhvr>
                                        <p:cTn id="14" dur="166" decel="50000">
                                          <p:stCondLst>
                                            <p:cond delay="676"/>
                                          </p:stCondLst>
                                        </p:cTn>
                                        <p:tgtEl>
                                          <p:spTgt spid="211"/>
                                        </p:tgtEl>
                                      </p:cBhvr>
                                      <p:to x="100000" y="100000"/>
                                    </p:animScale>
                                    <p:animScale>
                                      <p:cBhvr>
                                        <p:cTn id="15" dur="26">
                                          <p:stCondLst>
                                            <p:cond delay="1312"/>
                                          </p:stCondLst>
                                        </p:cTn>
                                        <p:tgtEl>
                                          <p:spTgt spid="211"/>
                                        </p:tgtEl>
                                      </p:cBhvr>
                                      <p:to x="100000" y="80000"/>
                                    </p:animScale>
                                    <p:animScale>
                                      <p:cBhvr>
                                        <p:cTn id="16" dur="166" decel="50000">
                                          <p:stCondLst>
                                            <p:cond delay="1338"/>
                                          </p:stCondLst>
                                        </p:cTn>
                                        <p:tgtEl>
                                          <p:spTgt spid="211"/>
                                        </p:tgtEl>
                                      </p:cBhvr>
                                      <p:to x="100000" y="100000"/>
                                    </p:animScale>
                                    <p:animScale>
                                      <p:cBhvr>
                                        <p:cTn id="17" dur="26">
                                          <p:stCondLst>
                                            <p:cond delay="1642"/>
                                          </p:stCondLst>
                                        </p:cTn>
                                        <p:tgtEl>
                                          <p:spTgt spid="211"/>
                                        </p:tgtEl>
                                      </p:cBhvr>
                                      <p:to x="100000" y="90000"/>
                                    </p:animScale>
                                    <p:animScale>
                                      <p:cBhvr>
                                        <p:cTn id="18" dur="166" decel="50000">
                                          <p:stCondLst>
                                            <p:cond delay="1668"/>
                                          </p:stCondLst>
                                        </p:cTn>
                                        <p:tgtEl>
                                          <p:spTgt spid="211"/>
                                        </p:tgtEl>
                                      </p:cBhvr>
                                      <p:to x="100000" y="100000"/>
                                    </p:animScale>
                                    <p:animScale>
                                      <p:cBhvr>
                                        <p:cTn id="19" dur="26">
                                          <p:stCondLst>
                                            <p:cond delay="1808"/>
                                          </p:stCondLst>
                                        </p:cTn>
                                        <p:tgtEl>
                                          <p:spTgt spid="211"/>
                                        </p:tgtEl>
                                      </p:cBhvr>
                                      <p:to x="100000" y="95000"/>
                                    </p:animScale>
                                    <p:animScale>
                                      <p:cBhvr>
                                        <p:cTn id="20" dur="166" decel="50000">
                                          <p:stCondLst>
                                            <p:cond delay="1834"/>
                                          </p:stCondLst>
                                        </p:cTn>
                                        <p:tgtEl>
                                          <p:spTgt spid="211"/>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5</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355447"/>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MY" sz="5400"/>
              <a:t>SPREADSHEET'S OVERVIEW</a:t>
            </a:r>
          </a:p>
        </p:txBody>
      </p:sp>
      <p:sp>
        <p:nvSpPr>
          <p:cNvPr id="7" name="Text Placeholder 5">
            <a:extLst>
              <a:ext uri="{FF2B5EF4-FFF2-40B4-BE49-F238E27FC236}">
                <a16:creationId xmlns:a16="http://schemas.microsoft.com/office/drawing/2014/main" id="{0562A408-2E28-BD22-6079-3CAEDB49AE86}"/>
              </a:ext>
            </a:extLst>
          </p:cNvPr>
          <p:cNvSpPr txBox="1">
            <a:spLocks/>
          </p:cNvSpPr>
          <p:nvPr/>
        </p:nvSpPr>
        <p:spPr>
          <a:xfrm>
            <a:off x="177134" y="2789858"/>
            <a:ext cx="2598737" cy="3221490"/>
          </a:xfrm>
          <a:prstGeom prst="rect">
            <a:avLst/>
          </a:prstGeom>
          <a:solidFill>
            <a:schemeClr val="accent2">
              <a:lumMod val="40000"/>
              <a:lumOff val="60000"/>
            </a:schemeClr>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r>
              <a:rPr lang="en-US" sz="1200">
                <a:latin typeface="Calibri"/>
                <a:cs typeface="Arial"/>
              </a:rPr>
              <a:t>8 </a:t>
            </a:r>
            <a:r>
              <a:rPr lang="en-US" sz="1200">
                <a:solidFill>
                  <a:srgbClr val="1F2C8F"/>
                </a:solidFill>
                <a:latin typeface="Calibri"/>
                <a:cs typeface="Arial"/>
              </a:rPr>
              <a:t>CATEGORIES</a:t>
            </a:r>
            <a:r>
              <a:rPr lang="en-US" sz="1200">
                <a:latin typeface="Calibri"/>
                <a:cs typeface="Arial"/>
              </a:rPr>
              <a:t> OF PRODUCTS</a:t>
            </a:r>
          </a:p>
          <a:p>
            <a:pPr marL="285750" indent="-285750"/>
            <a:r>
              <a:rPr lang="en-US" sz="1200">
                <a:latin typeface="Calibri"/>
                <a:cs typeface="Arial"/>
              </a:rPr>
              <a:t>EACH PRODUCTS HAS ITS OWN PRODUCT NAME</a:t>
            </a:r>
            <a:endParaRPr lang="en-US" sz="1200">
              <a:latin typeface="Calibri"/>
            </a:endParaRPr>
          </a:p>
          <a:p>
            <a:pPr marL="285750" indent="-285750"/>
            <a:r>
              <a:rPr lang="en-US" sz="1200">
                <a:latin typeface="Calibri"/>
                <a:cs typeface="Arial"/>
              </a:rPr>
              <a:t>PRODUCT ID</a:t>
            </a:r>
            <a:endParaRPr lang="en-US" sz="1200">
              <a:latin typeface="Calibri"/>
            </a:endParaRPr>
          </a:p>
          <a:p>
            <a:pPr marL="285750" indent="-285750"/>
            <a:r>
              <a:rPr lang="en-US" sz="1200">
                <a:latin typeface="Calibri"/>
                <a:cs typeface="Arial"/>
              </a:rPr>
              <a:t>A SHORT DESCRIPTION ABOUT THE PRODUCTS</a:t>
            </a:r>
            <a:endParaRPr lang="en-US" sz="1200">
              <a:latin typeface="Calibri"/>
            </a:endParaRPr>
          </a:p>
          <a:p>
            <a:pPr marL="285750" indent="-285750"/>
            <a:r>
              <a:rPr lang="en-US" sz="1200">
                <a:latin typeface="Calibri"/>
                <a:cs typeface="Arial"/>
              </a:rPr>
              <a:t>COST OF EACH PRODUCT</a:t>
            </a:r>
            <a:endParaRPr lang="en-US" sz="1200">
              <a:latin typeface="Calibri"/>
            </a:endParaRPr>
          </a:p>
          <a:p>
            <a:pPr marL="285750" indent="-285750"/>
            <a:r>
              <a:rPr lang="en-US" sz="1200">
                <a:latin typeface="Calibri"/>
                <a:cs typeface="Arial"/>
              </a:rPr>
              <a:t>SELLING PRICE OF THE PRODUCT</a:t>
            </a:r>
            <a:endParaRPr lang="en-US" sz="1200">
              <a:latin typeface="Calibri"/>
            </a:endParaRPr>
          </a:p>
          <a:p>
            <a:pPr marL="285750" indent="-285750"/>
            <a:r>
              <a:rPr lang="en-US" sz="1200">
                <a:latin typeface="Calibri"/>
                <a:cs typeface="Arial"/>
              </a:rPr>
              <a:t>NUMBER OF PRODUCT SOLD</a:t>
            </a:r>
            <a:endParaRPr lang="en-US" sz="1200">
              <a:latin typeface="Calibri"/>
            </a:endParaRPr>
          </a:p>
          <a:p>
            <a:pPr marL="285750" indent="-285750"/>
            <a:r>
              <a:rPr lang="en-US" sz="1200">
                <a:latin typeface="Calibri"/>
                <a:cs typeface="Arial"/>
              </a:rPr>
              <a:t>NUMBER OF PRODUCT NOT SOLD</a:t>
            </a:r>
            <a:endParaRPr lang="en-US" sz="1200">
              <a:latin typeface="Calibri"/>
            </a:endParaRPr>
          </a:p>
          <a:p>
            <a:pPr marL="285750" indent="-285750"/>
            <a:endParaRPr lang="en-US">
              <a:latin typeface="Calibri"/>
            </a:endParaRPr>
          </a:p>
        </p:txBody>
      </p:sp>
      <p:sp>
        <p:nvSpPr>
          <p:cNvPr id="8" name="Text Placeholder 7">
            <a:extLst>
              <a:ext uri="{FF2B5EF4-FFF2-40B4-BE49-F238E27FC236}">
                <a16:creationId xmlns:a16="http://schemas.microsoft.com/office/drawing/2014/main" id="{84BA4B62-D101-786F-0358-0FD36F4C245D}"/>
              </a:ext>
            </a:extLst>
          </p:cNvPr>
          <p:cNvSpPr txBox="1">
            <a:spLocks/>
          </p:cNvSpPr>
          <p:nvPr/>
        </p:nvSpPr>
        <p:spPr>
          <a:xfrm>
            <a:off x="2947800" y="2782756"/>
            <a:ext cx="2598737" cy="3221490"/>
          </a:xfrm>
          <a:prstGeom prst="rect">
            <a:avLst/>
          </a:prstGeom>
          <a:solidFill>
            <a:schemeClr val="accent2">
              <a:lumMod val="40000"/>
              <a:lumOff val="60000"/>
            </a:schemeClr>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r>
              <a:rPr lang="en-US" sz="1200">
                <a:latin typeface="Calibri"/>
                <a:cs typeface="Arial"/>
              </a:rPr>
              <a:t>PRODUCT CATEGORIES</a:t>
            </a:r>
          </a:p>
          <a:p>
            <a:pPr marL="285750" indent="-285750"/>
            <a:r>
              <a:rPr lang="en-US" sz="1200">
                <a:latin typeface="Calibri"/>
                <a:cs typeface="Arial"/>
              </a:rPr>
              <a:t>BRAND NAMES</a:t>
            </a:r>
          </a:p>
          <a:p>
            <a:pPr marL="285750" indent="-285750"/>
            <a:r>
              <a:rPr lang="en-US" sz="1200">
                <a:latin typeface="Calibri"/>
                <a:cs typeface="Arial"/>
              </a:rPr>
              <a:t>MODEL NAMES</a:t>
            </a:r>
          </a:p>
          <a:p>
            <a:pPr marL="285750" indent="-285750"/>
            <a:r>
              <a:rPr lang="en-US" sz="1200">
                <a:latin typeface="Calibri"/>
                <a:cs typeface="Arial"/>
              </a:rPr>
              <a:t>PRODUCT ID</a:t>
            </a:r>
          </a:p>
          <a:p>
            <a:pPr marL="285750" indent="-285750"/>
            <a:r>
              <a:rPr lang="en-US" sz="1200">
                <a:latin typeface="Calibri"/>
                <a:cs typeface="Arial"/>
              </a:rPr>
              <a:t>SELLING PRICE OF EACH PRODUCTS</a:t>
            </a:r>
          </a:p>
          <a:p>
            <a:pPr marL="285750" indent="-285750"/>
            <a:r>
              <a:rPr lang="en-US" sz="1200">
                <a:latin typeface="Calibri"/>
                <a:cs typeface="Arial"/>
              </a:rPr>
              <a:t>NUMBER OF ITEMS SOLD</a:t>
            </a:r>
          </a:p>
          <a:p>
            <a:pPr marL="285750" indent="-285750"/>
            <a:r>
              <a:rPr lang="en-US" sz="1200">
                <a:latin typeface="Calibri"/>
                <a:cs typeface="Arial"/>
              </a:rPr>
              <a:t>SALES AGENT NAME</a:t>
            </a:r>
          </a:p>
          <a:p>
            <a:pPr marL="285750" indent="-285750"/>
            <a:r>
              <a:rPr lang="en-US" sz="1200">
                <a:latin typeface="Calibri"/>
                <a:cs typeface="Arial"/>
              </a:rPr>
              <a:t>REVENUE</a:t>
            </a:r>
          </a:p>
          <a:p>
            <a:pPr marL="285750" indent="-285750"/>
            <a:r>
              <a:rPr lang="en-US" sz="1200">
                <a:latin typeface="Calibri"/>
                <a:cs typeface="Arial"/>
              </a:rPr>
              <a:t>TOTAL REVENUE</a:t>
            </a:r>
            <a:endParaRPr lang="en-US" sz="1200">
              <a:latin typeface="Calibri"/>
            </a:endParaRPr>
          </a:p>
        </p:txBody>
      </p:sp>
      <p:sp>
        <p:nvSpPr>
          <p:cNvPr id="10" name="Text Placeholder 7">
            <a:extLst>
              <a:ext uri="{FF2B5EF4-FFF2-40B4-BE49-F238E27FC236}">
                <a16:creationId xmlns:a16="http://schemas.microsoft.com/office/drawing/2014/main" id="{66148C9E-9C18-FE45-B528-27BAD06F5EA1}"/>
              </a:ext>
            </a:extLst>
          </p:cNvPr>
          <p:cNvSpPr txBox="1">
            <a:spLocks/>
          </p:cNvSpPr>
          <p:nvPr/>
        </p:nvSpPr>
        <p:spPr>
          <a:xfrm>
            <a:off x="5797827" y="2791170"/>
            <a:ext cx="2598737" cy="3221490"/>
          </a:xfrm>
          <a:prstGeom prst="rect">
            <a:avLst/>
          </a:prstGeom>
          <a:solidFill>
            <a:schemeClr val="accent2">
              <a:lumMod val="40000"/>
              <a:lumOff val="60000"/>
            </a:schemeClr>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r>
              <a:rPr lang="en-US" sz="1200">
                <a:latin typeface="Calibri"/>
                <a:cs typeface="Arial"/>
              </a:rPr>
              <a:t>EMPLOYEE'S ID</a:t>
            </a:r>
          </a:p>
          <a:p>
            <a:pPr marL="285750" indent="-285750"/>
            <a:r>
              <a:rPr lang="en-US" sz="1200">
                <a:latin typeface="Calibri"/>
                <a:cs typeface="Arial"/>
              </a:rPr>
              <a:t>EMPLOYEE'S NAME</a:t>
            </a:r>
          </a:p>
          <a:p>
            <a:pPr marL="285750" indent="-285750"/>
            <a:r>
              <a:rPr lang="en-US" sz="1200">
                <a:latin typeface="Calibri"/>
                <a:cs typeface="Arial"/>
              </a:rPr>
              <a:t>EMPLOYEE'S POSITION</a:t>
            </a:r>
          </a:p>
          <a:p>
            <a:pPr marL="285750" indent="-285750"/>
            <a:r>
              <a:rPr lang="en-US" sz="1200">
                <a:latin typeface="Calibri"/>
                <a:cs typeface="Arial"/>
              </a:rPr>
              <a:t>EMPLOYEE'S CONTACT NUMBER</a:t>
            </a:r>
          </a:p>
          <a:p>
            <a:pPr marL="285750" indent="-285750"/>
            <a:r>
              <a:rPr lang="en-US" sz="1200">
                <a:latin typeface="Calibri"/>
                <a:cs typeface="Arial"/>
              </a:rPr>
              <a:t>EMPLOYEE'S AGE</a:t>
            </a:r>
          </a:p>
          <a:p>
            <a:pPr marL="285750" indent="-285750"/>
            <a:r>
              <a:rPr lang="en-US" sz="1200">
                <a:latin typeface="Calibri"/>
                <a:cs typeface="Arial"/>
              </a:rPr>
              <a:t>EMPLOYEE'S ADDRESS</a:t>
            </a:r>
          </a:p>
          <a:p>
            <a:pPr marL="285750" indent="-285750"/>
            <a:r>
              <a:rPr lang="en-US" sz="1200">
                <a:latin typeface="Calibri"/>
                <a:cs typeface="Arial"/>
              </a:rPr>
              <a:t>EMPLOYEE'S SALARY</a:t>
            </a:r>
          </a:p>
          <a:p>
            <a:pPr marL="285750" indent="-285750"/>
            <a:r>
              <a:rPr lang="en-US" sz="1200">
                <a:latin typeface="Calibri"/>
                <a:cs typeface="Arial"/>
              </a:rPr>
              <a:t>SALES REVENUE</a:t>
            </a:r>
          </a:p>
          <a:p>
            <a:pPr marL="285750" indent="-285750"/>
            <a:r>
              <a:rPr lang="en-US" sz="1200">
                <a:latin typeface="Calibri"/>
                <a:cs typeface="Arial"/>
              </a:rPr>
              <a:t>UTENSILS COMMISSION</a:t>
            </a:r>
          </a:p>
          <a:p>
            <a:pPr marL="285750" indent="-285750"/>
            <a:r>
              <a:rPr lang="en-US" sz="1200">
                <a:latin typeface="Calibri"/>
                <a:cs typeface="Arial"/>
              </a:rPr>
              <a:t>BAKING SUPPLIES COMMISSION</a:t>
            </a:r>
          </a:p>
          <a:p>
            <a:pPr marL="285750" indent="-285750"/>
            <a:r>
              <a:rPr lang="en-US" sz="1200">
                <a:latin typeface="Calibri"/>
                <a:cs typeface="Arial"/>
              </a:rPr>
              <a:t>BONUS COMMISSION</a:t>
            </a:r>
            <a:endParaRPr lang="en-US" sz="1200">
              <a:latin typeface="Calibri"/>
            </a:endParaRPr>
          </a:p>
        </p:txBody>
      </p:sp>
      <p:sp>
        <p:nvSpPr>
          <p:cNvPr id="11" name="Text Placeholder 7">
            <a:extLst>
              <a:ext uri="{FF2B5EF4-FFF2-40B4-BE49-F238E27FC236}">
                <a16:creationId xmlns:a16="http://schemas.microsoft.com/office/drawing/2014/main" id="{9B7E8BF6-1908-CB8F-228D-3723137AAD0A}"/>
              </a:ext>
            </a:extLst>
          </p:cNvPr>
          <p:cNvSpPr txBox="1">
            <a:spLocks/>
          </p:cNvSpPr>
          <p:nvPr/>
        </p:nvSpPr>
        <p:spPr>
          <a:xfrm>
            <a:off x="8675783" y="2794343"/>
            <a:ext cx="2598737" cy="3221490"/>
          </a:xfrm>
          <a:prstGeom prst="rect">
            <a:avLst/>
          </a:prstGeom>
          <a:solidFill>
            <a:schemeClr val="accent2">
              <a:lumMod val="40000"/>
              <a:lumOff val="60000"/>
            </a:schemeClr>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lgn="l">
              <a:buChar char="•"/>
            </a:pPr>
            <a:r>
              <a:rPr lang="en-US" sz="1200" b="0">
                <a:latin typeface="Calibri"/>
                <a:cs typeface="Arial"/>
              </a:rPr>
              <a:t>PIVOT TABLE FOR INVENTORY,SALES AND EMPLOYEE'S SALARY</a:t>
            </a:r>
            <a:endParaRPr lang="en-US" sz="1200"/>
          </a:p>
          <a:p>
            <a:pPr marL="285750" indent="-285750" algn="l">
              <a:buChar char="•"/>
            </a:pPr>
            <a:r>
              <a:rPr lang="en-US" sz="1200" b="0">
                <a:latin typeface="Calibri"/>
                <a:cs typeface="Arial"/>
              </a:rPr>
              <a:t>CHARTS FOR INVENTORY,SALES AMD EMPLOYEE'S SALARY</a:t>
            </a:r>
            <a:endParaRPr lang="en-US" sz="1200" b="0">
              <a:latin typeface="Calibri"/>
            </a:endParaRPr>
          </a:p>
        </p:txBody>
      </p:sp>
      <p:pic>
        <p:nvPicPr>
          <p:cNvPr id="1026" name="Picture 2" descr="Inventory warehouse and checklist icon on white Vector Image">
            <a:extLst>
              <a:ext uri="{FF2B5EF4-FFF2-40B4-BE49-F238E27FC236}">
                <a16:creationId xmlns:a16="http://schemas.microsoft.com/office/drawing/2014/main" id="{A8958A8B-5414-57B6-6005-247FB6113297}"/>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0595" t="27126" r="17524" b="31424"/>
          <a:stretch/>
        </p:blipFill>
        <p:spPr bwMode="auto">
          <a:xfrm>
            <a:off x="605852" y="1252623"/>
            <a:ext cx="1321946" cy="956327"/>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7219EDE2-A663-C998-1901-129E2632B662}"/>
              </a:ext>
            </a:extLst>
          </p:cNvPr>
          <p:cNvPicPr>
            <a:picLocks noChangeAspect="1"/>
          </p:cNvPicPr>
          <p:nvPr/>
        </p:nvPicPr>
        <p:blipFill rotWithShape="1">
          <a:blip r:embed="rId5">
            <a:extLst>
              <a:ext uri="{28A0092B-C50C-407E-A947-70E740481C1C}">
                <a14:useLocalDpi xmlns:a14="http://schemas.microsoft.com/office/drawing/2010/main" val="0"/>
              </a:ext>
            </a:extLst>
          </a:blip>
          <a:srcRect l="21407" r="20690"/>
          <a:stretch/>
        </p:blipFill>
        <p:spPr>
          <a:xfrm>
            <a:off x="3805072" y="1275280"/>
            <a:ext cx="884192" cy="911012"/>
          </a:xfrm>
          <a:prstGeom prst="rect">
            <a:avLst/>
          </a:prstGeom>
        </p:spPr>
      </p:pic>
      <p:pic>
        <p:nvPicPr>
          <p:cNvPr id="16" name="Picture 15">
            <a:extLst>
              <a:ext uri="{FF2B5EF4-FFF2-40B4-BE49-F238E27FC236}">
                <a16:creationId xmlns:a16="http://schemas.microsoft.com/office/drawing/2014/main" id="{1844A2DC-6DE6-6A08-2D3F-BD220C0F8326}"/>
              </a:ext>
            </a:extLst>
          </p:cNvPr>
          <p:cNvPicPr>
            <a:picLocks noChangeAspect="1"/>
          </p:cNvPicPr>
          <p:nvPr/>
        </p:nvPicPr>
        <p:blipFill>
          <a:blip r:embed="rId6"/>
          <a:stretch>
            <a:fillRect/>
          </a:stretch>
        </p:blipFill>
        <p:spPr>
          <a:xfrm>
            <a:off x="6650656" y="1285836"/>
            <a:ext cx="939757" cy="923114"/>
          </a:xfrm>
          <a:prstGeom prst="rect">
            <a:avLst/>
          </a:prstGeom>
        </p:spPr>
      </p:pic>
      <p:pic>
        <p:nvPicPr>
          <p:cNvPr id="18" name="Picture 17">
            <a:extLst>
              <a:ext uri="{FF2B5EF4-FFF2-40B4-BE49-F238E27FC236}">
                <a16:creationId xmlns:a16="http://schemas.microsoft.com/office/drawing/2014/main" id="{97CD023A-DCEA-286F-A1D8-86C1A9C6C29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410309" y="1245430"/>
            <a:ext cx="1129684" cy="1003926"/>
          </a:xfrm>
          <a:prstGeom prst="rect">
            <a:avLst/>
          </a:prstGeom>
        </p:spPr>
      </p:pic>
      <p:sp>
        <p:nvSpPr>
          <p:cNvPr id="19" name="TextBox 18">
            <a:extLst>
              <a:ext uri="{FF2B5EF4-FFF2-40B4-BE49-F238E27FC236}">
                <a16:creationId xmlns:a16="http://schemas.microsoft.com/office/drawing/2014/main" id="{15C4CE64-00E0-32BA-7955-982FA3BDF216}"/>
              </a:ext>
            </a:extLst>
          </p:cNvPr>
          <p:cNvSpPr txBox="1"/>
          <p:nvPr/>
        </p:nvSpPr>
        <p:spPr>
          <a:xfrm>
            <a:off x="352181" y="2219814"/>
            <a:ext cx="2248641" cy="369332"/>
          </a:xfrm>
          <a:prstGeom prst="rect">
            <a:avLst/>
          </a:prstGeom>
          <a:noFill/>
        </p:spPr>
        <p:txBody>
          <a:bodyPr wrap="square" rtlCol="0">
            <a:spAutoFit/>
          </a:bodyPr>
          <a:lstStyle/>
          <a:p>
            <a:pPr algn="ctr"/>
            <a:r>
              <a:rPr lang="en-US"/>
              <a:t>INVENTORY SHEET</a:t>
            </a:r>
            <a:endParaRPr lang="en-MY"/>
          </a:p>
        </p:txBody>
      </p:sp>
      <p:sp>
        <p:nvSpPr>
          <p:cNvPr id="20" name="TextBox 19">
            <a:extLst>
              <a:ext uri="{FF2B5EF4-FFF2-40B4-BE49-F238E27FC236}">
                <a16:creationId xmlns:a16="http://schemas.microsoft.com/office/drawing/2014/main" id="{83C24508-0A6C-A096-9A8E-33B02AC4041F}"/>
              </a:ext>
            </a:extLst>
          </p:cNvPr>
          <p:cNvSpPr txBox="1"/>
          <p:nvPr/>
        </p:nvSpPr>
        <p:spPr>
          <a:xfrm>
            <a:off x="3450068" y="2219814"/>
            <a:ext cx="1665676" cy="646331"/>
          </a:xfrm>
          <a:prstGeom prst="rect">
            <a:avLst/>
          </a:prstGeom>
          <a:noFill/>
        </p:spPr>
        <p:txBody>
          <a:bodyPr wrap="square" rtlCol="0">
            <a:spAutoFit/>
          </a:bodyPr>
          <a:lstStyle/>
          <a:p>
            <a:pPr algn="ctr"/>
            <a:r>
              <a:rPr lang="en-US"/>
              <a:t>SALES SHEET 	 </a:t>
            </a:r>
            <a:endParaRPr lang="en-MY"/>
          </a:p>
        </p:txBody>
      </p:sp>
      <p:sp>
        <p:nvSpPr>
          <p:cNvPr id="21" name="TextBox 20">
            <a:extLst>
              <a:ext uri="{FF2B5EF4-FFF2-40B4-BE49-F238E27FC236}">
                <a16:creationId xmlns:a16="http://schemas.microsoft.com/office/drawing/2014/main" id="{46A6AF87-4DAB-D114-B412-EB7B82AAE3C7}"/>
              </a:ext>
            </a:extLst>
          </p:cNvPr>
          <p:cNvSpPr txBox="1"/>
          <p:nvPr/>
        </p:nvSpPr>
        <p:spPr>
          <a:xfrm>
            <a:off x="5797827" y="2208950"/>
            <a:ext cx="2778836" cy="369332"/>
          </a:xfrm>
          <a:prstGeom prst="rect">
            <a:avLst/>
          </a:prstGeom>
          <a:noFill/>
        </p:spPr>
        <p:txBody>
          <a:bodyPr wrap="square" rtlCol="0">
            <a:spAutoFit/>
          </a:bodyPr>
          <a:lstStyle/>
          <a:p>
            <a:pPr algn="ctr"/>
            <a:r>
              <a:rPr lang="en-US"/>
              <a:t>EMPLOYEE SALARY SHEET</a:t>
            </a:r>
            <a:endParaRPr lang="en-MY"/>
          </a:p>
        </p:txBody>
      </p:sp>
      <p:sp>
        <p:nvSpPr>
          <p:cNvPr id="22" name="TextBox 21">
            <a:extLst>
              <a:ext uri="{FF2B5EF4-FFF2-40B4-BE49-F238E27FC236}">
                <a16:creationId xmlns:a16="http://schemas.microsoft.com/office/drawing/2014/main" id="{CF0F3AE4-A1C1-860E-64BD-69FFDB0CD4C9}"/>
              </a:ext>
            </a:extLst>
          </p:cNvPr>
          <p:cNvSpPr txBox="1"/>
          <p:nvPr/>
        </p:nvSpPr>
        <p:spPr>
          <a:xfrm>
            <a:off x="8675782" y="2200602"/>
            <a:ext cx="2546295" cy="369332"/>
          </a:xfrm>
          <a:prstGeom prst="rect">
            <a:avLst/>
          </a:prstGeom>
          <a:noFill/>
        </p:spPr>
        <p:txBody>
          <a:bodyPr wrap="square" rtlCol="0">
            <a:spAutoFit/>
          </a:bodyPr>
          <a:lstStyle/>
          <a:p>
            <a:pPr algn="ctr"/>
            <a:r>
              <a:rPr lang="en-US"/>
              <a:t>ANALYSIS SHEET</a:t>
            </a:r>
            <a:endParaRPr lang="en-MY"/>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flipV="1">
            <a:off x="449942" y="969857"/>
            <a:ext cx="7940830" cy="12095"/>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6</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355447"/>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PURPOSE OF USING SPREADSHEET</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flipV="1">
            <a:off x="409509" y="978153"/>
            <a:ext cx="9982461" cy="12095"/>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46BAA9-98E2-7D73-DC92-20B3506940E4}"/>
              </a:ext>
            </a:extLst>
          </p:cNvPr>
          <p:cNvSpPr txBox="1"/>
          <p:nvPr/>
        </p:nvSpPr>
        <p:spPr>
          <a:xfrm>
            <a:off x="177281" y="1614196"/>
            <a:ext cx="6979299" cy="3693319"/>
          </a:xfrm>
          <a:prstGeom prst="rect">
            <a:avLst/>
          </a:prstGeom>
          <a:noFill/>
        </p:spPr>
        <p:txBody>
          <a:bodyPr wrap="square" lIns="91440" tIns="45720" rIns="91440" bIns="45720" rtlCol="0" anchor="t">
            <a:spAutoFit/>
          </a:bodyPr>
          <a:lstStyle/>
          <a:p>
            <a:pPr marL="285750" indent="-285750">
              <a:buFont typeface="Arial" panose="020B0604020202020204" pitchFamily="34" charset="0"/>
              <a:buChar char="•"/>
            </a:pPr>
            <a:r>
              <a:rPr lang="en-US"/>
              <a:t>Easy way of storing all different kind of data (financial data, bakery business data et cetera).</a:t>
            </a:r>
          </a:p>
          <a:p>
            <a:endParaRPr lang="en-US"/>
          </a:p>
          <a:p>
            <a:pPr marL="285750" indent="-285750">
              <a:buFont typeface="Arial" panose="020B0604020202020204" pitchFamily="34" charset="0"/>
              <a:buChar char="•"/>
            </a:pPr>
            <a:r>
              <a:rPr lang="en-US"/>
              <a:t> Able to store huge amount of data and ideal for database storage.</a:t>
            </a:r>
          </a:p>
          <a:p>
            <a:endParaRPr lang="en-US"/>
          </a:p>
          <a:p>
            <a:pPr marL="285750" indent="-285750">
              <a:buFont typeface="Arial" panose="020B0604020202020204" pitchFamily="34" charset="0"/>
              <a:buChar char="•"/>
            </a:pPr>
            <a:r>
              <a:rPr lang="en-US"/>
              <a:t>Has formula’s that can calculate profit that allows company to manage income and expenditures. </a:t>
            </a:r>
          </a:p>
          <a:p>
            <a:endParaRPr lang="en-US"/>
          </a:p>
          <a:p>
            <a:pPr marL="285750" indent="-285750">
              <a:buFont typeface="Arial" panose="020B0604020202020204" pitchFamily="34" charset="0"/>
              <a:buChar char="•"/>
            </a:pPr>
            <a:r>
              <a:rPr lang="en-US"/>
              <a:t>Able to identify inaccuracies and duplicates in your data.</a:t>
            </a:r>
          </a:p>
          <a:p>
            <a:r>
              <a:rPr lang="en-US"/>
              <a:t> </a:t>
            </a:r>
          </a:p>
          <a:p>
            <a:pPr marL="285750" indent="-285750">
              <a:buFont typeface="Arial" panose="020B0604020202020204" pitchFamily="34" charset="0"/>
              <a:buChar char="•"/>
            </a:pPr>
            <a:r>
              <a:rPr lang="en-US"/>
              <a:t>Able to generate charts and reports that allows easier analysis of data. </a:t>
            </a:r>
          </a:p>
          <a:p>
            <a:pPr marL="285750" indent="-285750">
              <a:buFont typeface="Arial" panose="020B0604020202020204" pitchFamily="34" charset="0"/>
              <a:buChar char="•"/>
            </a:pPr>
            <a:endParaRPr lang="en-MY"/>
          </a:p>
        </p:txBody>
      </p:sp>
      <p:grpSp>
        <p:nvGrpSpPr>
          <p:cNvPr id="8" name="Google Shape;1047;p24">
            <a:extLst>
              <a:ext uri="{FF2B5EF4-FFF2-40B4-BE49-F238E27FC236}">
                <a16:creationId xmlns:a16="http://schemas.microsoft.com/office/drawing/2014/main" id="{044BFD27-0655-16AC-F74A-53C2D678949A}"/>
              </a:ext>
            </a:extLst>
          </p:cNvPr>
          <p:cNvGrpSpPr/>
          <p:nvPr/>
        </p:nvGrpSpPr>
        <p:grpSpPr>
          <a:xfrm>
            <a:off x="8340833" y="2300659"/>
            <a:ext cx="3495800" cy="3628765"/>
            <a:chOff x="2012475" y="393272"/>
            <a:chExt cx="4440240" cy="4609126"/>
          </a:xfrm>
        </p:grpSpPr>
        <p:sp>
          <p:nvSpPr>
            <p:cNvPr id="10" name="Google Shape;1048;p24">
              <a:extLst>
                <a:ext uri="{FF2B5EF4-FFF2-40B4-BE49-F238E27FC236}">
                  <a16:creationId xmlns:a16="http://schemas.microsoft.com/office/drawing/2014/main" id="{736F3397-A23B-7CCA-AD90-0FB0A0716BC4}"/>
                </a:ext>
              </a:extLst>
            </p:cNvPr>
            <p:cNvSpPr/>
            <p:nvPr/>
          </p:nvSpPr>
          <p:spPr>
            <a:xfrm>
              <a:off x="4172687" y="3422228"/>
              <a:ext cx="1096154" cy="631831"/>
            </a:xfrm>
            <a:custGeom>
              <a:avLst/>
              <a:gdLst/>
              <a:ahLst/>
              <a:cxnLst/>
              <a:rect l="l" t="t" r="r" b="b"/>
              <a:pathLst>
                <a:path w="1096154" h="631831" extrusionOk="0">
                  <a:moveTo>
                    <a:pt x="581029" y="616328"/>
                  </a:moveTo>
                  <a:lnTo>
                    <a:pt x="26975" y="296853"/>
                  </a:lnTo>
                  <a:cubicBezTo>
                    <a:pt x="-13002" y="273849"/>
                    <a:pt x="-7957" y="233547"/>
                    <a:pt x="38206" y="207027"/>
                  </a:cubicBezTo>
                  <a:lnTo>
                    <a:pt x="397137" y="0"/>
                  </a:lnTo>
                  <a:lnTo>
                    <a:pt x="1096154" y="402457"/>
                  </a:lnTo>
                  <a:lnTo>
                    <a:pt x="737223" y="609484"/>
                  </a:lnTo>
                  <a:cubicBezTo>
                    <a:pt x="691155" y="636479"/>
                    <a:pt x="621386" y="639331"/>
                    <a:pt x="581029" y="616328"/>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1049;p24">
              <a:extLst>
                <a:ext uri="{FF2B5EF4-FFF2-40B4-BE49-F238E27FC236}">
                  <a16:creationId xmlns:a16="http://schemas.microsoft.com/office/drawing/2014/main" id="{22278545-37DA-9AAA-ABC3-28459C199469}"/>
                </a:ext>
              </a:extLst>
            </p:cNvPr>
            <p:cNvSpPr/>
            <p:nvPr/>
          </p:nvSpPr>
          <p:spPr>
            <a:xfrm>
              <a:off x="4213521" y="3398464"/>
              <a:ext cx="1096058" cy="631866"/>
            </a:xfrm>
            <a:custGeom>
              <a:avLst/>
              <a:gdLst/>
              <a:ahLst/>
              <a:cxnLst/>
              <a:rect l="l" t="t" r="r" b="b"/>
              <a:pathLst>
                <a:path w="1096058" h="631866" extrusionOk="0">
                  <a:moveTo>
                    <a:pt x="581029" y="616328"/>
                  </a:moveTo>
                  <a:lnTo>
                    <a:pt x="26975" y="296853"/>
                  </a:lnTo>
                  <a:cubicBezTo>
                    <a:pt x="-13002" y="273849"/>
                    <a:pt x="-7957" y="233547"/>
                    <a:pt x="38206" y="207027"/>
                  </a:cubicBezTo>
                  <a:lnTo>
                    <a:pt x="397423" y="0"/>
                  </a:lnTo>
                  <a:lnTo>
                    <a:pt x="1096059" y="402837"/>
                  </a:lnTo>
                  <a:lnTo>
                    <a:pt x="737128" y="609864"/>
                  </a:lnTo>
                  <a:cubicBezTo>
                    <a:pt x="690774" y="636479"/>
                    <a:pt x="621005" y="639331"/>
                    <a:pt x="581029" y="616328"/>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1050;p24">
              <a:extLst>
                <a:ext uri="{FF2B5EF4-FFF2-40B4-BE49-F238E27FC236}">
                  <a16:creationId xmlns:a16="http://schemas.microsoft.com/office/drawing/2014/main" id="{3086B42C-9185-EBB6-7A31-134DD518B279}"/>
                </a:ext>
              </a:extLst>
            </p:cNvPr>
            <p:cNvSpPr/>
            <p:nvPr/>
          </p:nvSpPr>
          <p:spPr>
            <a:xfrm>
              <a:off x="5277122" y="3780200"/>
              <a:ext cx="32266" cy="21196"/>
            </a:xfrm>
            <a:custGeom>
              <a:avLst/>
              <a:gdLst/>
              <a:ahLst/>
              <a:cxnLst/>
              <a:rect l="l" t="t" r="r" b="b"/>
              <a:pathLst>
                <a:path w="32266" h="21196" extrusionOk="0">
                  <a:moveTo>
                    <a:pt x="32267" y="21197"/>
                  </a:moveTo>
                  <a:lnTo>
                    <a:pt x="32267" y="0"/>
                  </a:lnTo>
                  <a:lnTo>
                    <a:pt x="0" y="18630"/>
                  </a:lnTo>
                  <a:lnTo>
                    <a:pt x="32267" y="2119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1051;p24">
              <a:extLst>
                <a:ext uri="{FF2B5EF4-FFF2-40B4-BE49-F238E27FC236}">
                  <a16:creationId xmlns:a16="http://schemas.microsoft.com/office/drawing/2014/main" id="{2D355FED-7B39-7102-FE54-4E66A8F43E04}"/>
                </a:ext>
              </a:extLst>
            </p:cNvPr>
            <p:cNvSpPr/>
            <p:nvPr/>
          </p:nvSpPr>
          <p:spPr>
            <a:xfrm>
              <a:off x="4213559" y="3635813"/>
              <a:ext cx="33123" cy="21387"/>
            </a:xfrm>
            <a:custGeom>
              <a:avLst/>
              <a:gdLst/>
              <a:ahLst/>
              <a:cxnLst/>
              <a:rect l="l" t="t" r="r" b="b"/>
              <a:pathLst>
                <a:path w="33123" h="21387" extrusionOk="0">
                  <a:moveTo>
                    <a:pt x="0" y="21387"/>
                  </a:moveTo>
                  <a:lnTo>
                    <a:pt x="0" y="0"/>
                  </a:lnTo>
                  <a:lnTo>
                    <a:pt x="33123" y="13688"/>
                  </a:lnTo>
                  <a:lnTo>
                    <a:pt x="0" y="2138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052;p24">
              <a:extLst>
                <a:ext uri="{FF2B5EF4-FFF2-40B4-BE49-F238E27FC236}">
                  <a16:creationId xmlns:a16="http://schemas.microsoft.com/office/drawing/2014/main" id="{09E62D7A-C0F9-C08D-CF70-20F2372AA736}"/>
                </a:ext>
              </a:extLst>
            </p:cNvPr>
            <p:cNvSpPr/>
            <p:nvPr/>
          </p:nvSpPr>
          <p:spPr>
            <a:xfrm>
              <a:off x="4213521" y="3377363"/>
              <a:ext cx="1096058" cy="631809"/>
            </a:xfrm>
            <a:custGeom>
              <a:avLst/>
              <a:gdLst/>
              <a:ahLst/>
              <a:cxnLst/>
              <a:rect l="l" t="t" r="r" b="b"/>
              <a:pathLst>
                <a:path w="1096058" h="631809" extrusionOk="0">
                  <a:moveTo>
                    <a:pt x="581029" y="616232"/>
                  </a:moveTo>
                  <a:lnTo>
                    <a:pt x="26975" y="296853"/>
                  </a:lnTo>
                  <a:cubicBezTo>
                    <a:pt x="-13002" y="273754"/>
                    <a:pt x="-7957" y="233547"/>
                    <a:pt x="38206" y="206932"/>
                  </a:cubicBezTo>
                  <a:lnTo>
                    <a:pt x="397423" y="0"/>
                  </a:lnTo>
                  <a:lnTo>
                    <a:pt x="1096059" y="402837"/>
                  </a:lnTo>
                  <a:lnTo>
                    <a:pt x="737128" y="609769"/>
                  </a:lnTo>
                  <a:cubicBezTo>
                    <a:pt x="690774" y="636384"/>
                    <a:pt x="621005" y="639331"/>
                    <a:pt x="581029" y="616232"/>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1053;p24">
              <a:extLst>
                <a:ext uri="{FF2B5EF4-FFF2-40B4-BE49-F238E27FC236}">
                  <a16:creationId xmlns:a16="http://schemas.microsoft.com/office/drawing/2014/main" id="{213DD770-93C7-AEE7-8AF7-4C2B02055149}"/>
                </a:ext>
              </a:extLst>
            </p:cNvPr>
            <p:cNvSpPr/>
            <p:nvPr/>
          </p:nvSpPr>
          <p:spPr>
            <a:xfrm>
              <a:off x="4526041" y="3091821"/>
              <a:ext cx="783348" cy="688378"/>
            </a:xfrm>
            <a:custGeom>
              <a:avLst/>
              <a:gdLst/>
              <a:ahLst/>
              <a:cxnLst/>
              <a:rect l="l" t="t" r="r" b="b"/>
              <a:pathLst>
                <a:path w="783348" h="688378" extrusionOk="0">
                  <a:moveTo>
                    <a:pt x="86521" y="286492"/>
                  </a:moveTo>
                  <a:lnTo>
                    <a:pt x="0" y="0"/>
                  </a:lnTo>
                  <a:lnTo>
                    <a:pt x="706346" y="404548"/>
                  </a:lnTo>
                  <a:lnTo>
                    <a:pt x="783348" y="688378"/>
                  </a:lnTo>
                  <a:lnTo>
                    <a:pt x="86521" y="286492"/>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1054;p24">
              <a:extLst>
                <a:ext uri="{FF2B5EF4-FFF2-40B4-BE49-F238E27FC236}">
                  <a16:creationId xmlns:a16="http://schemas.microsoft.com/office/drawing/2014/main" id="{87AF7823-6C86-0474-0433-2082D4BBD7A1}"/>
                </a:ext>
              </a:extLst>
            </p:cNvPr>
            <p:cNvSpPr/>
            <p:nvPr/>
          </p:nvSpPr>
          <p:spPr>
            <a:xfrm>
              <a:off x="5278931" y="3755961"/>
              <a:ext cx="30363" cy="36025"/>
            </a:xfrm>
            <a:custGeom>
              <a:avLst/>
              <a:gdLst/>
              <a:ahLst/>
              <a:cxnLst/>
              <a:rect l="l" t="t" r="r" b="b"/>
              <a:pathLst>
                <a:path w="30363" h="36025" extrusionOk="0">
                  <a:moveTo>
                    <a:pt x="9899" y="36025"/>
                  </a:moveTo>
                  <a:lnTo>
                    <a:pt x="30363" y="24239"/>
                  </a:lnTo>
                  <a:lnTo>
                    <a:pt x="0" y="0"/>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1055;p24">
              <a:extLst>
                <a:ext uri="{FF2B5EF4-FFF2-40B4-BE49-F238E27FC236}">
                  <a16:creationId xmlns:a16="http://schemas.microsoft.com/office/drawing/2014/main" id="{609A8ED5-7B00-1A63-8E25-0375E817EECC}"/>
                </a:ext>
              </a:extLst>
            </p:cNvPr>
            <p:cNvSpPr/>
            <p:nvPr/>
          </p:nvSpPr>
          <p:spPr>
            <a:xfrm>
              <a:off x="4503768" y="3102562"/>
              <a:ext cx="785061" cy="689423"/>
            </a:xfrm>
            <a:custGeom>
              <a:avLst/>
              <a:gdLst/>
              <a:ahLst/>
              <a:cxnLst/>
              <a:rect l="l" t="t" r="r" b="b"/>
              <a:pathLst>
                <a:path w="785061" h="689423" extrusionOk="0">
                  <a:moveTo>
                    <a:pt x="86425" y="286492"/>
                  </a:moveTo>
                  <a:lnTo>
                    <a:pt x="0" y="0"/>
                  </a:lnTo>
                  <a:lnTo>
                    <a:pt x="706346" y="404643"/>
                  </a:lnTo>
                  <a:lnTo>
                    <a:pt x="785061" y="689424"/>
                  </a:lnTo>
                  <a:lnTo>
                    <a:pt x="86425" y="286492"/>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056;p24">
              <a:extLst>
                <a:ext uri="{FF2B5EF4-FFF2-40B4-BE49-F238E27FC236}">
                  <a16:creationId xmlns:a16="http://schemas.microsoft.com/office/drawing/2014/main" id="{A4F375C4-EDAB-338D-CA7C-E96FC4CA7E4C}"/>
                </a:ext>
              </a:extLst>
            </p:cNvPr>
            <p:cNvSpPr/>
            <p:nvPr/>
          </p:nvSpPr>
          <p:spPr>
            <a:xfrm>
              <a:off x="3580122" y="393272"/>
              <a:ext cx="2872593" cy="3889928"/>
            </a:xfrm>
            <a:custGeom>
              <a:avLst/>
              <a:gdLst/>
              <a:ahLst/>
              <a:cxnLst/>
              <a:rect l="l" t="t" r="r" b="b"/>
              <a:pathLst>
                <a:path w="2872593" h="3889928" extrusionOk="0">
                  <a:moveTo>
                    <a:pt x="2803111" y="3881586"/>
                  </a:moveTo>
                  <a:lnTo>
                    <a:pt x="69483" y="2305217"/>
                  </a:lnTo>
                  <a:cubicBezTo>
                    <a:pt x="31410" y="2283165"/>
                    <a:pt x="0" y="2223756"/>
                    <a:pt x="0" y="2172713"/>
                  </a:cubicBezTo>
                  <a:lnTo>
                    <a:pt x="0" y="60716"/>
                  </a:lnTo>
                  <a:cubicBezTo>
                    <a:pt x="0" y="9673"/>
                    <a:pt x="31125" y="-13806"/>
                    <a:pt x="69483" y="8342"/>
                  </a:cubicBezTo>
                  <a:lnTo>
                    <a:pt x="2803111" y="1584711"/>
                  </a:lnTo>
                  <a:cubicBezTo>
                    <a:pt x="2841183" y="1606763"/>
                    <a:pt x="2872593" y="1666077"/>
                    <a:pt x="2872593" y="1717121"/>
                  </a:cubicBezTo>
                  <a:lnTo>
                    <a:pt x="2872593" y="3829212"/>
                  </a:lnTo>
                  <a:cubicBezTo>
                    <a:pt x="2872593" y="3880256"/>
                    <a:pt x="2841469" y="3903734"/>
                    <a:pt x="2803111" y="3881586"/>
                  </a:cubicBez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6" name="Google Shape;1057;p24">
              <a:extLst>
                <a:ext uri="{FF2B5EF4-FFF2-40B4-BE49-F238E27FC236}">
                  <a16:creationId xmlns:a16="http://schemas.microsoft.com/office/drawing/2014/main" id="{7B0AEC65-BEC7-F54A-B44F-858A26DB4E40}"/>
                </a:ext>
              </a:extLst>
            </p:cNvPr>
            <p:cNvSpPr/>
            <p:nvPr/>
          </p:nvSpPr>
          <p:spPr>
            <a:xfrm>
              <a:off x="6397319" y="4189501"/>
              <a:ext cx="30267" cy="107125"/>
            </a:xfrm>
            <a:custGeom>
              <a:avLst/>
              <a:gdLst/>
              <a:ahLst/>
              <a:cxnLst/>
              <a:rect l="l" t="t" r="r" b="b"/>
              <a:pathLst>
                <a:path w="30267" h="107125" extrusionOk="0">
                  <a:moveTo>
                    <a:pt x="0" y="107125"/>
                  </a:moveTo>
                  <a:lnTo>
                    <a:pt x="30268" y="89731"/>
                  </a:lnTo>
                  <a:lnTo>
                    <a:pt x="17228" y="0"/>
                  </a:lnTo>
                  <a:lnTo>
                    <a:pt x="0" y="107125"/>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8;p24">
              <a:extLst>
                <a:ext uri="{FF2B5EF4-FFF2-40B4-BE49-F238E27FC236}">
                  <a16:creationId xmlns:a16="http://schemas.microsoft.com/office/drawing/2014/main" id="{C889918C-38DE-CF5A-0E1A-9D86E2423BB5}"/>
                </a:ext>
              </a:extLst>
            </p:cNvPr>
            <p:cNvSpPr/>
            <p:nvPr/>
          </p:nvSpPr>
          <p:spPr>
            <a:xfrm>
              <a:off x="3574887" y="397432"/>
              <a:ext cx="72623" cy="31086"/>
            </a:xfrm>
            <a:custGeom>
              <a:avLst/>
              <a:gdLst/>
              <a:ahLst/>
              <a:cxnLst/>
              <a:rect l="l" t="t" r="r" b="b"/>
              <a:pathLst>
                <a:path w="72623" h="31086" extrusionOk="0">
                  <a:moveTo>
                    <a:pt x="0" y="17110"/>
                  </a:moveTo>
                  <a:lnTo>
                    <a:pt x="29792" y="0"/>
                  </a:lnTo>
                  <a:lnTo>
                    <a:pt x="72624" y="24334"/>
                  </a:lnTo>
                  <a:cubicBezTo>
                    <a:pt x="72624" y="24334"/>
                    <a:pt x="27032" y="31273"/>
                    <a:pt x="25890" y="31083"/>
                  </a:cubicBezTo>
                  <a:cubicBezTo>
                    <a:pt x="24747" y="30892"/>
                    <a:pt x="0" y="17110"/>
                    <a:pt x="0" y="17110"/>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59;p24">
              <a:extLst>
                <a:ext uri="{FF2B5EF4-FFF2-40B4-BE49-F238E27FC236}">
                  <a16:creationId xmlns:a16="http://schemas.microsoft.com/office/drawing/2014/main" id="{BA968265-BAC8-93E9-AEB3-7D65190269EB}"/>
                </a:ext>
              </a:extLst>
            </p:cNvPr>
            <p:cNvSpPr/>
            <p:nvPr/>
          </p:nvSpPr>
          <p:spPr>
            <a:xfrm>
              <a:off x="3554709" y="407720"/>
              <a:ext cx="2872878" cy="3889928"/>
            </a:xfrm>
            <a:custGeom>
              <a:avLst/>
              <a:gdLst/>
              <a:ahLst/>
              <a:cxnLst/>
              <a:rect l="l" t="t" r="r" b="b"/>
              <a:pathLst>
                <a:path w="2872878" h="3889928" extrusionOk="0">
                  <a:moveTo>
                    <a:pt x="2803491" y="3881587"/>
                  </a:moveTo>
                  <a:lnTo>
                    <a:pt x="69388" y="2304837"/>
                  </a:lnTo>
                  <a:cubicBezTo>
                    <a:pt x="31315" y="2282785"/>
                    <a:pt x="0" y="2223471"/>
                    <a:pt x="0" y="2172332"/>
                  </a:cubicBezTo>
                  <a:lnTo>
                    <a:pt x="0" y="60716"/>
                  </a:lnTo>
                  <a:cubicBezTo>
                    <a:pt x="0" y="9673"/>
                    <a:pt x="31125" y="-13806"/>
                    <a:pt x="69388" y="8342"/>
                  </a:cubicBezTo>
                  <a:lnTo>
                    <a:pt x="2803491" y="1584711"/>
                  </a:lnTo>
                  <a:cubicBezTo>
                    <a:pt x="2841564" y="1606763"/>
                    <a:pt x="2872879" y="1666077"/>
                    <a:pt x="2872879" y="1717216"/>
                  </a:cubicBezTo>
                  <a:lnTo>
                    <a:pt x="2872879" y="3829212"/>
                  </a:lnTo>
                  <a:cubicBezTo>
                    <a:pt x="2872879" y="3880256"/>
                    <a:pt x="2841850" y="3903734"/>
                    <a:pt x="2803491" y="3881587"/>
                  </a:cubicBezTo>
                  <a:close/>
                </a:path>
              </a:pathLst>
            </a:custGeom>
            <a:solidFill>
              <a:srgbClr val="E4E7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60;p24">
              <a:extLst>
                <a:ext uri="{FF2B5EF4-FFF2-40B4-BE49-F238E27FC236}">
                  <a16:creationId xmlns:a16="http://schemas.microsoft.com/office/drawing/2014/main" id="{449D0FAA-E74C-5814-75F7-C5CC73BC8596}"/>
                </a:ext>
              </a:extLst>
            </p:cNvPr>
            <p:cNvSpPr/>
            <p:nvPr/>
          </p:nvSpPr>
          <p:spPr>
            <a:xfrm>
              <a:off x="3549854" y="410477"/>
              <a:ext cx="2872973" cy="3889886"/>
            </a:xfrm>
            <a:custGeom>
              <a:avLst/>
              <a:gdLst/>
              <a:ahLst/>
              <a:cxnLst/>
              <a:rect l="l" t="t" r="r" b="b"/>
              <a:pathLst>
                <a:path w="2872973" h="3889886" extrusionOk="0">
                  <a:moveTo>
                    <a:pt x="2803491" y="3881587"/>
                  </a:moveTo>
                  <a:lnTo>
                    <a:pt x="69483" y="2305217"/>
                  </a:lnTo>
                  <a:cubicBezTo>
                    <a:pt x="31410" y="2283070"/>
                    <a:pt x="0" y="2223756"/>
                    <a:pt x="0" y="2172713"/>
                  </a:cubicBezTo>
                  <a:lnTo>
                    <a:pt x="0" y="60716"/>
                  </a:lnTo>
                  <a:cubicBezTo>
                    <a:pt x="0" y="9673"/>
                    <a:pt x="31124" y="-13806"/>
                    <a:pt x="69483" y="8342"/>
                  </a:cubicBezTo>
                  <a:lnTo>
                    <a:pt x="2803491" y="1584711"/>
                  </a:lnTo>
                  <a:cubicBezTo>
                    <a:pt x="2841564" y="1606764"/>
                    <a:pt x="2872974" y="1666077"/>
                    <a:pt x="2872974" y="1717121"/>
                  </a:cubicBezTo>
                  <a:lnTo>
                    <a:pt x="2872974" y="3829212"/>
                  </a:lnTo>
                  <a:cubicBezTo>
                    <a:pt x="2872974" y="3879971"/>
                    <a:pt x="2841849" y="3903734"/>
                    <a:pt x="2803491" y="3881587"/>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1;p24">
              <a:extLst>
                <a:ext uri="{FF2B5EF4-FFF2-40B4-BE49-F238E27FC236}">
                  <a16:creationId xmlns:a16="http://schemas.microsoft.com/office/drawing/2014/main" id="{08DE6135-0F81-81AB-B1A2-E2421BF3F3C7}"/>
                </a:ext>
              </a:extLst>
            </p:cNvPr>
            <p:cNvSpPr/>
            <p:nvPr/>
          </p:nvSpPr>
          <p:spPr>
            <a:xfrm>
              <a:off x="3584596" y="456003"/>
              <a:ext cx="2802063" cy="3707642"/>
            </a:xfrm>
            <a:custGeom>
              <a:avLst/>
              <a:gdLst/>
              <a:ahLst/>
              <a:cxnLst/>
              <a:rect l="l" t="t" r="r" b="b"/>
              <a:pathLst>
                <a:path w="2802063" h="3707642" extrusionOk="0">
                  <a:moveTo>
                    <a:pt x="2800636" y="3707643"/>
                  </a:moveTo>
                  <a:lnTo>
                    <a:pt x="0" y="2092872"/>
                  </a:lnTo>
                  <a:lnTo>
                    <a:pt x="1428" y="23650"/>
                  </a:lnTo>
                  <a:cubicBezTo>
                    <a:pt x="1428" y="2453"/>
                    <a:pt x="16371" y="-6102"/>
                    <a:pt x="34742" y="4639"/>
                  </a:cubicBezTo>
                  <a:lnTo>
                    <a:pt x="2768750" y="1580818"/>
                  </a:lnTo>
                  <a:cubicBezTo>
                    <a:pt x="2788395" y="1593631"/>
                    <a:pt x="2800769" y="1615018"/>
                    <a:pt x="2802063" y="1638421"/>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2;p24">
              <a:extLst>
                <a:ext uri="{FF2B5EF4-FFF2-40B4-BE49-F238E27FC236}">
                  <a16:creationId xmlns:a16="http://schemas.microsoft.com/office/drawing/2014/main" id="{2CE4CC9D-B740-02A9-A45E-E254609F247D}"/>
                </a:ext>
              </a:extLst>
            </p:cNvPr>
            <p:cNvSpPr/>
            <p:nvPr/>
          </p:nvSpPr>
          <p:spPr>
            <a:xfrm>
              <a:off x="3711283" y="669187"/>
              <a:ext cx="283071" cy="477189"/>
            </a:xfrm>
            <a:custGeom>
              <a:avLst/>
              <a:gdLst/>
              <a:ahLst/>
              <a:cxnLst/>
              <a:rect l="l" t="t" r="r" b="b"/>
              <a:pathLst>
                <a:path w="283071" h="477189" extrusionOk="0">
                  <a:moveTo>
                    <a:pt x="268604" y="475462"/>
                  </a:moveTo>
                  <a:lnTo>
                    <a:pt x="14468" y="328699"/>
                  </a:lnTo>
                  <a:cubicBezTo>
                    <a:pt x="5540" y="322277"/>
                    <a:pt x="181" y="312023"/>
                    <a:pt x="0" y="301038"/>
                  </a:cubicBezTo>
                  <a:lnTo>
                    <a:pt x="0" y="12646"/>
                  </a:lnTo>
                  <a:cubicBezTo>
                    <a:pt x="0" y="2000"/>
                    <a:pt x="6472" y="-2848"/>
                    <a:pt x="14468" y="1715"/>
                  </a:cubicBezTo>
                  <a:lnTo>
                    <a:pt x="268604" y="148572"/>
                  </a:lnTo>
                  <a:cubicBezTo>
                    <a:pt x="277551" y="154933"/>
                    <a:pt x="282919" y="165172"/>
                    <a:pt x="283071" y="176138"/>
                  </a:cubicBezTo>
                  <a:lnTo>
                    <a:pt x="283071" y="464531"/>
                  </a:lnTo>
                  <a:cubicBezTo>
                    <a:pt x="283071" y="474986"/>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3;p24">
              <a:extLst>
                <a:ext uri="{FF2B5EF4-FFF2-40B4-BE49-F238E27FC236}">
                  <a16:creationId xmlns:a16="http://schemas.microsoft.com/office/drawing/2014/main" id="{D6EC5BB8-FC5A-FD6B-C079-DCEEADE89922}"/>
                </a:ext>
              </a:extLst>
            </p:cNvPr>
            <p:cNvSpPr/>
            <p:nvPr/>
          </p:nvSpPr>
          <p:spPr>
            <a:xfrm>
              <a:off x="4063456" y="872696"/>
              <a:ext cx="283832" cy="477419"/>
            </a:xfrm>
            <a:custGeom>
              <a:avLst/>
              <a:gdLst/>
              <a:ahLst/>
              <a:cxnLst/>
              <a:rect l="l" t="t" r="r" b="b"/>
              <a:pathLst>
                <a:path w="283832" h="477419" extrusionOk="0">
                  <a:moveTo>
                    <a:pt x="269365" y="475462"/>
                  </a:moveTo>
                  <a:lnTo>
                    <a:pt x="14468" y="328509"/>
                  </a:lnTo>
                  <a:cubicBezTo>
                    <a:pt x="5540" y="322087"/>
                    <a:pt x="181" y="311833"/>
                    <a:pt x="0" y="300848"/>
                  </a:cubicBezTo>
                  <a:lnTo>
                    <a:pt x="0" y="12646"/>
                  </a:lnTo>
                  <a:cubicBezTo>
                    <a:pt x="0" y="2000"/>
                    <a:pt x="6472" y="-2848"/>
                    <a:pt x="14468" y="1715"/>
                  </a:cubicBezTo>
                  <a:lnTo>
                    <a:pt x="269080" y="148572"/>
                  </a:lnTo>
                  <a:cubicBezTo>
                    <a:pt x="278217" y="154931"/>
                    <a:pt x="283709" y="165305"/>
                    <a:pt x="283833" y="176423"/>
                  </a:cubicBezTo>
                  <a:lnTo>
                    <a:pt x="283833" y="464531"/>
                  </a:lnTo>
                  <a:cubicBezTo>
                    <a:pt x="283833" y="475177"/>
                    <a:pt x="277360" y="480595"/>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4;p24">
              <a:extLst>
                <a:ext uri="{FF2B5EF4-FFF2-40B4-BE49-F238E27FC236}">
                  <a16:creationId xmlns:a16="http://schemas.microsoft.com/office/drawing/2014/main" id="{32AA48D6-262C-1ED6-2B1E-FA9F40F2E129}"/>
                </a:ext>
              </a:extLst>
            </p:cNvPr>
            <p:cNvSpPr/>
            <p:nvPr/>
          </p:nvSpPr>
          <p:spPr>
            <a:xfrm>
              <a:off x="4408015" y="1071223"/>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993"/>
                  </a:lnTo>
                  <a:cubicBezTo>
                    <a:pt x="278503" y="155354"/>
                    <a:pt x="283871" y="165592"/>
                    <a:pt x="284023" y="176559"/>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5;p24">
              <a:extLst>
                <a:ext uri="{FF2B5EF4-FFF2-40B4-BE49-F238E27FC236}">
                  <a16:creationId xmlns:a16="http://schemas.microsoft.com/office/drawing/2014/main" id="{924956F2-72C5-B9A6-BBDA-4E3795FC8B12}"/>
                </a:ext>
              </a:extLst>
            </p:cNvPr>
            <p:cNvSpPr/>
            <p:nvPr/>
          </p:nvSpPr>
          <p:spPr>
            <a:xfrm>
              <a:off x="3711283" y="1076206"/>
              <a:ext cx="283071" cy="477216"/>
            </a:xfrm>
            <a:custGeom>
              <a:avLst/>
              <a:gdLst/>
              <a:ahLst/>
              <a:cxnLst/>
              <a:rect l="l" t="t" r="r" b="b"/>
              <a:pathLst>
                <a:path w="283071" h="477216" extrusionOk="0">
                  <a:moveTo>
                    <a:pt x="268604" y="475462"/>
                  </a:moveTo>
                  <a:lnTo>
                    <a:pt x="14468" y="328699"/>
                  </a:lnTo>
                  <a:cubicBezTo>
                    <a:pt x="5540" y="322273"/>
                    <a:pt x="181" y="312027"/>
                    <a:pt x="0" y="301038"/>
                  </a:cubicBezTo>
                  <a:lnTo>
                    <a:pt x="0" y="12646"/>
                  </a:lnTo>
                  <a:cubicBezTo>
                    <a:pt x="0" y="2000"/>
                    <a:pt x="6472" y="-2848"/>
                    <a:pt x="14468" y="1715"/>
                  </a:cubicBezTo>
                  <a:lnTo>
                    <a:pt x="268604" y="148477"/>
                  </a:lnTo>
                  <a:cubicBezTo>
                    <a:pt x="277532" y="154899"/>
                    <a:pt x="282891" y="165154"/>
                    <a:pt x="283071" y="176138"/>
                  </a:cubicBezTo>
                  <a:lnTo>
                    <a:pt x="283071" y="464531"/>
                  </a:lnTo>
                  <a:cubicBezTo>
                    <a:pt x="283071" y="475177"/>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6;p24">
              <a:extLst>
                <a:ext uri="{FF2B5EF4-FFF2-40B4-BE49-F238E27FC236}">
                  <a16:creationId xmlns:a16="http://schemas.microsoft.com/office/drawing/2014/main" id="{0DC30D87-A314-9057-BB00-7F4685050753}"/>
                </a:ext>
              </a:extLst>
            </p:cNvPr>
            <p:cNvSpPr/>
            <p:nvPr/>
          </p:nvSpPr>
          <p:spPr>
            <a:xfrm>
              <a:off x="4063456" y="1279716"/>
              <a:ext cx="283556" cy="477216"/>
            </a:xfrm>
            <a:custGeom>
              <a:avLst/>
              <a:gdLst/>
              <a:ahLst/>
              <a:cxnLst/>
              <a:rect l="l" t="t" r="r" b="b"/>
              <a:pathLst>
                <a:path w="283556" h="477216" extrusionOk="0">
                  <a:moveTo>
                    <a:pt x="269365" y="475462"/>
                  </a:moveTo>
                  <a:lnTo>
                    <a:pt x="14468" y="328699"/>
                  </a:lnTo>
                  <a:cubicBezTo>
                    <a:pt x="5540" y="322273"/>
                    <a:pt x="181" y="312027"/>
                    <a:pt x="0" y="301038"/>
                  </a:cubicBezTo>
                  <a:lnTo>
                    <a:pt x="0" y="12646"/>
                  </a:lnTo>
                  <a:cubicBezTo>
                    <a:pt x="0" y="2000"/>
                    <a:pt x="6472" y="-2848"/>
                    <a:pt x="14468" y="1715"/>
                  </a:cubicBezTo>
                  <a:lnTo>
                    <a:pt x="269080" y="148477"/>
                  </a:lnTo>
                  <a:cubicBezTo>
                    <a:pt x="278008" y="154903"/>
                    <a:pt x="283366" y="165150"/>
                    <a:pt x="283547" y="176138"/>
                  </a:cubicBezTo>
                  <a:lnTo>
                    <a:pt x="283547" y="464531"/>
                  </a:lnTo>
                  <a:cubicBezTo>
                    <a:pt x="283833" y="475177"/>
                    <a:pt x="277360" y="480119"/>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7;p24">
              <a:extLst>
                <a:ext uri="{FF2B5EF4-FFF2-40B4-BE49-F238E27FC236}">
                  <a16:creationId xmlns:a16="http://schemas.microsoft.com/office/drawing/2014/main" id="{65475945-D76B-6722-4AC6-EB416CD93EBB}"/>
                </a:ext>
              </a:extLst>
            </p:cNvPr>
            <p:cNvSpPr/>
            <p:nvPr/>
          </p:nvSpPr>
          <p:spPr>
            <a:xfrm>
              <a:off x="4098484" y="1260570"/>
              <a:ext cx="283570" cy="477216"/>
            </a:xfrm>
            <a:custGeom>
              <a:avLst/>
              <a:gdLst/>
              <a:ahLst/>
              <a:cxnLst/>
              <a:rect l="l" t="t" r="r" b="b"/>
              <a:pathLst>
                <a:path w="283570" h="477216" extrusionOk="0">
                  <a:moveTo>
                    <a:pt x="269079" y="475502"/>
                  </a:moveTo>
                  <a:lnTo>
                    <a:pt x="14468" y="328644"/>
                  </a:lnTo>
                  <a:cubicBezTo>
                    <a:pt x="5521" y="322285"/>
                    <a:pt x="152" y="312048"/>
                    <a:pt x="0" y="301079"/>
                  </a:cubicBezTo>
                  <a:lnTo>
                    <a:pt x="0" y="12686"/>
                  </a:lnTo>
                  <a:cubicBezTo>
                    <a:pt x="0" y="2040"/>
                    <a:pt x="6472" y="-2903"/>
                    <a:pt x="14468" y="1755"/>
                  </a:cubicBezTo>
                  <a:lnTo>
                    <a:pt x="269079" y="148518"/>
                  </a:lnTo>
                  <a:cubicBezTo>
                    <a:pt x="278008" y="154943"/>
                    <a:pt x="283366" y="165190"/>
                    <a:pt x="283547" y="176178"/>
                  </a:cubicBezTo>
                  <a:lnTo>
                    <a:pt x="283547" y="464571"/>
                  </a:lnTo>
                  <a:cubicBezTo>
                    <a:pt x="284023" y="475217"/>
                    <a:pt x="277075" y="480065"/>
                    <a:pt x="269079" y="47550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8;p24">
              <a:extLst>
                <a:ext uri="{FF2B5EF4-FFF2-40B4-BE49-F238E27FC236}">
                  <a16:creationId xmlns:a16="http://schemas.microsoft.com/office/drawing/2014/main" id="{6D71DF6D-42AC-1D94-2CF6-601CE24E5081}"/>
                </a:ext>
              </a:extLst>
            </p:cNvPr>
            <p:cNvSpPr/>
            <p:nvPr/>
          </p:nvSpPr>
          <p:spPr>
            <a:xfrm>
              <a:off x="4408015" y="1478241"/>
              <a:ext cx="284023" cy="477161"/>
            </a:xfrm>
            <a:custGeom>
              <a:avLst/>
              <a:gdLst/>
              <a:ahLst/>
              <a:cxnLst/>
              <a:rect l="l" t="t" r="r" b="b"/>
              <a:pathLst>
                <a:path w="284023" h="477161" extrusionOk="0">
                  <a:moveTo>
                    <a:pt x="269556" y="475409"/>
                  </a:moveTo>
                  <a:lnTo>
                    <a:pt x="14468" y="328646"/>
                  </a:lnTo>
                  <a:cubicBezTo>
                    <a:pt x="5521" y="322287"/>
                    <a:pt x="152" y="312050"/>
                    <a:pt x="0" y="301080"/>
                  </a:cubicBezTo>
                  <a:lnTo>
                    <a:pt x="0" y="12593"/>
                  </a:lnTo>
                  <a:cubicBezTo>
                    <a:pt x="0" y="2042"/>
                    <a:pt x="6472" y="-2901"/>
                    <a:pt x="14468" y="1757"/>
                  </a:cubicBezTo>
                  <a:lnTo>
                    <a:pt x="269556" y="148519"/>
                  </a:lnTo>
                  <a:cubicBezTo>
                    <a:pt x="278503" y="154878"/>
                    <a:pt x="283871" y="165116"/>
                    <a:pt x="284023" y="176085"/>
                  </a:cubicBezTo>
                  <a:lnTo>
                    <a:pt x="284023" y="464382"/>
                  </a:lnTo>
                  <a:cubicBezTo>
                    <a:pt x="283547" y="475124"/>
                    <a:pt x="277075" y="480066"/>
                    <a:pt x="269556"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69;p24">
              <a:extLst>
                <a:ext uri="{FF2B5EF4-FFF2-40B4-BE49-F238E27FC236}">
                  <a16:creationId xmlns:a16="http://schemas.microsoft.com/office/drawing/2014/main" id="{46A3BB17-DC62-4A59-35D8-B34D2A196F11}"/>
                </a:ext>
              </a:extLst>
            </p:cNvPr>
            <p:cNvSpPr/>
            <p:nvPr/>
          </p:nvSpPr>
          <p:spPr>
            <a:xfrm>
              <a:off x="3711283" y="1491834"/>
              <a:ext cx="283071" cy="477165"/>
            </a:xfrm>
            <a:custGeom>
              <a:avLst/>
              <a:gdLst/>
              <a:ahLst/>
              <a:cxnLst/>
              <a:rect l="l" t="t" r="r" b="b"/>
              <a:pathLst>
                <a:path w="283071" h="477165" extrusionOk="0">
                  <a:moveTo>
                    <a:pt x="268604" y="475409"/>
                  </a:moveTo>
                  <a:lnTo>
                    <a:pt x="14468" y="328646"/>
                  </a:lnTo>
                  <a:cubicBezTo>
                    <a:pt x="5521" y="322287"/>
                    <a:pt x="152" y="312050"/>
                    <a:pt x="0" y="301080"/>
                  </a:cubicBezTo>
                  <a:lnTo>
                    <a:pt x="0" y="12593"/>
                  </a:lnTo>
                  <a:cubicBezTo>
                    <a:pt x="0" y="2042"/>
                    <a:pt x="6472" y="-2901"/>
                    <a:pt x="14468" y="1757"/>
                  </a:cubicBezTo>
                  <a:lnTo>
                    <a:pt x="268604" y="148519"/>
                  </a:lnTo>
                  <a:cubicBezTo>
                    <a:pt x="277551" y="154878"/>
                    <a:pt x="282919" y="165116"/>
                    <a:pt x="283071" y="176085"/>
                  </a:cubicBezTo>
                  <a:lnTo>
                    <a:pt x="283071" y="464573"/>
                  </a:lnTo>
                  <a:cubicBezTo>
                    <a:pt x="283071" y="475123"/>
                    <a:pt x="276599" y="480066"/>
                    <a:pt x="268604"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70;p24">
              <a:extLst>
                <a:ext uri="{FF2B5EF4-FFF2-40B4-BE49-F238E27FC236}">
                  <a16:creationId xmlns:a16="http://schemas.microsoft.com/office/drawing/2014/main" id="{BA70FB52-FB77-F806-1E91-D1E76B4D8A20}"/>
                </a:ext>
              </a:extLst>
            </p:cNvPr>
            <p:cNvSpPr/>
            <p:nvPr/>
          </p:nvSpPr>
          <p:spPr>
            <a:xfrm>
              <a:off x="3711283" y="1946286"/>
              <a:ext cx="980755" cy="657383"/>
            </a:xfrm>
            <a:custGeom>
              <a:avLst/>
              <a:gdLst/>
              <a:ahLst/>
              <a:cxnLst/>
              <a:rect l="l" t="t" r="r" b="b"/>
              <a:pathLst>
                <a:path w="980755" h="657383" extrusionOk="0">
                  <a:moveTo>
                    <a:pt x="966288" y="655629"/>
                  </a:moveTo>
                  <a:lnTo>
                    <a:pt x="14468" y="106884"/>
                  </a:lnTo>
                  <a:cubicBezTo>
                    <a:pt x="5540" y="100458"/>
                    <a:pt x="181" y="90212"/>
                    <a:pt x="0" y="79224"/>
                  </a:cubicBezTo>
                  <a:lnTo>
                    <a:pt x="0" y="12686"/>
                  </a:lnTo>
                  <a:cubicBezTo>
                    <a:pt x="0" y="2040"/>
                    <a:pt x="6472" y="-2903"/>
                    <a:pt x="14468" y="1755"/>
                  </a:cubicBezTo>
                  <a:lnTo>
                    <a:pt x="966288" y="550594"/>
                  </a:lnTo>
                  <a:cubicBezTo>
                    <a:pt x="975235" y="556954"/>
                    <a:pt x="980603" y="567191"/>
                    <a:pt x="980755" y="578160"/>
                  </a:cubicBezTo>
                  <a:lnTo>
                    <a:pt x="980755" y="644698"/>
                  </a:lnTo>
                  <a:cubicBezTo>
                    <a:pt x="980280" y="655344"/>
                    <a:pt x="973807" y="660286"/>
                    <a:pt x="966288" y="65562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2" name="Google Shape;1071;p24">
              <a:extLst>
                <a:ext uri="{FF2B5EF4-FFF2-40B4-BE49-F238E27FC236}">
                  <a16:creationId xmlns:a16="http://schemas.microsoft.com/office/drawing/2014/main" id="{9FFF494C-96D7-1E60-97A4-64C158990FA0}"/>
                </a:ext>
              </a:extLst>
            </p:cNvPr>
            <p:cNvSpPr/>
            <p:nvPr/>
          </p:nvSpPr>
          <p:spPr>
            <a:xfrm>
              <a:off x="3715090" y="2139055"/>
              <a:ext cx="732044" cy="480371"/>
            </a:xfrm>
            <a:custGeom>
              <a:avLst/>
              <a:gdLst/>
              <a:ahLst/>
              <a:cxnLst/>
              <a:rect l="l" t="t" r="r" b="b"/>
              <a:pathLst>
                <a:path w="732044" h="480371" extrusionOk="0">
                  <a:moveTo>
                    <a:pt x="717577" y="478449"/>
                  </a:moveTo>
                  <a:lnTo>
                    <a:pt x="14468" y="73425"/>
                  </a:lnTo>
                  <a:cubicBezTo>
                    <a:pt x="5521" y="67066"/>
                    <a:pt x="152" y="56829"/>
                    <a:pt x="0" y="45860"/>
                  </a:cubicBezTo>
                  <a:lnTo>
                    <a:pt x="0" y="12686"/>
                  </a:lnTo>
                  <a:cubicBezTo>
                    <a:pt x="0" y="2040"/>
                    <a:pt x="6472" y="-2903"/>
                    <a:pt x="14468" y="1755"/>
                  </a:cubicBezTo>
                  <a:lnTo>
                    <a:pt x="717577" y="407064"/>
                  </a:lnTo>
                  <a:cubicBezTo>
                    <a:pt x="726505" y="413489"/>
                    <a:pt x="731864" y="423736"/>
                    <a:pt x="732045" y="434724"/>
                  </a:cubicBezTo>
                  <a:lnTo>
                    <a:pt x="732045" y="467708"/>
                  </a:lnTo>
                  <a:cubicBezTo>
                    <a:pt x="732045" y="478449"/>
                    <a:pt x="725572" y="483392"/>
                    <a:pt x="717577" y="47844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2;p24">
              <a:extLst>
                <a:ext uri="{FF2B5EF4-FFF2-40B4-BE49-F238E27FC236}">
                  <a16:creationId xmlns:a16="http://schemas.microsoft.com/office/drawing/2014/main" id="{95FB4876-69A0-BED6-9C08-3F0F980A0E23}"/>
                </a:ext>
              </a:extLst>
            </p:cNvPr>
            <p:cNvSpPr/>
            <p:nvPr/>
          </p:nvSpPr>
          <p:spPr>
            <a:xfrm>
              <a:off x="3715090" y="2264376"/>
              <a:ext cx="732044" cy="480312"/>
            </a:xfrm>
            <a:custGeom>
              <a:avLst/>
              <a:gdLst/>
              <a:ahLst/>
              <a:cxnLst/>
              <a:rect l="l" t="t" r="r" b="b"/>
              <a:pathLst>
                <a:path w="732044" h="480312" extrusionOk="0">
                  <a:moveTo>
                    <a:pt x="717577" y="478598"/>
                  </a:moveTo>
                  <a:lnTo>
                    <a:pt x="14468" y="73195"/>
                  </a:lnTo>
                  <a:cubicBezTo>
                    <a:pt x="5521" y="66836"/>
                    <a:pt x="152" y="56599"/>
                    <a:pt x="0" y="45629"/>
                  </a:cubicBezTo>
                  <a:lnTo>
                    <a:pt x="0" y="12646"/>
                  </a:lnTo>
                  <a:cubicBezTo>
                    <a:pt x="0" y="2000"/>
                    <a:pt x="6472" y="-2848"/>
                    <a:pt x="14468" y="1715"/>
                  </a:cubicBezTo>
                  <a:lnTo>
                    <a:pt x="717577" y="407023"/>
                  </a:lnTo>
                  <a:cubicBezTo>
                    <a:pt x="726505" y="413449"/>
                    <a:pt x="731864" y="423696"/>
                    <a:pt x="732045" y="434684"/>
                  </a:cubicBezTo>
                  <a:lnTo>
                    <a:pt x="732045" y="467667"/>
                  </a:lnTo>
                  <a:cubicBezTo>
                    <a:pt x="732045" y="478313"/>
                    <a:pt x="725572" y="483161"/>
                    <a:pt x="717577" y="4785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3;p24">
              <a:extLst>
                <a:ext uri="{FF2B5EF4-FFF2-40B4-BE49-F238E27FC236}">
                  <a16:creationId xmlns:a16="http://schemas.microsoft.com/office/drawing/2014/main" id="{F326790C-A6C6-355D-904D-01CB81C9FC05}"/>
                </a:ext>
              </a:extLst>
            </p:cNvPr>
            <p:cNvSpPr/>
            <p:nvPr/>
          </p:nvSpPr>
          <p:spPr>
            <a:xfrm>
              <a:off x="3715090" y="2389467"/>
              <a:ext cx="599361" cy="403889"/>
            </a:xfrm>
            <a:custGeom>
              <a:avLst/>
              <a:gdLst/>
              <a:ahLst/>
              <a:cxnLst/>
              <a:rect l="l" t="t" r="r" b="b"/>
              <a:pathLst>
                <a:path w="599361" h="403889" extrusionOk="0">
                  <a:moveTo>
                    <a:pt x="584893" y="402175"/>
                  </a:moveTo>
                  <a:lnTo>
                    <a:pt x="14468" y="73195"/>
                  </a:lnTo>
                  <a:cubicBezTo>
                    <a:pt x="5521" y="66836"/>
                    <a:pt x="152" y="56599"/>
                    <a:pt x="0" y="45629"/>
                  </a:cubicBezTo>
                  <a:lnTo>
                    <a:pt x="0" y="12646"/>
                  </a:lnTo>
                  <a:cubicBezTo>
                    <a:pt x="0" y="2000"/>
                    <a:pt x="6472" y="-2848"/>
                    <a:pt x="14468" y="1715"/>
                  </a:cubicBezTo>
                  <a:lnTo>
                    <a:pt x="584893" y="330600"/>
                  </a:lnTo>
                  <a:cubicBezTo>
                    <a:pt x="593822" y="337026"/>
                    <a:pt x="599180" y="347272"/>
                    <a:pt x="599361" y="358261"/>
                  </a:cubicBezTo>
                  <a:lnTo>
                    <a:pt x="599361" y="391244"/>
                  </a:lnTo>
                  <a:cubicBezTo>
                    <a:pt x="599361" y="401890"/>
                    <a:pt x="592889" y="406738"/>
                    <a:pt x="584893" y="402175"/>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4;p24">
              <a:extLst>
                <a:ext uri="{FF2B5EF4-FFF2-40B4-BE49-F238E27FC236}">
                  <a16:creationId xmlns:a16="http://schemas.microsoft.com/office/drawing/2014/main" id="{08E1CB40-B6A3-6570-4D91-7D864E522188}"/>
                </a:ext>
              </a:extLst>
            </p:cNvPr>
            <p:cNvSpPr/>
            <p:nvPr/>
          </p:nvSpPr>
          <p:spPr>
            <a:xfrm>
              <a:off x="4855752" y="2612272"/>
              <a:ext cx="1403078" cy="900663"/>
            </a:xfrm>
            <a:custGeom>
              <a:avLst/>
              <a:gdLst/>
              <a:ahLst/>
              <a:cxnLst/>
              <a:rect l="l" t="t" r="r" b="b"/>
              <a:pathLst>
                <a:path w="1403078" h="900663" extrusionOk="0">
                  <a:moveTo>
                    <a:pt x="1388610" y="898735"/>
                  </a:moveTo>
                  <a:lnTo>
                    <a:pt x="14468" y="106749"/>
                  </a:lnTo>
                  <a:cubicBezTo>
                    <a:pt x="5520" y="100390"/>
                    <a:pt x="152" y="90152"/>
                    <a:pt x="0" y="79183"/>
                  </a:cubicBezTo>
                  <a:lnTo>
                    <a:pt x="0" y="12646"/>
                  </a:lnTo>
                  <a:cubicBezTo>
                    <a:pt x="0" y="2000"/>
                    <a:pt x="6472" y="-2848"/>
                    <a:pt x="14468" y="1715"/>
                  </a:cubicBezTo>
                  <a:lnTo>
                    <a:pt x="1388610" y="794177"/>
                  </a:lnTo>
                  <a:cubicBezTo>
                    <a:pt x="1397557" y="800536"/>
                    <a:pt x="1402926" y="810773"/>
                    <a:pt x="1403078" y="821742"/>
                  </a:cubicBezTo>
                  <a:lnTo>
                    <a:pt x="1403078" y="888280"/>
                  </a:lnTo>
                  <a:cubicBezTo>
                    <a:pt x="1403078" y="898735"/>
                    <a:pt x="1396606" y="903678"/>
                    <a:pt x="1388610" y="898735"/>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5;p24">
              <a:extLst>
                <a:ext uri="{FF2B5EF4-FFF2-40B4-BE49-F238E27FC236}">
                  <a16:creationId xmlns:a16="http://schemas.microsoft.com/office/drawing/2014/main" id="{2A6E9E4D-3297-99AB-6C54-40CBA0E17156}"/>
                </a:ext>
              </a:extLst>
            </p:cNvPr>
            <p:cNvSpPr/>
            <p:nvPr/>
          </p:nvSpPr>
          <p:spPr>
            <a:xfrm>
              <a:off x="4860130" y="2805136"/>
              <a:ext cx="1263255" cy="786670"/>
            </a:xfrm>
            <a:custGeom>
              <a:avLst/>
              <a:gdLst/>
              <a:ahLst/>
              <a:cxnLst/>
              <a:rect l="l" t="t" r="r" b="b"/>
              <a:pathLst>
                <a:path w="1263255" h="786670" extrusionOk="0">
                  <a:moveTo>
                    <a:pt x="1248788" y="784956"/>
                  </a:moveTo>
                  <a:lnTo>
                    <a:pt x="14468" y="73195"/>
                  </a:lnTo>
                  <a:cubicBezTo>
                    <a:pt x="5521" y="66836"/>
                    <a:pt x="152" y="56599"/>
                    <a:pt x="0" y="45629"/>
                  </a:cubicBezTo>
                  <a:lnTo>
                    <a:pt x="0" y="12646"/>
                  </a:lnTo>
                  <a:cubicBezTo>
                    <a:pt x="0" y="2000"/>
                    <a:pt x="6472" y="-2848"/>
                    <a:pt x="14468" y="1715"/>
                  </a:cubicBezTo>
                  <a:lnTo>
                    <a:pt x="1248788" y="713381"/>
                  </a:lnTo>
                  <a:cubicBezTo>
                    <a:pt x="1257716" y="719807"/>
                    <a:pt x="1263075" y="730053"/>
                    <a:pt x="1263256" y="741042"/>
                  </a:cubicBezTo>
                  <a:lnTo>
                    <a:pt x="1263256" y="774025"/>
                  </a:lnTo>
                  <a:cubicBezTo>
                    <a:pt x="1263256" y="784671"/>
                    <a:pt x="1256783" y="78951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7" name="Google Shape;1076;p24">
              <a:extLst>
                <a:ext uri="{FF2B5EF4-FFF2-40B4-BE49-F238E27FC236}">
                  <a16:creationId xmlns:a16="http://schemas.microsoft.com/office/drawing/2014/main" id="{CA911DC5-CCD4-F596-6F0D-289EC4B9383A}"/>
                </a:ext>
              </a:extLst>
            </p:cNvPr>
            <p:cNvSpPr/>
            <p:nvPr/>
          </p:nvSpPr>
          <p:spPr>
            <a:xfrm>
              <a:off x="4860130" y="2930227"/>
              <a:ext cx="1263255" cy="786839"/>
            </a:xfrm>
            <a:custGeom>
              <a:avLst/>
              <a:gdLst/>
              <a:ahLst/>
              <a:cxnLst/>
              <a:rect l="l" t="t" r="r" b="b"/>
              <a:pathLst>
                <a:path w="1263255" h="786839" extrusionOk="0">
                  <a:moveTo>
                    <a:pt x="1248788" y="784956"/>
                  </a:moveTo>
                  <a:lnTo>
                    <a:pt x="14468" y="73290"/>
                  </a:lnTo>
                  <a:cubicBezTo>
                    <a:pt x="5540" y="66864"/>
                    <a:pt x="181" y="56617"/>
                    <a:pt x="0" y="45629"/>
                  </a:cubicBezTo>
                  <a:lnTo>
                    <a:pt x="0" y="12646"/>
                  </a:lnTo>
                  <a:cubicBezTo>
                    <a:pt x="0" y="2000"/>
                    <a:pt x="6472" y="-2848"/>
                    <a:pt x="14468" y="1714"/>
                  </a:cubicBezTo>
                  <a:lnTo>
                    <a:pt x="1248788" y="713856"/>
                  </a:lnTo>
                  <a:cubicBezTo>
                    <a:pt x="1257735" y="720215"/>
                    <a:pt x="1263104" y="730453"/>
                    <a:pt x="1263256" y="741422"/>
                  </a:cubicBezTo>
                  <a:lnTo>
                    <a:pt x="1263256" y="774405"/>
                  </a:lnTo>
                  <a:cubicBezTo>
                    <a:pt x="1263256" y="784671"/>
                    <a:pt x="1256783" y="78989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8" name="Google Shape;1077;p24">
              <a:extLst>
                <a:ext uri="{FF2B5EF4-FFF2-40B4-BE49-F238E27FC236}">
                  <a16:creationId xmlns:a16="http://schemas.microsoft.com/office/drawing/2014/main" id="{13825D92-A792-8CA5-A59B-589DC3B3911A}"/>
                </a:ext>
              </a:extLst>
            </p:cNvPr>
            <p:cNvSpPr/>
            <p:nvPr/>
          </p:nvSpPr>
          <p:spPr>
            <a:xfrm>
              <a:off x="4860130" y="3055222"/>
              <a:ext cx="1034438" cy="654829"/>
            </a:xfrm>
            <a:custGeom>
              <a:avLst/>
              <a:gdLst/>
              <a:ahLst/>
              <a:cxnLst/>
              <a:rect l="l" t="t" r="r" b="b"/>
              <a:pathLst>
                <a:path w="1034438" h="654829" extrusionOk="0">
                  <a:moveTo>
                    <a:pt x="1019971" y="653117"/>
                  </a:moveTo>
                  <a:lnTo>
                    <a:pt x="14468" y="73290"/>
                  </a:lnTo>
                  <a:cubicBezTo>
                    <a:pt x="5540" y="66864"/>
                    <a:pt x="181" y="56618"/>
                    <a:pt x="0" y="45629"/>
                  </a:cubicBezTo>
                  <a:lnTo>
                    <a:pt x="0" y="12646"/>
                  </a:lnTo>
                  <a:cubicBezTo>
                    <a:pt x="0" y="2000"/>
                    <a:pt x="6472" y="-2848"/>
                    <a:pt x="14468" y="1715"/>
                  </a:cubicBezTo>
                  <a:lnTo>
                    <a:pt x="1019971" y="581542"/>
                  </a:lnTo>
                  <a:cubicBezTo>
                    <a:pt x="1028880" y="587929"/>
                    <a:pt x="1034248" y="598157"/>
                    <a:pt x="1034438" y="609107"/>
                  </a:cubicBezTo>
                  <a:lnTo>
                    <a:pt x="1034438" y="642091"/>
                  </a:lnTo>
                  <a:cubicBezTo>
                    <a:pt x="1034438" y="652832"/>
                    <a:pt x="1027871" y="657679"/>
                    <a:pt x="1019971" y="65311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8;p24">
              <a:extLst>
                <a:ext uri="{FF2B5EF4-FFF2-40B4-BE49-F238E27FC236}">
                  <a16:creationId xmlns:a16="http://schemas.microsoft.com/office/drawing/2014/main" id="{4A633399-1819-A6A2-22FB-676E361D8930}"/>
                </a:ext>
              </a:extLst>
            </p:cNvPr>
            <p:cNvSpPr/>
            <p:nvPr/>
          </p:nvSpPr>
          <p:spPr>
            <a:xfrm>
              <a:off x="4063456" y="1695343"/>
              <a:ext cx="283556" cy="477207"/>
            </a:xfrm>
            <a:custGeom>
              <a:avLst/>
              <a:gdLst/>
              <a:ahLst/>
              <a:cxnLst/>
              <a:rect l="l" t="t" r="r" b="b"/>
              <a:pathLst>
                <a:path w="283556" h="477207" extrusionOk="0">
                  <a:moveTo>
                    <a:pt x="269365" y="475409"/>
                  </a:moveTo>
                  <a:lnTo>
                    <a:pt x="14468" y="328646"/>
                  </a:lnTo>
                  <a:cubicBezTo>
                    <a:pt x="5521" y="322287"/>
                    <a:pt x="152" y="312050"/>
                    <a:pt x="0" y="301080"/>
                  </a:cubicBezTo>
                  <a:lnTo>
                    <a:pt x="0" y="12593"/>
                  </a:lnTo>
                  <a:cubicBezTo>
                    <a:pt x="0" y="2042"/>
                    <a:pt x="6472" y="-2901"/>
                    <a:pt x="14468" y="1757"/>
                  </a:cubicBezTo>
                  <a:lnTo>
                    <a:pt x="269080" y="148519"/>
                  </a:lnTo>
                  <a:cubicBezTo>
                    <a:pt x="278027" y="154878"/>
                    <a:pt x="283395" y="165116"/>
                    <a:pt x="283547" y="176085"/>
                  </a:cubicBezTo>
                  <a:lnTo>
                    <a:pt x="283547" y="464573"/>
                  </a:lnTo>
                  <a:cubicBezTo>
                    <a:pt x="283833" y="475409"/>
                    <a:pt x="277360" y="480066"/>
                    <a:pt x="269365"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79;p24">
              <a:extLst>
                <a:ext uri="{FF2B5EF4-FFF2-40B4-BE49-F238E27FC236}">
                  <a16:creationId xmlns:a16="http://schemas.microsoft.com/office/drawing/2014/main" id="{B7A2B5C7-7630-52E3-0135-D82D083521B8}"/>
                </a:ext>
              </a:extLst>
            </p:cNvPr>
            <p:cNvSpPr/>
            <p:nvPr/>
          </p:nvSpPr>
          <p:spPr>
            <a:xfrm>
              <a:off x="4408015" y="1893817"/>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518"/>
                  </a:lnTo>
                  <a:cubicBezTo>
                    <a:pt x="278484" y="154943"/>
                    <a:pt x="283842" y="165190"/>
                    <a:pt x="284023" y="176178"/>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80;p24">
              <a:extLst>
                <a:ext uri="{FF2B5EF4-FFF2-40B4-BE49-F238E27FC236}">
                  <a16:creationId xmlns:a16="http://schemas.microsoft.com/office/drawing/2014/main" id="{5CBFC61A-F632-75E1-35BB-A630C5A67F83}"/>
                </a:ext>
              </a:extLst>
            </p:cNvPr>
            <p:cNvSpPr/>
            <p:nvPr/>
          </p:nvSpPr>
          <p:spPr>
            <a:xfrm>
              <a:off x="4855752" y="1988490"/>
              <a:ext cx="1403078" cy="1286379"/>
            </a:xfrm>
            <a:custGeom>
              <a:avLst/>
              <a:gdLst/>
              <a:ahLst/>
              <a:cxnLst/>
              <a:rect l="l" t="t" r="r" b="b"/>
              <a:pathLst>
                <a:path w="1403078" h="1286379" extrusionOk="0">
                  <a:moveTo>
                    <a:pt x="1388610" y="1284884"/>
                  </a:moveTo>
                  <a:lnTo>
                    <a:pt x="14468" y="492137"/>
                  </a:lnTo>
                  <a:cubicBezTo>
                    <a:pt x="5520" y="485777"/>
                    <a:pt x="152" y="475540"/>
                    <a:pt x="0" y="464571"/>
                  </a:cubicBezTo>
                  <a:lnTo>
                    <a:pt x="0" y="12686"/>
                  </a:lnTo>
                  <a:cubicBezTo>
                    <a:pt x="0" y="2040"/>
                    <a:pt x="6472" y="-2903"/>
                    <a:pt x="14468" y="1755"/>
                  </a:cubicBezTo>
                  <a:lnTo>
                    <a:pt x="1388610" y="794027"/>
                  </a:lnTo>
                  <a:cubicBezTo>
                    <a:pt x="1397539" y="800452"/>
                    <a:pt x="1402897" y="810699"/>
                    <a:pt x="1403078" y="821687"/>
                  </a:cubicBezTo>
                  <a:lnTo>
                    <a:pt x="1403078" y="1273572"/>
                  </a:lnTo>
                  <a:cubicBezTo>
                    <a:pt x="1403078" y="1284218"/>
                    <a:pt x="1396606" y="1289066"/>
                    <a:pt x="1388610" y="12848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1;p24">
              <a:extLst>
                <a:ext uri="{FF2B5EF4-FFF2-40B4-BE49-F238E27FC236}">
                  <a16:creationId xmlns:a16="http://schemas.microsoft.com/office/drawing/2014/main" id="{050D6EFE-E8CF-8C92-1C19-8DF5342FAEE1}"/>
                </a:ext>
              </a:extLst>
            </p:cNvPr>
            <p:cNvSpPr/>
            <p:nvPr/>
          </p:nvSpPr>
          <p:spPr>
            <a:xfrm>
              <a:off x="4846614" y="1414848"/>
              <a:ext cx="423274" cy="545612"/>
            </a:xfrm>
            <a:custGeom>
              <a:avLst/>
              <a:gdLst/>
              <a:ahLst/>
              <a:cxnLst/>
              <a:rect l="l" t="t" r="r" b="b"/>
              <a:pathLst>
                <a:path w="423274" h="545612" extrusionOk="0">
                  <a:moveTo>
                    <a:pt x="211685" y="516844"/>
                  </a:moveTo>
                  <a:cubicBezTo>
                    <a:pt x="94991" y="449546"/>
                    <a:pt x="0" y="285389"/>
                    <a:pt x="0" y="150793"/>
                  </a:cubicBezTo>
                  <a:cubicBezTo>
                    <a:pt x="0" y="16197"/>
                    <a:pt x="95182" y="-38459"/>
                    <a:pt x="211685" y="28744"/>
                  </a:cubicBezTo>
                  <a:cubicBezTo>
                    <a:pt x="328187" y="95947"/>
                    <a:pt x="423274" y="260295"/>
                    <a:pt x="423274" y="394795"/>
                  </a:cubicBezTo>
                  <a:cubicBezTo>
                    <a:pt x="423274" y="529296"/>
                    <a:pt x="328283" y="584142"/>
                    <a:pt x="211685" y="516844"/>
                  </a:cubicBezTo>
                  <a:close/>
                  <a:moveTo>
                    <a:pt x="211685" y="99274"/>
                  </a:moveTo>
                  <a:cubicBezTo>
                    <a:pt x="128686" y="51747"/>
                    <a:pt x="61202" y="90434"/>
                    <a:pt x="61202" y="186058"/>
                  </a:cubicBezTo>
                  <a:cubicBezTo>
                    <a:pt x="61202" y="281682"/>
                    <a:pt x="128686" y="398502"/>
                    <a:pt x="211685" y="446314"/>
                  </a:cubicBezTo>
                  <a:cubicBezTo>
                    <a:pt x="294683" y="494126"/>
                    <a:pt x="362167" y="455249"/>
                    <a:pt x="362167" y="359531"/>
                  </a:cubicBezTo>
                  <a:cubicBezTo>
                    <a:pt x="362167" y="263811"/>
                    <a:pt x="294493" y="147561"/>
                    <a:pt x="211685" y="9927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2;p24">
              <a:extLst>
                <a:ext uri="{FF2B5EF4-FFF2-40B4-BE49-F238E27FC236}">
                  <a16:creationId xmlns:a16="http://schemas.microsoft.com/office/drawing/2014/main" id="{AEC5C5FC-0D97-8C06-B684-EF33D2C36542}"/>
                </a:ext>
              </a:extLst>
            </p:cNvPr>
            <p:cNvSpPr/>
            <p:nvPr/>
          </p:nvSpPr>
          <p:spPr>
            <a:xfrm>
              <a:off x="4846614" y="1414848"/>
              <a:ext cx="423274" cy="545629"/>
            </a:xfrm>
            <a:custGeom>
              <a:avLst/>
              <a:gdLst/>
              <a:ahLst/>
              <a:cxnLst/>
              <a:rect l="l" t="t" r="r" b="b"/>
              <a:pathLst>
                <a:path w="423274" h="545629" extrusionOk="0">
                  <a:moveTo>
                    <a:pt x="211685" y="516844"/>
                  </a:moveTo>
                  <a:cubicBezTo>
                    <a:pt x="94991" y="449546"/>
                    <a:pt x="0" y="285389"/>
                    <a:pt x="0" y="150793"/>
                  </a:cubicBezTo>
                  <a:cubicBezTo>
                    <a:pt x="0" y="16197"/>
                    <a:pt x="95182" y="-38459"/>
                    <a:pt x="211685" y="28744"/>
                  </a:cubicBezTo>
                  <a:lnTo>
                    <a:pt x="211685" y="99274"/>
                  </a:lnTo>
                  <a:cubicBezTo>
                    <a:pt x="128686" y="51747"/>
                    <a:pt x="61202" y="90434"/>
                    <a:pt x="61202" y="186058"/>
                  </a:cubicBezTo>
                  <a:cubicBezTo>
                    <a:pt x="61202" y="281682"/>
                    <a:pt x="128686" y="398502"/>
                    <a:pt x="211685" y="446314"/>
                  </a:cubicBezTo>
                  <a:cubicBezTo>
                    <a:pt x="294683" y="494126"/>
                    <a:pt x="362167" y="455249"/>
                    <a:pt x="362167" y="359531"/>
                  </a:cubicBezTo>
                  <a:lnTo>
                    <a:pt x="423274" y="394795"/>
                  </a:lnTo>
                  <a:cubicBezTo>
                    <a:pt x="423179" y="529391"/>
                    <a:pt x="328283" y="584142"/>
                    <a:pt x="211685" y="516844"/>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3;p24">
              <a:extLst>
                <a:ext uri="{FF2B5EF4-FFF2-40B4-BE49-F238E27FC236}">
                  <a16:creationId xmlns:a16="http://schemas.microsoft.com/office/drawing/2014/main" id="{2667B2F0-70DD-741B-09F5-35977ED3CF65}"/>
                </a:ext>
              </a:extLst>
            </p:cNvPr>
            <p:cNvSpPr/>
            <p:nvPr/>
          </p:nvSpPr>
          <p:spPr>
            <a:xfrm>
              <a:off x="5340323" y="1699604"/>
              <a:ext cx="423179" cy="545654"/>
            </a:xfrm>
            <a:custGeom>
              <a:avLst/>
              <a:gdLst/>
              <a:ahLst/>
              <a:cxnLst/>
              <a:rect l="l" t="t" r="r" b="b"/>
              <a:pathLst>
                <a:path w="423179" h="545654" extrusionOk="0">
                  <a:moveTo>
                    <a:pt x="211589" y="516869"/>
                  </a:moveTo>
                  <a:cubicBezTo>
                    <a:pt x="94896" y="449571"/>
                    <a:pt x="0" y="285318"/>
                    <a:pt x="0" y="150817"/>
                  </a:cubicBezTo>
                  <a:cubicBezTo>
                    <a:pt x="0" y="16316"/>
                    <a:pt x="95182" y="-38529"/>
                    <a:pt x="211589" y="28769"/>
                  </a:cubicBezTo>
                  <a:cubicBezTo>
                    <a:pt x="327997" y="96066"/>
                    <a:pt x="423179" y="260224"/>
                    <a:pt x="423179" y="394820"/>
                  </a:cubicBezTo>
                  <a:cubicBezTo>
                    <a:pt x="423179" y="529416"/>
                    <a:pt x="328283" y="584167"/>
                    <a:pt x="211589" y="516869"/>
                  </a:cubicBezTo>
                  <a:close/>
                  <a:moveTo>
                    <a:pt x="211589" y="99298"/>
                  </a:moveTo>
                  <a:cubicBezTo>
                    <a:pt x="128591" y="51772"/>
                    <a:pt x="61107" y="90363"/>
                    <a:pt x="61107" y="186082"/>
                  </a:cubicBezTo>
                  <a:cubicBezTo>
                    <a:pt x="61107" y="281801"/>
                    <a:pt x="128591" y="398432"/>
                    <a:pt x="211589" y="446339"/>
                  </a:cubicBezTo>
                  <a:cubicBezTo>
                    <a:pt x="294588" y="494246"/>
                    <a:pt x="362072" y="455274"/>
                    <a:pt x="362072" y="359555"/>
                  </a:cubicBezTo>
                  <a:cubicBezTo>
                    <a:pt x="362072" y="263836"/>
                    <a:pt x="294588" y="147110"/>
                    <a:pt x="211589"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4;p24">
              <a:extLst>
                <a:ext uri="{FF2B5EF4-FFF2-40B4-BE49-F238E27FC236}">
                  <a16:creationId xmlns:a16="http://schemas.microsoft.com/office/drawing/2014/main" id="{1D43D7A6-1EB9-F1F1-E7A7-7F8901E90837}"/>
                </a:ext>
              </a:extLst>
            </p:cNvPr>
            <p:cNvSpPr/>
            <p:nvPr/>
          </p:nvSpPr>
          <p:spPr>
            <a:xfrm>
              <a:off x="5340323" y="1699604"/>
              <a:ext cx="332185" cy="545952"/>
            </a:xfrm>
            <a:custGeom>
              <a:avLst/>
              <a:gdLst/>
              <a:ahLst/>
              <a:cxnLst/>
              <a:rect l="l" t="t" r="r" b="b"/>
              <a:pathLst>
                <a:path w="332185" h="545952" extrusionOk="0">
                  <a:moveTo>
                    <a:pt x="211589" y="516869"/>
                  </a:moveTo>
                  <a:cubicBezTo>
                    <a:pt x="94896" y="449571"/>
                    <a:pt x="0" y="285318"/>
                    <a:pt x="0" y="150817"/>
                  </a:cubicBezTo>
                  <a:cubicBezTo>
                    <a:pt x="0" y="16316"/>
                    <a:pt x="95182" y="-38529"/>
                    <a:pt x="211589" y="28769"/>
                  </a:cubicBezTo>
                  <a:lnTo>
                    <a:pt x="211589" y="99298"/>
                  </a:lnTo>
                  <a:cubicBezTo>
                    <a:pt x="128591" y="51772"/>
                    <a:pt x="61107" y="90363"/>
                    <a:pt x="61107" y="186082"/>
                  </a:cubicBezTo>
                  <a:cubicBezTo>
                    <a:pt x="61107" y="281801"/>
                    <a:pt x="128591" y="398432"/>
                    <a:pt x="211589" y="446339"/>
                  </a:cubicBezTo>
                  <a:cubicBezTo>
                    <a:pt x="242429" y="464114"/>
                    <a:pt x="272030" y="470483"/>
                    <a:pt x="297253" y="465350"/>
                  </a:cubicBezTo>
                  <a:lnTo>
                    <a:pt x="332185" y="543389"/>
                  </a:lnTo>
                  <a:cubicBezTo>
                    <a:pt x="296682" y="550898"/>
                    <a:pt x="254993" y="541868"/>
                    <a:pt x="211589" y="5168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6" name="Google Shape;1085;p24">
              <a:extLst>
                <a:ext uri="{FF2B5EF4-FFF2-40B4-BE49-F238E27FC236}">
                  <a16:creationId xmlns:a16="http://schemas.microsoft.com/office/drawing/2014/main" id="{C7FD7B4D-2171-DDFF-146F-E4CAE3A3F34F}"/>
                </a:ext>
              </a:extLst>
            </p:cNvPr>
            <p:cNvSpPr/>
            <p:nvPr/>
          </p:nvSpPr>
          <p:spPr>
            <a:xfrm>
              <a:off x="5834032" y="1984194"/>
              <a:ext cx="423559" cy="545654"/>
            </a:xfrm>
            <a:custGeom>
              <a:avLst/>
              <a:gdLst/>
              <a:ahLst/>
              <a:cxnLst/>
              <a:rect l="l" t="t" r="r" b="b"/>
              <a:pathLst>
                <a:path w="423559" h="545654" extrusionOk="0">
                  <a:moveTo>
                    <a:pt x="211590" y="516869"/>
                  </a:moveTo>
                  <a:cubicBezTo>
                    <a:pt x="94896" y="449571"/>
                    <a:pt x="0" y="285318"/>
                    <a:pt x="0" y="150817"/>
                  </a:cubicBezTo>
                  <a:cubicBezTo>
                    <a:pt x="0" y="16317"/>
                    <a:pt x="95182" y="-38529"/>
                    <a:pt x="211590" y="28769"/>
                  </a:cubicBezTo>
                  <a:cubicBezTo>
                    <a:pt x="327997" y="96066"/>
                    <a:pt x="423560" y="260224"/>
                    <a:pt x="423560" y="394820"/>
                  </a:cubicBezTo>
                  <a:cubicBezTo>
                    <a:pt x="423560" y="529416"/>
                    <a:pt x="328378" y="584167"/>
                    <a:pt x="211590" y="516869"/>
                  </a:cubicBezTo>
                  <a:close/>
                  <a:moveTo>
                    <a:pt x="211590" y="99298"/>
                  </a:moveTo>
                  <a:cubicBezTo>
                    <a:pt x="128686" y="51772"/>
                    <a:pt x="61107" y="90363"/>
                    <a:pt x="61107" y="186082"/>
                  </a:cubicBezTo>
                  <a:cubicBezTo>
                    <a:pt x="61107" y="281801"/>
                    <a:pt x="128686" y="398432"/>
                    <a:pt x="211590" y="446339"/>
                  </a:cubicBezTo>
                  <a:cubicBezTo>
                    <a:pt x="294493" y="494246"/>
                    <a:pt x="362072" y="455274"/>
                    <a:pt x="362072" y="359555"/>
                  </a:cubicBezTo>
                  <a:cubicBezTo>
                    <a:pt x="362072" y="263836"/>
                    <a:pt x="294588" y="147110"/>
                    <a:pt x="211590"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7" name="Google Shape;1086;p24">
              <a:extLst>
                <a:ext uri="{FF2B5EF4-FFF2-40B4-BE49-F238E27FC236}">
                  <a16:creationId xmlns:a16="http://schemas.microsoft.com/office/drawing/2014/main" id="{762F5E58-ABC1-906E-1523-035F3534705A}"/>
                </a:ext>
              </a:extLst>
            </p:cNvPr>
            <p:cNvSpPr/>
            <p:nvPr/>
          </p:nvSpPr>
          <p:spPr>
            <a:xfrm>
              <a:off x="5834032" y="1984177"/>
              <a:ext cx="211589" cy="286951"/>
            </a:xfrm>
            <a:custGeom>
              <a:avLst/>
              <a:gdLst/>
              <a:ahLst/>
              <a:cxnLst/>
              <a:rect l="l" t="t" r="r" b="b"/>
              <a:pathLst>
                <a:path w="211589" h="286951" extrusionOk="0">
                  <a:moveTo>
                    <a:pt x="27412" y="286951"/>
                  </a:moveTo>
                  <a:cubicBezTo>
                    <a:pt x="10194" y="243588"/>
                    <a:pt x="904" y="197477"/>
                    <a:pt x="0" y="150835"/>
                  </a:cubicBezTo>
                  <a:cubicBezTo>
                    <a:pt x="0" y="16239"/>
                    <a:pt x="95182" y="-38512"/>
                    <a:pt x="211590" y="28786"/>
                  </a:cubicBezTo>
                  <a:lnTo>
                    <a:pt x="211590" y="99315"/>
                  </a:lnTo>
                  <a:cubicBezTo>
                    <a:pt x="128686" y="51789"/>
                    <a:pt x="61107" y="90380"/>
                    <a:pt x="61107" y="186099"/>
                  </a:cubicBezTo>
                  <a:cubicBezTo>
                    <a:pt x="61830" y="219254"/>
                    <a:pt x="68540" y="252000"/>
                    <a:pt x="80905" y="2827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7;p24">
              <a:extLst>
                <a:ext uri="{FF2B5EF4-FFF2-40B4-BE49-F238E27FC236}">
                  <a16:creationId xmlns:a16="http://schemas.microsoft.com/office/drawing/2014/main" id="{36AD68BF-7DCB-6438-4990-06030EC28F49}"/>
                </a:ext>
              </a:extLst>
            </p:cNvPr>
            <p:cNvSpPr/>
            <p:nvPr/>
          </p:nvSpPr>
          <p:spPr>
            <a:xfrm>
              <a:off x="5029839" y="4705642"/>
              <a:ext cx="429841" cy="247899"/>
            </a:xfrm>
            <a:custGeom>
              <a:avLst/>
              <a:gdLst/>
              <a:ahLst/>
              <a:cxnLst/>
              <a:rect l="l" t="t" r="r" b="b"/>
              <a:pathLst>
                <a:path w="429841" h="247899" extrusionOk="0">
                  <a:moveTo>
                    <a:pt x="429842" y="123950"/>
                  </a:moveTo>
                  <a:cubicBezTo>
                    <a:pt x="429842" y="192405"/>
                    <a:pt x="333619" y="247900"/>
                    <a:pt x="214921" y="247900"/>
                  </a:cubicBezTo>
                  <a:cubicBezTo>
                    <a:pt x="96224" y="247900"/>
                    <a:pt x="0" y="192406"/>
                    <a:pt x="0" y="123950"/>
                  </a:cubicBezTo>
                  <a:cubicBezTo>
                    <a:pt x="0" y="55494"/>
                    <a:pt x="96224"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8;p24">
              <a:extLst>
                <a:ext uri="{FF2B5EF4-FFF2-40B4-BE49-F238E27FC236}">
                  <a16:creationId xmlns:a16="http://schemas.microsoft.com/office/drawing/2014/main" id="{4E4224D1-9E22-0615-BE2E-951F5C0BB3F3}"/>
                </a:ext>
              </a:extLst>
            </p:cNvPr>
            <p:cNvSpPr/>
            <p:nvPr/>
          </p:nvSpPr>
          <p:spPr>
            <a:xfrm>
              <a:off x="2757750" y="4754499"/>
              <a:ext cx="429841" cy="247899"/>
            </a:xfrm>
            <a:custGeom>
              <a:avLst/>
              <a:gdLst/>
              <a:ahLst/>
              <a:cxnLst/>
              <a:rect l="l" t="t" r="r" b="b"/>
              <a:pathLst>
                <a:path w="429841" h="247899" extrusionOk="0">
                  <a:moveTo>
                    <a:pt x="429842" y="123950"/>
                  </a:moveTo>
                  <a:cubicBezTo>
                    <a:pt x="429842" y="192405"/>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89;p24">
              <a:extLst>
                <a:ext uri="{FF2B5EF4-FFF2-40B4-BE49-F238E27FC236}">
                  <a16:creationId xmlns:a16="http://schemas.microsoft.com/office/drawing/2014/main" id="{2E3903E8-0399-AB93-C8DD-0BE63E895CFF}"/>
                </a:ext>
              </a:extLst>
            </p:cNvPr>
            <p:cNvSpPr/>
            <p:nvPr/>
          </p:nvSpPr>
          <p:spPr>
            <a:xfrm>
              <a:off x="2012475" y="3630110"/>
              <a:ext cx="429841" cy="247899"/>
            </a:xfrm>
            <a:custGeom>
              <a:avLst/>
              <a:gdLst/>
              <a:ahLst/>
              <a:cxnLst/>
              <a:rect l="l" t="t" r="r" b="b"/>
              <a:pathLst>
                <a:path w="429841" h="247899" extrusionOk="0">
                  <a:moveTo>
                    <a:pt x="429842" y="123950"/>
                  </a:moveTo>
                  <a:cubicBezTo>
                    <a:pt x="429842" y="192406"/>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90;p24">
              <a:extLst>
                <a:ext uri="{FF2B5EF4-FFF2-40B4-BE49-F238E27FC236}">
                  <a16:creationId xmlns:a16="http://schemas.microsoft.com/office/drawing/2014/main" id="{D9BAEDF4-DCDA-FE15-CDA2-C5FED68BB212}"/>
                </a:ext>
              </a:extLst>
            </p:cNvPr>
            <p:cNvSpPr/>
            <p:nvPr/>
          </p:nvSpPr>
          <p:spPr>
            <a:xfrm>
              <a:off x="5244274" y="4799933"/>
              <a:ext cx="116580" cy="90224"/>
            </a:xfrm>
            <a:custGeom>
              <a:avLst/>
              <a:gdLst/>
              <a:ahLst/>
              <a:cxnLst/>
              <a:rect l="l" t="t" r="r" b="b"/>
              <a:pathLst>
                <a:path w="116580" h="90224" extrusionOk="0">
                  <a:moveTo>
                    <a:pt x="107376" y="2"/>
                  </a:moveTo>
                  <a:cubicBezTo>
                    <a:pt x="93384" y="11314"/>
                    <a:pt x="72729" y="953"/>
                    <a:pt x="71682" y="1998"/>
                  </a:cubicBezTo>
                  <a:cubicBezTo>
                    <a:pt x="55302" y="17235"/>
                    <a:pt x="38074" y="31550"/>
                    <a:pt x="20094" y="44868"/>
                  </a:cubicBezTo>
                  <a:cubicBezTo>
                    <a:pt x="11432" y="51711"/>
                    <a:pt x="-2179" y="60932"/>
                    <a:pt x="296" y="74049"/>
                  </a:cubicBezTo>
                  <a:cubicBezTo>
                    <a:pt x="4674" y="97622"/>
                    <a:pt x="42366" y="90398"/>
                    <a:pt x="56644" y="83554"/>
                  </a:cubicBezTo>
                  <a:cubicBezTo>
                    <a:pt x="70921" y="76711"/>
                    <a:pt x="82438" y="64544"/>
                    <a:pt x="95954" y="56084"/>
                  </a:cubicBezTo>
                  <a:cubicBezTo>
                    <a:pt x="105472" y="50095"/>
                    <a:pt x="114990" y="47054"/>
                    <a:pt x="116513" y="34887"/>
                  </a:cubicBezTo>
                  <a:cubicBezTo>
                    <a:pt x="117370" y="27187"/>
                    <a:pt x="109850" y="-283"/>
                    <a:pt x="107376" y="2"/>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1;p24">
              <a:extLst>
                <a:ext uri="{FF2B5EF4-FFF2-40B4-BE49-F238E27FC236}">
                  <a16:creationId xmlns:a16="http://schemas.microsoft.com/office/drawing/2014/main" id="{734BCDC8-BB23-6514-F6D0-043747D093A3}"/>
                </a:ext>
              </a:extLst>
            </p:cNvPr>
            <p:cNvSpPr/>
            <p:nvPr/>
          </p:nvSpPr>
          <p:spPr>
            <a:xfrm>
              <a:off x="5244760" y="4829592"/>
              <a:ext cx="116051" cy="60483"/>
            </a:xfrm>
            <a:custGeom>
              <a:avLst/>
              <a:gdLst/>
              <a:ahLst/>
              <a:cxnLst/>
              <a:rect l="l" t="t" r="r" b="b"/>
              <a:pathLst>
                <a:path w="116051" h="60483" extrusionOk="0">
                  <a:moveTo>
                    <a:pt x="115837" y="0"/>
                  </a:moveTo>
                  <a:cubicBezTo>
                    <a:pt x="113933" y="11597"/>
                    <a:pt x="104605" y="14828"/>
                    <a:pt x="95087" y="20722"/>
                  </a:cubicBezTo>
                  <a:cubicBezTo>
                    <a:pt x="81381" y="29182"/>
                    <a:pt x="69388" y="41443"/>
                    <a:pt x="55110" y="48572"/>
                  </a:cubicBezTo>
                  <a:cubicBezTo>
                    <a:pt x="40833" y="55701"/>
                    <a:pt x="9233" y="61880"/>
                    <a:pt x="0" y="45055"/>
                  </a:cubicBezTo>
                  <a:cubicBezTo>
                    <a:pt x="5045" y="67773"/>
                    <a:pt x="42071" y="60644"/>
                    <a:pt x="56157" y="53515"/>
                  </a:cubicBezTo>
                  <a:cubicBezTo>
                    <a:pt x="70244" y="46386"/>
                    <a:pt x="81952" y="34505"/>
                    <a:pt x="95468" y="26045"/>
                  </a:cubicBezTo>
                  <a:cubicBezTo>
                    <a:pt x="104986" y="20056"/>
                    <a:pt x="114504" y="17015"/>
                    <a:pt x="116027" y="4848"/>
                  </a:cubicBezTo>
                  <a:cubicBezTo>
                    <a:pt x="116093" y="3232"/>
                    <a:pt x="116027" y="1606"/>
                    <a:pt x="11583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3" name="Google Shape;1092;p24">
              <a:extLst>
                <a:ext uri="{FF2B5EF4-FFF2-40B4-BE49-F238E27FC236}">
                  <a16:creationId xmlns:a16="http://schemas.microsoft.com/office/drawing/2014/main" id="{805BDE9C-5233-C5EF-5136-CF78F01632E1}"/>
                </a:ext>
              </a:extLst>
            </p:cNvPr>
            <p:cNvSpPr/>
            <p:nvPr/>
          </p:nvSpPr>
          <p:spPr>
            <a:xfrm>
              <a:off x="5124630" y="4754816"/>
              <a:ext cx="116569" cy="86887"/>
            </a:xfrm>
            <a:custGeom>
              <a:avLst/>
              <a:gdLst/>
              <a:ahLst/>
              <a:cxnLst/>
              <a:rect l="l" t="t" r="r" b="b"/>
              <a:pathLst>
                <a:path w="116569" h="86887" extrusionOk="0">
                  <a:moveTo>
                    <a:pt x="105663" y="63"/>
                  </a:moveTo>
                  <a:cubicBezTo>
                    <a:pt x="91671" y="11470"/>
                    <a:pt x="67590" y="-982"/>
                    <a:pt x="66162" y="63"/>
                  </a:cubicBezTo>
                  <a:cubicBezTo>
                    <a:pt x="51656" y="14825"/>
                    <a:pt x="36275" y="28693"/>
                    <a:pt x="20094" y="41602"/>
                  </a:cubicBezTo>
                  <a:cubicBezTo>
                    <a:pt x="11432" y="48446"/>
                    <a:pt x="-2179" y="57666"/>
                    <a:pt x="296" y="70783"/>
                  </a:cubicBezTo>
                  <a:cubicBezTo>
                    <a:pt x="4674" y="94261"/>
                    <a:pt x="42367" y="87037"/>
                    <a:pt x="56644" y="80288"/>
                  </a:cubicBezTo>
                  <a:cubicBezTo>
                    <a:pt x="70921" y="73540"/>
                    <a:pt x="82438" y="61278"/>
                    <a:pt x="95954" y="52818"/>
                  </a:cubicBezTo>
                  <a:cubicBezTo>
                    <a:pt x="105472" y="46830"/>
                    <a:pt x="114990" y="43313"/>
                    <a:pt x="116513" y="31621"/>
                  </a:cubicBezTo>
                  <a:cubicBezTo>
                    <a:pt x="117370" y="23922"/>
                    <a:pt x="108137" y="-222"/>
                    <a:pt x="105663" y="6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4" name="Google Shape;1093;p24">
              <a:extLst>
                <a:ext uri="{FF2B5EF4-FFF2-40B4-BE49-F238E27FC236}">
                  <a16:creationId xmlns:a16="http://schemas.microsoft.com/office/drawing/2014/main" id="{C6F865F1-867E-2EDD-64E8-94F0D01EA6A3}"/>
                </a:ext>
              </a:extLst>
            </p:cNvPr>
            <p:cNvSpPr/>
            <p:nvPr/>
          </p:nvSpPr>
          <p:spPr>
            <a:xfrm>
              <a:off x="5124926" y="4782825"/>
              <a:ext cx="116097" cy="60673"/>
            </a:xfrm>
            <a:custGeom>
              <a:avLst/>
              <a:gdLst/>
              <a:ahLst/>
              <a:cxnLst/>
              <a:rect l="l" t="t" r="r" b="b"/>
              <a:pathLst>
                <a:path w="116097" h="60673" extrusionOk="0">
                  <a:moveTo>
                    <a:pt x="115741" y="0"/>
                  </a:moveTo>
                  <a:cubicBezTo>
                    <a:pt x="114218" y="11407"/>
                    <a:pt x="104700" y="14828"/>
                    <a:pt x="95182" y="20912"/>
                  </a:cubicBezTo>
                  <a:cubicBezTo>
                    <a:pt x="81476" y="29372"/>
                    <a:pt x="69388" y="41634"/>
                    <a:pt x="55205" y="48858"/>
                  </a:cubicBezTo>
                  <a:cubicBezTo>
                    <a:pt x="41023" y="56082"/>
                    <a:pt x="9233" y="62070"/>
                    <a:pt x="0" y="45246"/>
                  </a:cubicBezTo>
                  <a:cubicBezTo>
                    <a:pt x="5045" y="67964"/>
                    <a:pt x="42071" y="60835"/>
                    <a:pt x="56157" y="53706"/>
                  </a:cubicBezTo>
                  <a:cubicBezTo>
                    <a:pt x="70244" y="46577"/>
                    <a:pt x="82047" y="34695"/>
                    <a:pt x="95468" y="26235"/>
                  </a:cubicBezTo>
                  <a:cubicBezTo>
                    <a:pt x="104986" y="20246"/>
                    <a:pt x="114504" y="16730"/>
                    <a:pt x="116027" y="5133"/>
                  </a:cubicBezTo>
                  <a:cubicBezTo>
                    <a:pt x="116179" y="3413"/>
                    <a:pt x="116084" y="1692"/>
                    <a:pt x="115741"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4;p24">
              <a:extLst>
                <a:ext uri="{FF2B5EF4-FFF2-40B4-BE49-F238E27FC236}">
                  <a16:creationId xmlns:a16="http://schemas.microsoft.com/office/drawing/2014/main" id="{B32D06D3-594D-0825-A3E6-91C3692C63BF}"/>
                </a:ext>
              </a:extLst>
            </p:cNvPr>
            <p:cNvSpPr/>
            <p:nvPr/>
          </p:nvSpPr>
          <p:spPr>
            <a:xfrm>
              <a:off x="5154433" y="4234936"/>
              <a:ext cx="200389" cy="574156"/>
            </a:xfrm>
            <a:custGeom>
              <a:avLst/>
              <a:gdLst/>
              <a:ahLst/>
              <a:cxnLst/>
              <a:rect l="l" t="t" r="r" b="b"/>
              <a:pathLst>
                <a:path w="200389" h="574156" extrusionOk="0">
                  <a:moveTo>
                    <a:pt x="197978" y="49713"/>
                  </a:moveTo>
                  <a:cubicBezTo>
                    <a:pt x="197312" y="70815"/>
                    <a:pt x="190745" y="162447"/>
                    <a:pt x="187794" y="211304"/>
                  </a:cubicBezTo>
                  <a:cubicBezTo>
                    <a:pt x="184843" y="260162"/>
                    <a:pt x="184177" y="319285"/>
                    <a:pt x="184177" y="319285"/>
                  </a:cubicBezTo>
                  <a:cubicBezTo>
                    <a:pt x="184177" y="319285"/>
                    <a:pt x="192553" y="354645"/>
                    <a:pt x="197978" y="396183"/>
                  </a:cubicBezTo>
                  <a:cubicBezTo>
                    <a:pt x="203404" y="437722"/>
                    <a:pt x="197978" y="568896"/>
                    <a:pt x="197978" y="568896"/>
                  </a:cubicBezTo>
                  <a:cubicBezTo>
                    <a:pt x="187080" y="575911"/>
                    <a:pt x="173088" y="575911"/>
                    <a:pt x="162190" y="568896"/>
                  </a:cubicBezTo>
                  <a:cubicBezTo>
                    <a:pt x="162190" y="568896"/>
                    <a:pt x="139822" y="464337"/>
                    <a:pt x="129448" y="416810"/>
                  </a:cubicBezTo>
                  <a:cubicBezTo>
                    <a:pt x="119073" y="369283"/>
                    <a:pt x="117359" y="342193"/>
                    <a:pt x="111934" y="312916"/>
                  </a:cubicBezTo>
                  <a:cubicBezTo>
                    <a:pt x="105462" y="277462"/>
                    <a:pt x="91375" y="111973"/>
                    <a:pt x="91375" y="111973"/>
                  </a:cubicBezTo>
                  <a:lnTo>
                    <a:pt x="85759" y="111973"/>
                  </a:lnTo>
                  <a:lnTo>
                    <a:pt x="70815" y="298753"/>
                  </a:lnTo>
                  <a:cubicBezTo>
                    <a:pt x="75479" y="312508"/>
                    <a:pt x="78668" y="326718"/>
                    <a:pt x="80334" y="341147"/>
                  </a:cubicBezTo>
                  <a:cubicBezTo>
                    <a:pt x="84426" y="371660"/>
                    <a:pt x="76050" y="524696"/>
                    <a:pt x="76050" y="524696"/>
                  </a:cubicBezTo>
                  <a:cubicBezTo>
                    <a:pt x="63896" y="531473"/>
                    <a:pt x="48952" y="530846"/>
                    <a:pt x="37406" y="523080"/>
                  </a:cubicBezTo>
                  <a:cubicBezTo>
                    <a:pt x="37406" y="523080"/>
                    <a:pt x="0" y="320331"/>
                    <a:pt x="0" y="289533"/>
                  </a:cubicBezTo>
                  <a:cubicBezTo>
                    <a:pt x="0" y="269097"/>
                    <a:pt x="3522" y="0"/>
                    <a:pt x="3522"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5;p24">
              <a:extLst>
                <a:ext uri="{FF2B5EF4-FFF2-40B4-BE49-F238E27FC236}">
                  <a16:creationId xmlns:a16="http://schemas.microsoft.com/office/drawing/2014/main" id="{16C2222E-16D5-B7B7-B21C-F7C8348D775F}"/>
                </a:ext>
              </a:extLst>
            </p:cNvPr>
            <p:cNvSpPr/>
            <p:nvPr/>
          </p:nvSpPr>
          <p:spPr>
            <a:xfrm>
              <a:off x="5199628" y="3876679"/>
              <a:ext cx="128464" cy="124722"/>
            </a:xfrm>
            <a:custGeom>
              <a:avLst/>
              <a:gdLst/>
              <a:ahLst/>
              <a:cxnLst/>
              <a:rect l="l" t="t" r="r" b="b"/>
              <a:pathLst>
                <a:path w="128464" h="124722" extrusionOk="0">
                  <a:moveTo>
                    <a:pt x="102147" y="0"/>
                  </a:moveTo>
                  <a:cubicBezTo>
                    <a:pt x="102147" y="0"/>
                    <a:pt x="99767" y="46006"/>
                    <a:pt x="100814" y="50093"/>
                  </a:cubicBezTo>
                  <a:cubicBezTo>
                    <a:pt x="101861" y="54181"/>
                    <a:pt x="121945" y="67678"/>
                    <a:pt x="127846" y="72431"/>
                  </a:cubicBezTo>
                  <a:cubicBezTo>
                    <a:pt x="133747" y="77183"/>
                    <a:pt x="95960" y="114445"/>
                    <a:pt x="77590" y="122904"/>
                  </a:cubicBezTo>
                  <a:cubicBezTo>
                    <a:pt x="59220" y="131364"/>
                    <a:pt x="1444" y="109122"/>
                    <a:pt x="112" y="80606"/>
                  </a:cubicBezTo>
                  <a:cubicBezTo>
                    <a:pt x="-1221" y="52089"/>
                    <a:pt x="9630" y="28136"/>
                    <a:pt x="19148" y="26900"/>
                  </a:cubicBezTo>
                  <a:cubicBezTo>
                    <a:pt x="28666" y="25665"/>
                    <a:pt x="102147" y="0"/>
                    <a:pt x="102147" y="0"/>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6;p24">
              <a:extLst>
                <a:ext uri="{FF2B5EF4-FFF2-40B4-BE49-F238E27FC236}">
                  <a16:creationId xmlns:a16="http://schemas.microsoft.com/office/drawing/2014/main" id="{1492352B-C239-8559-1B7A-81456B26A6F6}"/>
                </a:ext>
              </a:extLst>
            </p:cNvPr>
            <p:cNvSpPr/>
            <p:nvPr/>
          </p:nvSpPr>
          <p:spPr>
            <a:xfrm>
              <a:off x="4996526" y="3906336"/>
              <a:ext cx="182485" cy="357686"/>
            </a:xfrm>
            <a:custGeom>
              <a:avLst/>
              <a:gdLst/>
              <a:ahLst/>
              <a:cxnLst/>
              <a:rect l="l" t="t" r="r" b="b"/>
              <a:pathLst>
                <a:path w="182485" h="357686" extrusionOk="0">
                  <a:moveTo>
                    <a:pt x="179037" y="55702"/>
                  </a:moveTo>
                  <a:cubicBezTo>
                    <a:pt x="176277" y="35455"/>
                    <a:pt x="189697" y="16159"/>
                    <a:pt x="176752" y="0"/>
                  </a:cubicBezTo>
                  <a:cubicBezTo>
                    <a:pt x="131255" y="44485"/>
                    <a:pt x="136966" y="162352"/>
                    <a:pt x="126687" y="237634"/>
                  </a:cubicBezTo>
                  <a:cubicBezTo>
                    <a:pt x="92897" y="272899"/>
                    <a:pt x="25032" y="307594"/>
                    <a:pt x="5901" y="316243"/>
                  </a:cubicBezTo>
                  <a:cubicBezTo>
                    <a:pt x="2379" y="317764"/>
                    <a:pt x="-572" y="319475"/>
                    <a:pt x="95" y="323182"/>
                  </a:cubicBezTo>
                  <a:cubicBezTo>
                    <a:pt x="2665" y="335739"/>
                    <a:pt x="8061" y="347535"/>
                    <a:pt x="15895" y="357687"/>
                  </a:cubicBezTo>
                  <a:cubicBezTo>
                    <a:pt x="60821" y="338676"/>
                    <a:pt x="93183" y="327270"/>
                    <a:pt x="149150" y="274040"/>
                  </a:cubicBezTo>
                  <a:cubicBezTo>
                    <a:pt x="154509" y="268175"/>
                    <a:pt x="159287" y="261806"/>
                    <a:pt x="163427" y="255029"/>
                  </a:cubicBezTo>
                  <a:cubicBezTo>
                    <a:pt x="179608" y="207502"/>
                    <a:pt x="183605" y="90776"/>
                    <a:pt x="179037" y="5570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7;p24">
              <a:extLst>
                <a:ext uri="{FF2B5EF4-FFF2-40B4-BE49-F238E27FC236}">
                  <a16:creationId xmlns:a16="http://schemas.microsoft.com/office/drawing/2014/main" id="{C18A34EC-8B6A-E184-C285-CE2F9904584B}"/>
                </a:ext>
              </a:extLst>
            </p:cNvPr>
            <p:cNvSpPr/>
            <p:nvPr/>
          </p:nvSpPr>
          <p:spPr>
            <a:xfrm>
              <a:off x="5154414" y="3894094"/>
              <a:ext cx="208226" cy="419055"/>
            </a:xfrm>
            <a:custGeom>
              <a:avLst/>
              <a:gdLst/>
              <a:ahLst/>
              <a:cxnLst/>
              <a:rect l="l" t="t" r="r" b="b"/>
              <a:pathLst>
                <a:path w="208226" h="419055" extrusionOk="0">
                  <a:moveTo>
                    <a:pt x="152500" y="40568"/>
                  </a:moveTo>
                  <a:cubicBezTo>
                    <a:pt x="152500" y="40568"/>
                    <a:pt x="119091" y="90376"/>
                    <a:pt x="72357" y="95033"/>
                  </a:cubicBezTo>
                  <a:cubicBezTo>
                    <a:pt x="57699" y="80585"/>
                    <a:pt x="56366" y="29066"/>
                    <a:pt x="76736" y="12527"/>
                  </a:cubicBezTo>
                  <a:cubicBezTo>
                    <a:pt x="76736" y="12527"/>
                    <a:pt x="57699" y="-2491"/>
                    <a:pt x="45135" y="360"/>
                  </a:cubicBezTo>
                  <a:cubicBezTo>
                    <a:pt x="31448" y="8744"/>
                    <a:pt x="21301" y="21823"/>
                    <a:pt x="16580" y="37146"/>
                  </a:cubicBezTo>
                  <a:cubicBezTo>
                    <a:pt x="4702" y="71346"/>
                    <a:pt x="-885" y="107419"/>
                    <a:pt x="114" y="143606"/>
                  </a:cubicBezTo>
                  <a:cubicBezTo>
                    <a:pt x="875" y="192463"/>
                    <a:pt x="114" y="341698"/>
                    <a:pt x="114" y="341698"/>
                  </a:cubicBezTo>
                  <a:cubicBezTo>
                    <a:pt x="114" y="341698"/>
                    <a:pt x="6681" y="373256"/>
                    <a:pt x="48942" y="396734"/>
                  </a:cubicBezTo>
                  <a:cubicBezTo>
                    <a:pt x="91203" y="420212"/>
                    <a:pt x="122423" y="422493"/>
                    <a:pt x="151073" y="415745"/>
                  </a:cubicBezTo>
                  <a:cubicBezTo>
                    <a:pt x="174678" y="410231"/>
                    <a:pt x="194190" y="401866"/>
                    <a:pt x="202376" y="384757"/>
                  </a:cubicBezTo>
                  <a:cubicBezTo>
                    <a:pt x="200282" y="350538"/>
                    <a:pt x="184957" y="261187"/>
                    <a:pt x="190668" y="218223"/>
                  </a:cubicBezTo>
                  <a:cubicBezTo>
                    <a:pt x="196379" y="175259"/>
                    <a:pt x="205517" y="143036"/>
                    <a:pt x="207801" y="108246"/>
                  </a:cubicBezTo>
                  <a:cubicBezTo>
                    <a:pt x="210086" y="73456"/>
                    <a:pt x="203233" y="74122"/>
                    <a:pt x="185814" y="61765"/>
                  </a:cubicBezTo>
                  <a:cubicBezTo>
                    <a:pt x="175239" y="53904"/>
                    <a:pt x="164103" y="46813"/>
                    <a:pt x="152500" y="4056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8;p24">
              <a:extLst>
                <a:ext uri="{FF2B5EF4-FFF2-40B4-BE49-F238E27FC236}">
                  <a16:creationId xmlns:a16="http://schemas.microsoft.com/office/drawing/2014/main" id="{A4C2ADC5-6B02-F51D-57AB-93A995F6E899}"/>
                </a:ext>
              </a:extLst>
            </p:cNvPr>
            <p:cNvSpPr/>
            <p:nvPr/>
          </p:nvSpPr>
          <p:spPr>
            <a:xfrm>
              <a:off x="5194395" y="3747198"/>
              <a:ext cx="138431" cy="168252"/>
            </a:xfrm>
            <a:custGeom>
              <a:avLst/>
              <a:gdLst/>
              <a:ahLst/>
              <a:cxnLst/>
              <a:rect l="l" t="t" r="r" b="b"/>
              <a:pathLst>
                <a:path w="138431" h="168252" extrusionOk="0">
                  <a:moveTo>
                    <a:pt x="3060" y="60853"/>
                  </a:moveTo>
                  <a:lnTo>
                    <a:pt x="3060" y="60853"/>
                  </a:lnTo>
                  <a:cubicBezTo>
                    <a:pt x="8581" y="25112"/>
                    <a:pt x="34375" y="-1978"/>
                    <a:pt x="71211" y="113"/>
                  </a:cubicBezTo>
                  <a:cubicBezTo>
                    <a:pt x="110416" y="2252"/>
                    <a:pt x="140465" y="35740"/>
                    <a:pt x="138324" y="74892"/>
                  </a:cubicBezTo>
                  <a:cubicBezTo>
                    <a:pt x="138314" y="74930"/>
                    <a:pt x="138314" y="74978"/>
                    <a:pt x="138314" y="75016"/>
                  </a:cubicBezTo>
                  <a:cubicBezTo>
                    <a:pt x="137105" y="96983"/>
                    <a:pt x="125655" y="117105"/>
                    <a:pt x="107380" y="129386"/>
                  </a:cubicBezTo>
                  <a:cubicBezTo>
                    <a:pt x="106057" y="134804"/>
                    <a:pt x="104144" y="140071"/>
                    <a:pt x="101669" y="145070"/>
                  </a:cubicBezTo>
                  <a:cubicBezTo>
                    <a:pt x="88629" y="160279"/>
                    <a:pt x="49128" y="169689"/>
                    <a:pt x="37802" y="168073"/>
                  </a:cubicBezTo>
                  <a:cubicBezTo>
                    <a:pt x="23981" y="166847"/>
                    <a:pt x="12322" y="157313"/>
                    <a:pt x="8391" y="144025"/>
                  </a:cubicBezTo>
                  <a:cubicBezTo>
                    <a:pt x="-3793" y="115984"/>
                    <a:pt x="15" y="78533"/>
                    <a:pt x="3060" y="6085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0" name="Google Shape;1099;p24">
              <a:extLst>
                <a:ext uri="{FF2B5EF4-FFF2-40B4-BE49-F238E27FC236}">
                  <a16:creationId xmlns:a16="http://schemas.microsoft.com/office/drawing/2014/main" id="{9B8350F0-0BDF-DB12-A34D-CF8F28BC76C6}"/>
                </a:ext>
              </a:extLst>
            </p:cNvPr>
            <p:cNvSpPr/>
            <p:nvPr/>
          </p:nvSpPr>
          <p:spPr>
            <a:xfrm>
              <a:off x="5199668" y="3732408"/>
              <a:ext cx="146095" cy="144175"/>
            </a:xfrm>
            <a:custGeom>
              <a:avLst/>
              <a:gdLst/>
              <a:ahLst/>
              <a:cxnLst/>
              <a:rect l="l" t="t" r="r" b="b"/>
              <a:pathLst>
                <a:path w="146095" h="144175" extrusionOk="0">
                  <a:moveTo>
                    <a:pt x="102106" y="144176"/>
                  </a:moveTo>
                  <a:lnTo>
                    <a:pt x="102106" y="144176"/>
                  </a:lnTo>
                  <a:lnTo>
                    <a:pt x="98680" y="113093"/>
                  </a:lnTo>
                  <a:cubicBezTo>
                    <a:pt x="98680" y="113093"/>
                    <a:pt x="124189" y="47126"/>
                    <a:pt x="63939" y="59768"/>
                  </a:cubicBezTo>
                  <a:cubicBezTo>
                    <a:pt x="24152" y="68133"/>
                    <a:pt x="14158" y="71745"/>
                    <a:pt x="2070" y="45130"/>
                  </a:cubicBezTo>
                  <a:cubicBezTo>
                    <a:pt x="-10018" y="18515"/>
                    <a:pt x="32624" y="-5534"/>
                    <a:pt x="83355" y="1120"/>
                  </a:cubicBezTo>
                  <a:cubicBezTo>
                    <a:pt x="119563" y="4913"/>
                    <a:pt x="146823" y="35777"/>
                    <a:pt x="146081" y="72125"/>
                  </a:cubicBezTo>
                  <a:cubicBezTo>
                    <a:pt x="144748" y="91706"/>
                    <a:pt x="139513" y="131439"/>
                    <a:pt x="102106" y="14417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100;p24">
              <a:extLst>
                <a:ext uri="{FF2B5EF4-FFF2-40B4-BE49-F238E27FC236}">
                  <a16:creationId xmlns:a16="http://schemas.microsoft.com/office/drawing/2014/main" id="{76BF5296-06D7-873F-EE29-102F5BC44630}"/>
                </a:ext>
              </a:extLst>
            </p:cNvPr>
            <p:cNvSpPr/>
            <p:nvPr/>
          </p:nvSpPr>
          <p:spPr>
            <a:xfrm>
              <a:off x="5186268" y="3976961"/>
              <a:ext cx="186859" cy="320520"/>
            </a:xfrm>
            <a:custGeom>
              <a:avLst/>
              <a:gdLst/>
              <a:ahLst/>
              <a:cxnLst/>
              <a:rect l="l" t="t" r="r" b="b"/>
              <a:pathLst>
                <a:path w="186859" h="320520" extrusionOk="0">
                  <a:moveTo>
                    <a:pt x="186131" y="4943"/>
                  </a:moveTo>
                  <a:cubicBezTo>
                    <a:pt x="168713" y="0"/>
                    <a:pt x="182039" y="4088"/>
                    <a:pt x="168713" y="0"/>
                  </a:cubicBezTo>
                  <a:cubicBezTo>
                    <a:pt x="123216" y="44485"/>
                    <a:pt x="128832" y="120813"/>
                    <a:pt x="118552" y="196286"/>
                  </a:cubicBezTo>
                  <a:cubicBezTo>
                    <a:pt x="93424" y="237729"/>
                    <a:pt x="241" y="293906"/>
                    <a:pt x="241" y="293906"/>
                  </a:cubicBezTo>
                  <a:cubicBezTo>
                    <a:pt x="-901" y="301986"/>
                    <a:pt x="1859" y="304362"/>
                    <a:pt x="11948" y="320521"/>
                  </a:cubicBezTo>
                  <a:cubicBezTo>
                    <a:pt x="63842" y="300693"/>
                    <a:pt x="111042" y="270295"/>
                    <a:pt x="150533" y="231266"/>
                  </a:cubicBezTo>
                  <a:cubicBezTo>
                    <a:pt x="152818" y="229174"/>
                    <a:pt x="156054" y="228604"/>
                    <a:pt x="157006" y="225752"/>
                  </a:cubicBezTo>
                  <a:cubicBezTo>
                    <a:pt x="172901" y="177655"/>
                    <a:pt x="190700" y="40018"/>
                    <a:pt x="186131" y="494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1;p24">
              <a:extLst>
                <a:ext uri="{FF2B5EF4-FFF2-40B4-BE49-F238E27FC236}">
                  <a16:creationId xmlns:a16="http://schemas.microsoft.com/office/drawing/2014/main" id="{68928606-B1CC-B406-633C-0EC7DB88927C}"/>
                </a:ext>
              </a:extLst>
            </p:cNvPr>
            <p:cNvSpPr/>
            <p:nvPr/>
          </p:nvSpPr>
          <p:spPr>
            <a:xfrm>
              <a:off x="4957596" y="4074866"/>
              <a:ext cx="216348" cy="290578"/>
            </a:xfrm>
            <a:custGeom>
              <a:avLst/>
              <a:gdLst/>
              <a:ahLst/>
              <a:cxnLst/>
              <a:rect l="l" t="t" r="r" b="b"/>
              <a:pathLst>
                <a:path w="216348" h="290578" extrusionOk="0">
                  <a:moveTo>
                    <a:pt x="0" y="0"/>
                  </a:moveTo>
                  <a:lnTo>
                    <a:pt x="67770" y="231360"/>
                  </a:lnTo>
                  <a:lnTo>
                    <a:pt x="216349" y="290579"/>
                  </a:lnTo>
                  <a:lnTo>
                    <a:pt x="162190" y="65302"/>
                  </a:lnTo>
                  <a:lnTo>
                    <a:pt x="0"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2;p24">
              <a:extLst>
                <a:ext uri="{FF2B5EF4-FFF2-40B4-BE49-F238E27FC236}">
                  <a16:creationId xmlns:a16="http://schemas.microsoft.com/office/drawing/2014/main" id="{160886F6-C945-BB7B-6074-C27AD49B5455}"/>
                </a:ext>
              </a:extLst>
            </p:cNvPr>
            <p:cNvSpPr/>
            <p:nvPr/>
          </p:nvSpPr>
          <p:spPr>
            <a:xfrm>
              <a:off x="5101717" y="4257084"/>
              <a:ext cx="109578" cy="53390"/>
            </a:xfrm>
            <a:custGeom>
              <a:avLst/>
              <a:gdLst/>
              <a:ahLst/>
              <a:cxnLst/>
              <a:rect l="l" t="t" r="r" b="b"/>
              <a:pathLst>
                <a:path w="109578" h="53390" extrusionOk="0">
                  <a:moveTo>
                    <a:pt x="108112" y="15494"/>
                  </a:moveTo>
                  <a:cubicBezTo>
                    <a:pt x="105923" y="7604"/>
                    <a:pt x="100212" y="9505"/>
                    <a:pt x="93739" y="11502"/>
                  </a:cubicBezTo>
                  <a:cubicBezTo>
                    <a:pt x="86772" y="14353"/>
                    <a:pt x="79100" y="15019"/>
                    <a:pt x="71752" y="13403"/>
                  </a:cubicBezTo>
                  <a:cubicBezTo>
                    <a:pt x="66003" y="10627"/>
                    <a:pt x="60683" y="7043"/>
                    <a:pt x="55952" y="2757"/>
                  </a:cubicBezTo>
                  <a:cubicBezTo>
                    <a:pt x="53077" y="1017"/>
                    <a:pt x="49794" y="67"/>
                    <a:pt x="46434" y="0"/>
                  </a:cubicBezTo>
                  <a:cubicBezTo>
                    <a:pt x="46434" y="1996"/>
                    <a:pt x="49860" y="13688"/>
                    <a:pt x="49860" y="13688"/>
                  </a:cubicBezTo>
                  <a:cubicBezTo>
                    <a:pt x="49860" y="13688"/>
                    <a:pt x="17308" y="13688"/>
                    <a:pt x="13977" y="13688"/>
                  </a:cubicBezTo>
                  <a:cubicBezTo>
                    <a:pt x="11045" y="13070"/>
                    <a:pt x="8171" y="14952"/>
                    <a:pt x="7552" y="17880"/>
                  </a:cubicBezTo>
                  <a:cubicBezTo>
                    <a:pt x="7200" y="19572"/>
                    <a:pt x="7676" y="21339"/>
                    <a:pt x="8837" y="22623"/>
                  </a:cubicBezTo>
                  <a:cubicBezTo>
                    <a:pt x="8104" y="22680"/>
                    <a:pt x="7381" y="22680"/>
                    <a:pt x="6648" y="22623"/>
                  </a:cubicBezTo>
                  <a:cubicBezTo>
                    <a:pt x="-15" y="21102"/>
                    <a:pt x="-2870" y="31368"/>
                    <a:pt x="3792" y="32889"/>
                  </a:cubicBezTo>
                  <a:cubicBezTo>
                    <a:pt x="5582" y="33231"/>
                    <a:pt x="7399" y="33487"/>
                    <a:pt x="9218" y="33649"/>
                  </a:cubicBezTo>
                  <a:cubicBezTo>
                    <a:pt x="4839" y="35360"/>
                    <a:pt x="3792" y="42584"/>
                    <a:pt x="9218" y="43154"/>
                  </a:cubicBezTo>
                  <a:lnTo>
                    <a:pt x="10836" y="43154"/>
                  </a:lnTo>
                  <a:cubicBezTo>
                    <a:pt x="11645" y="43373"/>
                    <a:pt x="12501" y="43373"/>
                    <a:pt x="13310" y="43154"/>
                  </a:cubicBezTo>
                  <a:lnTo>
                    <a:pt x="14262" y="43154"/>
                  </a:lnTo>
                  <a:cubicBezTo>
                    <a:pt x="13701" y="46358"/>
                    <a:pt x="15852" y="49418"/>
                    <a:pt x="19059" y="49970"/>
                  </a:cubicBezTo>
                  <a:cubicBezTo>
                    <a:pt x="19107" y="49979"/>
                    <a:pt x="19164" y="49989"/>
                    <a:pt x="19212" y="49998"/>
                  </a:cubicBezTo>
                  <a:cubicBezTo>
                    <a:pt x="35107" y="52089"/>
                    <a:pt x="58522" y="58458"/>
                    <a:pt x="72894" y="45341"/>
                  </a:cubicBezTo>
                  <a:cubicBezTo>
                    <a:pt x="82774" y="44295"/>
                    <a:pt x="92416" y="41662"/>
                    <a:pt x="101449" y="37546"/>
                  </a:cubicBezTo>
                  <a:cubicBezTo>
                    <a:pt x="110491" y="33839"/>
                    <a:pt x="110777" y="24904"/>
                    <a:pt x="108112" y="15494"/>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3;p24">
              <a:extLst>
                <a:ext uri="{FF2B5EF4-FFF2-40B4-BE49-F238E27FC236}">
                  <a16:creationId xmlns:a16="http://schemas.microsoft.com/office/drawing/2014/main" id="{76004490-6037-CBC1-1DB2-9445A14C2A79}"/>
                </a:ext>
              </a:extLst>
            </p:cNvPr>
            <p:cNvSpPr/>
            <p:nvPr/>
          </p:nvSpPr>
          <p:spPr>
            <a:xfrm>
              <a:off x="4984781" y="4223327"/>
              <a:ext cx="67863" cy="55821"/>
            </a:xfrm>
            <a:custGeom>
              <a:avLst/>
              <a:gdLst/>
              <a:ahLst/>
              <a:cxnLst/>
              <a:rect l="l" t="t" r="r" b="b"/>
              <a:pathLst>
                <a:path w="67863" h="55821" extrusionOk="0">
                  <a:moveTo>
                    <a:pt x="62477" y="30335"/>
                  </a:moveTo>
                  <a:lnTo>
                    <a:pt x="60192" y="30335"/>
                  </a:lnTo>
                  <a:cubicBezTo>
                    <a:pt x="62420" y="28253"/>
                    <a:pt x="62534" y="24764"/>
                    <a:pt x="60459" y="22540"/>
                  </a:cubicBezTo>
                  <a:cubicBezTo>
                    <a:pt x="59564" y="21590"/>
                    <a:pt x="58355" y="20981"/>
                    <a:pt x="57051" y="20829"/>
                  </a:cubicBezTo>
                  <a:cubicBezTo>
                    <a:pt x="53720" y="20829"/>
                    <a:pt x="20216" y="13890"/>
                    <a:pt x="20216" y="13890"/>
                  </a:cubicBezTo>
                  <a:lnTo>
                    <a:pt x="16123" y="108"/>
                  </a:lnTo>
                  <a:cubicBezTo>
                    <a:pt x="16123" y="-653"/>
                    <a:pt x="10317" y="2864"/>
                    <a:pt x="10127" y="2959"/>
                  </a:cubicBezTo>
                  <a:cubicBezTo>
                    <a:pt x="4406" y="6723"/>
                    <a:pt x="694" y="12873"/>
                    <a:pt x="37" y="19689"/>
                  </a:cubicBezTo>
                  <a:cubicBezTo>
                    <a:pt x="-400" y="29232"/>
                    <a:pt x="3035" y="38557"/>
                    <a:pt x="9555" y="45543"/>
                  </a:cubicBezTo>
                  <a:cubicBezTo>
                    <a:pt x="15638" y="51503"/>
                    <a:pt x="23785" y="54906"/>
                    <a:pt x="32304" y="55049"/>
                  </a:cubicBezTo>
                  <a:cubicBezTo>
                    <a:pt x="36302" y="55049"/>
                    <a:pt x="40204" y="55049"/>
                    <a:pt x="43726" y="55809"/>
                  </a:cubicBezTo>
                  <a:cubicBezTo>
                    <a:pt x="46981" y="56018"/>
                    <a:pt x="49789" y="53556"/>
                    <a:pt x="49998" y="50305"/>
                  </a:cubicBezTo>
                  <a:cubicBezTo>
                    <a:pt x="49998" y="50210"/>
                    <a:pt x="50008" y="50106"/>
                    <a:pt x="50008" y="50011"/>
                  </a:cubicBezTo>
                  <a:lnTo>
                    <a:pt x="51055" y="50011"/>
                  </a:lnTo>
                  <a:cubicBezTo>
                    <a:pt x="51835" y="50201"/>
                    <a:pt x="52654" y="50201"/>
                    <a:pt x="53435" y="50011"/>
                  </a:cubicBezTo>
                  <a:lnTo>
                    <a:pt x="55148" y="50011"/>
                  </a:lnTo>
                  <a:cubicBezTo>
                    <a:pt x="60859" y="50011"/>
                    <a:pt x="61334" y="42977"/>
                    <a:pt x="57432" y="40505"/>
                  </a:cubicBezTo>
                  <a:cubicBezTo>
                    <a:pt x="59240" y="40505"/>
                    <a:pt x="61049" y="40505"/>
                    <a:pt x="62953" y="40505"/>
                  </a:cubicBezTo>
                  <a:cubicBezTo>
                    <a:pt x="69901" y="40885"/>
                    <a:pt x="69234" y="30239"/>
                    <a:pt x="62477" y="30335"/>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4;p24">
              <a:extLst>
                <a:ext uri="{FF2B5EF4-FFF2-40B4-BE49-F238E27FC236}">
                  <a16:creationId xmlns:a16="http://schemas.microsoft.com/office/drawing/2014/main" id="{53C639D5-F53A-C78E-EE9A-6CE33BBB9B16}"/>
                </a:ext>
              </a:extLst>
            </p:cNvPr>
            <p:cNvSpPr/>
            <p:nvPr/>
          </p:nvSpPr>
          <p:spPr>
            <a:xfrm>
              <a:off x="5132255" y="3894454"/>
              <a:ext cx="67293" cy="97715"/>
            </a:xfrm>
            <a:custGeom>
              <a:avLst/>
              <a:gdLst/>
              <a:ahLst/>
              <a:cxnLst/>
              <a:rect l="l" t="t" r="r" b="b"/>
              <a:pathLst>
                <a:path w="67293" h="97715" extrusionOk="0">
                  <a:moveTo>
                    <a:pt x="24367" y="97715"/>
                  </a:moveTo>
                  <a:cubicBezTo>
                    <a:pt x="15153" y="97344"/>
                    <a:pt x="6435" y="93466"/>
                    <a:pt x="0" y="86879"/>
                  </a:cubicBezTo>
                  <a:cubicBezTo>
                    <a:pt x="1333" y="69769"/>
                    <a:pt x="23224" y="4848"/>
                    <a:pt x="67294" y="0"/>
                  </a:cubicBezTo>
                  <a:cubicBezTo>
                    <a:pt x="55310" y="8431"/>
                    <a:pt x="45811" y="19923"/>
                    <a:pt x="39786" y="33269"/>
                  </a:cubicBezTo>
                  <a:cubicBezTo>
                    <a:pt x="33000" y="54323"/>
                    <a:pt x="27841" y="75872"/>
                    <a:pt x="24367" y="9771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6" name="Google Shape;1105;p24">
              <a:extLst>
                <a:ext uri="{FF2B5EF4-FFF2-40B4-BE49-F238E27FC236}">
                  <a16:creationId xmlns:a16="http://schemas.microsoft.com/office/drawing/2014/main" id="{EFA8BF92-D859-F6EA-87D8-BDA01AF0E5EA}"/>
                </a:ext>
              </a:extLst>
            </p:cNvPr>
            <p:cNvSpPr/>
            <p:nvPr/>
          </p:nvSpPr>
          <p:spPr>
            <a:xfrm>
              <a:off x="5305132" y="3960902"/>
              <a:ext cx="81740" cy="121566"/>
            </a:xfrm>
            <a:custGeom>
              <a:avLst/>
              <a:gdLst/>
              <a:ahLst/>
              <a:cxnLst/>
              <a:rect l="l" t="t" r="r" b="b"/>
              <a:pathLst>
                <a:path w="81740" h="121566" extrusionOk="0">
                  <a:moveTo>
                    <a:pt x="75168" y="117100"/>
                  </a:moveTo>
                  <a:cubicBezTo>
                    <a:pt x="75168" y="117100"/>
                    <a:pt x="31289" y="132214"/>
                    <a:pt x="355" y="106834"/>
                  </a:cubicBezTo>
                  <a:cubicBezTo>
                    <a:pt x="-2977" y="101036"/>
                    <a:pt x="18249" y="26514"/>
                    <a:pt x="18249" y="26514"/>
                  </a:cubicBezTo>
                  <a:cubicBezTo>
                    <a:pt x="18249" y="26514"/>
                    <a:pt x="36714" y="-11507"/>
                    <a:pt x="65840" y="3511"/>
                  </a:cubicBezTo>
                  <a:cubicBezTo>
                    <a:pt x="94966" y="18530"/>
                    <a:pt x="75168" y="117100"/>
                    <a:pt x="75168" y="11710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6;p24">
              <a:extLst>
                <a:ext uri="{FF2B5EF4-FFF2-40B4-BE49-F238E27FC236}">
                  <a16:creationId xmlns:a16="http://schemas.microsoft.com/office/drawing/2014/main" id="{1E29A5CA-A517-9C00-C70D-125FB8A8D3D0}"/>
                </a:ext>
              </a:extLst>
            </p:cNvPr>
            <p:cNvSpPr/>
            <p:nvPr/>
          </p:nvSpPr>
          <p:spPr>
            <a:xfrm>
              <a:off x="2821998" y="4049582"/>
              <a:ext cx="101559" cy="177370"/>
            </a:xfrm>
            <a:custGeom>
              <a:avLst/>
              <a:gdLst/>
              <a:ahLst/>
              <a:cxnLst/>
              <a:rect l="l" t="t" r="r" b="b"/>
              <a:pathLst>
                <a:path w="101559" h="177370" extrusionOk="0">
                  <a:moveTo>
                    <a:pt x="0" y="0"/>
                  </a:moveTo>
                  <a:cubicBezTo>
                    <a:pt x="0" y="0"/>
                    <a:pt x="6092" y="90966"/>
                    <a:pt x="17989" y="104084"/>
                  </a:cubicBezTo>
                  <a:cubicBezTo>
                    <a:pt x="29887" y="117201"/>
                    <a:pt x="70340" y="126136"/>
                    <a:pt x="70340" y="126136"/>
                  </a:cubicBezTo>
                  <a:lnTo>
                    <a:pt x="101559" y="177370"/>
                  </a:lnTo>
                  <a:cubicBezTo>
                    <a:pt x="101559" y="177370"/>
                    <a:pt x="73005" y="14543"/>
                    <a:pt x="66913" y="10646"/>
                  </a:cubicBezTo>
                  <a:cubicBezTo>
                    <a:pt x="60821" y="6749"/>
                    <a:pt x="0" y="0"/>
                    <a:pt x="0"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7;p24">
              <a:extLst>
                <a:ext uri="{FF2B5EF4-FFF2-40B4-BE49-F238E27FC236}">
                  <a16:creationId xmlns:a16="http://schemas.microsoft.com/office/drawing/2014/main" id="{91B10A21-E5AD-F73D-F272-4795791D64EA}"/>
                </a:ext>
              </a:extLst>
            </p:cNvPr>
            <p:cNvSpPr/>
            <p:nvPr/>
          </p:nvSpPr>
          <p:spPr>
            <a:xfrm>
              <a:off x="2814097" y="3945071"/>
              <a:ext cx="67769" cy="130685"/>
            </a:xfrm>
            <a:custGeom>
              <a:avLst/>
              <a:gdLst/>
              <a:ahLst/>
              <a:cxnLst/>
              <a:rect l="l" t="t" r="r" b="b"/>
              <a:pathLst>
                <a:path w="67769" h="130685" extrusionOk="0">
                  <a:moveTo>
                    <a:pt x="67770" y="3183"/>
                  </a:moveTo>
                  <a:cubicBezTo>
                    <a:pt x="52097" y="-4127"/>
                    <a:pt x="33430" y="1529"/>
                    <a:pt x="24462" y="16300"/>
                  </a:cubicBezTo>
                  <a:cubicBezTo>
                    <a:pt x="12945" y="35311"/>
                    <a:pt x="1047" y="100328"/>
                    <a:pt x="0" y="111354"/>
                  </a:cubicBezTo>
                  <a:cubicBezTo>
                    <a:pt x="0" y="111354"/>
                    <a:pt x="16086" y="133597"/>
                    <a:pt x="40167" y="13036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8;p24">
              <a:extLst>
                <a:ext uri="{FF2B5EF4-FFF2-40B4-BE49-F238E27FC236}">
                  <a16:creationId xmlns:a16="http://schemas.microsoft.com/office/drawing/2014/main" id="{82AD3A13-7EF4-5B41-6A3F-A4EF8A152408}"/>
                </a:ext>
              </a:extLst>
            </p:cNvPr>
            <p:cNvSpPr/>
            <p:nvPr/>
          </p:nvSpPr>
          <p:spPr>
            <a:xfrm>
              <a:off x="2966810" y="4837262"/>
              <a:ext cx="145801" cy="82247"/>
            </a:xfrm>
            <a:custGeom>
              <a:avLst/>
              <a:gdLst/>
              <a:ahLst/>
              <a:cxnLst/>
              <a:rect l="l" t="t" r="r" b="b"/>
              <a:pathLst>
                <a:path w="145801" h="82247" extrusionOk="0">
                  <a:moveTo>
                    <a:pt x="7003" y="19800"/>
                  </a:moveTo>
                  <a:cubicBezTo>
                    <a:pt x="23964" y="24458"/>
                    <a:pt x="42087" y="22272"/>
                    <a:pt x="57449" y="13717"/>
                  </a:cubicBezTo>
                  <a:cubicBezTo>
                    <a:pt x="69537" y="13717"/>
                    <a:pt x="135498" y="-14134"/>
                    <a:pt x="144446" y="9535"/>
                  </a:cubicBezTo>
                  <a:cubicBezTo>
                    <a:pt x="152346" y="30256"/>
                    <a:pt x="123791" y="49457"/>
                    <a:pt x="108562" y="53164"/>
                  </a:cubicBezTo>
                  <a:cubicBezTo>
                    <a:pt x="75248" y="61244"/>
                    <a:pt x="50596" y="77783"/>
                    <a:pt x="37175" y="80635"/>
                  </a:cubicBezTo>
                  <a:cubicBezTo>
                    <a:pt x="27657" y="82726"/>
                    <a:pt x="14332" y="84057"/>
                    <a:pt x="6432" y="76262"/>
                  </a:cubicBezTo>
                  <a:cubicBezTo>
                    <a:pt x="-2515" y="66852"/>
                    <a:pt x="-1944" y="32157"/>
                    <a:pt x="7003" y="1980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09;p24">
              <a:extLst>
                <a:ext uri="{FF2B5EF4-FFF2-40B4-BE49-F238E27FC236}">
                  <a16:creationId xmlns:a16="http://schemas.microsoft.com/office/drawing/2014/main" id="{82E6ADE7-263A-020A-4A12-AFA4A84257C6}"/>
                </a:ext>
              </a:extLst>
            </p:cNvPr>
            <p:cNvSpPr/>
            <p:nvPr/>
          </p:nvSpPr>
          <p:spPr>
            <a:xfrm>
              <a:off x="2969244" y="4850979"/>
              <a:ext cx="143767" cy="68530"/>
            </a:xfrm>
            <a:custGeom>
              <a:avLst/>
              <a:gdLst/>
              <a:ahLst/>
              <a:cxnLst/>
              <a:rect l="l" t="t" r="r" b="b"/>
              <a:pathLst>
                <a:path w="143767" h="68530" extrusionOk="0">
                  <a:moveTo>
                    <a:pt x="35122" y="61119"/>
                  </a:moveTo>
                  <a:cubicBezTo>
                    <a:pt x="48543" y="58363"/>
                    <a:pt x="73195" y="42109"/>
                    <a:pt x="106509" y="33649"/>
                  </a:cubicBezTo>
                  <a:cubicBezTo>
                    <a:pt x="119263" y="30607"/>
                    <a:pt x="141250" y="16634"/>
                    <a:pt x="143535" y="0"/>
                  </a:cubicBezTo>
                  <a:cubicBezTo>
                    <a:pt x="146485" y="19011"/>
                    <a:pt x="120691" y="36025"/>
                    <a:pt x="106509" y="39447"/>
                  </a:cubicBezTo>
                  <a:cubicBezTo>
                    <a:pt x="73195" y="47527"/>
                    <a:pt x="48543" y="64066"/>
                    <a:pt x="35122" y="66918"/>
                  </a:cubicBezTo>
                  <a:cubicBezTo>
                    <a:pt x="25604" y="69009"/>
                    <a:pt x="12278" y="70340"/>
                    <a:pt x="4378" y="62545"/>
                  </a:cubicBezTo>
                  <a:cubicBezTo>
                    <a:pt x="2265" y="60292"/>
                    <a:pt x="761" y="57545"/>
                    <a:pt x="0" y="54561"/>
                  </a:cubicBezTo>
                  <a:cubicBezTo>
                    <a:pt x="10013" y="62156"/>
                    <a:pt x="23034" y="64589"/>
                    <a:pt x="35122" y="61119"/>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0;p24">
              <a:extLst>
                <a:ext uri="{FF2B5EF4-FFF2-40B4-BE49-F238E27FC236}">
                  <a16:creationId xmlns:a16="http://schemas.microsoft.com/office/drawing/2014/main" id="{448C0A98-7F6E-75AB-DEDE-4CB61157F346}"/>
                </a:ext>
              </a:extLst>
            </p:cNvPr>
            <p:cNvSpPr/>
            <p:nvPr/>
          </p:nvSpPr>
          <p:spPr>
            <a:xfrm>
              <a:off x="2864165" y="4805303"/>
              <a:ext cx="146191" cy="82209"/>
            </a:xfrm>
            <a:custGeom>
              <a:avLst/>
              <a:gdLst/>
              <a:ahLst/>
              <a:cxnLst/>
              <a:rect l="l" t="t" r="r" b="b"/>
              <a:pathLst>
                <a:path w="146191" h="82209" extrusionOk="0">
                  <a:moveTo>
                    <a:pt x="7327" y="19726"/>
                  </a:moveTo>
                  <a:cubicBezTo>
                    <a:pt x="24287" y="24431"/>
                    <a:pt x="42423" y="22245"/>
                    <a:pt x="57774" y="13642"/>
                  </a:cubicBezTo>
                  <a:cubicBezTo>
                    <a:pt x="69957" y="13642"/>
                    <a:pt x="135823" y="-14113"/>
                    <a:pt x="144865" y="9555"/>
                  </a:cubicBezTo>
                  <a:cubicBezTo>
                    <a:pt x="152670" y="30277"/>
                    <a:pt x="124116" y="49477"/>
                    <a:pt x="108886" y="53185"/>
                  </a:cubicBezTo>
                  <a:cubicBezTo>
                    <a:pt x="75573" y="61169"/>
                    <a:pt x="50921" y="77804"/>
                    <a:pt x="37595" y="80560"/>
                  </a:cubicBezTo>
                  <a:cubicBezTo>
                    <a:pt x="27601" y="82651"/>
                    <a:pt x="14656" y="84077"/>
                    <a:pt x="6756" y="76283"/>
                  </a:cubicBezTo>
                  <a:cubicBezTo>
                    <a:pt x="-2762" y="66872"/>
                    <a:pt x="-1905" y="32178"/>
                    <a:pt x="7327" y="19726"/>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1;p24">
              <a:extLst>
                <a:ext uri="{FF2B5EF4-FFF2-40B4-BE49-F238E27FC236}">
                  <a16:creationId xmlns:a16="http://schemas.microsoft.com/office/drawing/2014/main" id="{A7A03437-E456-F61C-E543-39587266E1B1}"/>
                </a:ext>
              </a:extLst>
            </p:cNvPr>
            <p:cNvSpPr/>
            <p:nvPr/>
          </p:nvSpPr>
          <p:spPr>
            <a:xfrm>
              <a:off x="2866543" y="4818565"/>
              <a:ext cx="143767" cy="68566"/>
            </a:xfrm>
            <a:custGeom>
              <a:avLst/>
              <a:gdLst/>
              <a:ahLst/>
              <a:cxnLst/>
              <a:rect l="l" t="t" r="r" b="b"/>
              <a:pathLst>
                <a:path w="143767" h="68566" extrusionOk="0">
                  <a:moveTo>
                    <a:pt x="35217" y="61215"/>
                  </a:moveTo>
                  <a:cubicBezTo>
                    <a:pt x="48543" y="58363"/>
                    <a:pt x="73290" y="42204"/>
                    <a:pt x="106509" y="33744"/>
                  </a:cubicBezTo>
                  <a:cubicBezTo>
                    <a:pt x="119263" y="30702"/>
                    <a:pt x="141345" y="16730"/>
                    <a:pt x="143534" y="0"/>
                  </a:cubicBezTo>
                  <a:cubicBezTo>
                    <a:pt x="146485" y="19011"/>
                    <a:pt x="120691" y="36025"/>
                    <a:pt x="106509" y="39542"/>
                  </a:cubicBezTo>
                  <a:cubicBezTo>
                    <a:pt x="73195" y="47527"/>
                    <a:pt x="48543" y="64161"/>
                    <a:pt x="35217" y="66918"/>
                  </a:cubicBezTo>
                  <a:cubicBezTo>
                    <a:pt x="25223" y="69009"/>
                    <a:pt x="12278" y="70435"/>
                    <a:pt x="4378" y="62640"/>
                  </a:cubicBezTo>
                  <a:cubicBezTo>
                    <a:pt x="2320" y="60350"/>
                    <a:pt x="821" y="57622"/>
                    <a:pt x="0" y="54656"/>
                  </a:cubicBezTo>
                  <a:cubicBezTo>
                    <a:pt x="10052" y="62251"/>
                    <a:pt x="23099" y="64684"/>
                    <a:pt x="35217" y="61215"/>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2;p24">
              <a:extLst>
                <a:ext uri="{FF2B5EF4-FFF2-40B4-BE49-F238E27FC236}">
                  <a16:creationId xmlns:a16="http://schemas.microsoft.com/office/drawing/2014/main" id="{06CB331C-5123-B537-4FDA-50E9E3EE2482}"/>
                </a:ext>
              </a:extLst>
            </p:cNvPr>
            <p:cNvSpPr/>
            <p:nvPr/>
          </p:nvSpPr>
          <p:spPr>
            <a:xfrm>
              <a:off x="2858160" y="4267254"/>
              <a:ext cx="210834" cy="594226"/>
            </a:xfrm>
            <a:custGeom>
              <a:avLst/>
              <a:gdLst/>
              <a:ahLst/>
              <a:cxnLst/>
              <a:rect l="l" t="t" r="r" b="b"/>
              <a:pathLst>
                <a:path w="210834" h="594226" extrusionOk="0">
                  <a:moveTo>
                    <a:pt x="6098" y="372610"/>
                  </a:moveTo>
                  <a:cubicBezTo>
                    <a:pt x="8933" y="348172"/>
                    <a:pt x="14031" y="324057"/>
                    <a:pt x="21327" y="300559"/>
                  </a:cubicBezTo>
                  <a:cubicBezTo>
                    <a:pt x="21327" y="300559"/>
                    <a:pt x="16759" y="238299"/>
                    <a:pt x="14474" y="179271"/>
                  </a:cubicBezTo>
                  <a:cubicBezTo>
                    <a:pt x="11904" y="112734"/>
                    <a:pt x="-11320" y="53420"/>
                    <a:pt x="6955" y="0"/>
                  </a:cubicBezTo>
                  <a:lnTo>
                    <a:pt x="210835" y="45340"/>
                  </a:lnTo>
                  <a:cubicBezTo>
                    <a:pt x="210835" y="45340"/>
                    <a:pt x="201317" y="312821"/>
                    <a:pt x="198176" y="345140"/>
                  </a:cubicBezTo>
                  <a:cubicBezTo>
                    <a:pt x="196596" y="370310"/>
                    <a:pt x="193417" y="395366"/>
                    <a:pt x="188657" y="420137"/>
                  </a:cubicBezTo>
                  <a:cubicBezTo>
                    <a:pt x="179139" y="471941"/>
                    <a:pt x="168955" y="587907"/>
                    <a:pt x="168955" y="587907"/>
                  </a:cubicBezTo>
                  <a:cubicBezTo>
                    <a:pt x="147063" y="600644"/>
                    <a:pt x="114987" y="590188"/>
                    <a:pt x="114987" y="590188"/>
                  </a:cubicBezTo>
                  <a:cubicBezTo>
                    <a:pt x="114987" y="590188"/>
                    <a:pt x="114987" y="445041"/>
                    <a:pt x="116224" y="407685"/>
                  </a:cubicBezTo>
                  <a:cubicBezTo>
                    <a:pt x="117937" y="362059"/>
                    <a:pt x="119365" y="365576"/>
                    <a:pt x="119365" y="365576"/>
                  </a:cubicBezTo>
                  <a:lnTo>
                    <a:pt x="112512" y="251987"/>
                  </a:lnTo>
                  <a:lnTo>
                    <a:pt x="108038" y="195525"/>
                  </a:lnTo>
                  <a:cubicBezTo>
                    <a:pt x="108038" y="195525"/>
                    <a:pt x="102327" y="236969"/>
                    <a:pt x="98520" y="273945"/>
                  </a:cubicBezTo>
                  <a:cubicBezTo>
                    <a:pt x="95284" y="306263"/>
                    <a:pt x="87479" y="335444"/>
                    <a:pt x="78722" y="395613"/>
                  </a:cubicBezTo>
                  <a:cubicBezTo>
                    <a:pt x="71203" y="447703"/>
                    <a:pt x="63398" y="554068"/>
                    <a:pt x="63398" y="554068"/>
                  </a:cubicBezTo>
                  <a:cubicBezTo>
                    <a:pt x="41506" y="566710"/>
                    <a:pt x="12000" y="557965"/>
                    <a:pt x="12000" y="557965"/>
                  </a:cubicBezTo>
                  <a:cubicBezTo>
                    <a:pt x="12000" y="557965"/>
                    <a:pt x="197" y="417856"/>
                    <a:pt x="6098" y="37261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3;p24">
              <a:extLst>
                <a:ext uri="{FF2B5EF4-FFF2-40B4-BE49-F238E27FC236}">
                  <a16:creationId xmlns:a16="http://schemas.microsoft.com/office/drawing/2014/main" id="{F1CC487A-E672-0791-69DD-6EC74AC05C50}"/>
                </a:ext>
              </a:extLst>
            </p:cNvPr>
            <p:cNvSpPr/>
            <p:nvPr/>
          </p:nvSpPr>
          <p:spPr>
            <a:xfrm>
              <a:off x="2884049" y="3772563"/>
              <a:ext cx="155365" cy="247695"/>
            </a:xfrm>
            <a:custGeom>
              <a:avLst/>
              <a:gdLst/>
              <a:ahLst/>
              <a:cxnLst/>
              <a:rect l="l" t="t" r="r" b="b"/>
              <a:pathLst>
                <a:path w="155365" h="247695" extrusionOk="0">
                  <a:moveTo>
                    <a:pt x="8859" y="177022"/>
                  </a:moveTo>
                  <a:cubicBezTo>
                    <a:pt x="24564" y="177782"/>
                    <a:pt x="36271" y="181869"/>
                    <a:pt x="38270" y="177022"/>
                  </a:cubicBezTo>
                  <a:cubicBezTo>
                    <a:pt x="39966" y="168895"/>
                    <a:pt x="41174" y="160673"/>
                    <a:pt x="41887" y="152403"/>
                  </a:cubicBezTo>
                  <a:cubicBezTo>
                    <a:pt x="40078" y="147840"/>
                    <a:pt x="38460" y="142897"/>
                    <a:pt x="38460" y="142897"/>
                  </a:cubicBezTo>
                  <a:cubicBezTo>
                    <a:pt x="18662" y="130826"/>
                    <a:pt x="12476" y="109439"/>
                    <a:pt x="9906" y="84535"/>
                  </a:cubicBezTo>
                  <a:cubicBezTo>
                    <a:pt x="5527" y="42046"/>
                    <a:pt x="28942" y="4880"/>
                    <a:pt x="71013" y="412"/>
                  </a:cubicBezTo>
                  <a:cubicBezTo>
                    <a:pt x="111084" y="-3770"/>
                    <a:pt x="140495" y="24365"/>
                    <a:pt x="148396" y="62862"/>
                  </a:cubicBezTo>
                  <a:cubicBezTo>
                    <a:pt x="152584" y="81873"/>
                    <a:pt x="161055" y="117899"/>
                    <a:pt x="149633" y="149171"/>
                  </a:cubicBezTo>
                  <a:cubicBezTo>
                    <a:pt x="143256" y="166756"/>
                    <a:pt x="135070" y="180634"/>
                    <a:pt x="126884" y="183295"/>
                  </a:cubicBezTo>
                  <a:cubicBezTo>
                    <a:pt x="118946" y="183143"/>
                    <a:pt x="111027" y="182449"/>
                    <a:pt x="103184" y="181204"/>
                  </a:cubicBezTo>
                  <a:lnTo>
                    <a:pt x="103184" y="181204"/>
                  </a:lnTo>
                  <a:cubicBezTo>
                    <a:pt x="103184" y="181204"/>
                    <a:pt x="101090" y="192991"/>
                    <a:pt x="99662" y="200215"/>
                  </a:cubicBezTo>
                  <a:cubicBezTo>
                    <a:pt x="98235" y="207439"/>
                    <a:pt x="98711" y="211716"/>
                    <a:pt x="113844" y="221031"/>
                  </a:cubicBezTo>
                  <a:cubicBezTo>
                    <a:pt x="128978" y="230347"/>
                    <a:pt x="91001" y="249548"/>
                    <a:pt x="66253" y="247551"/>
                  </a:cubicBezTo>
                  <a:cubicBezTo>
                    <a:pt x="41506" y="245555"/>
                    <a:pt x="13523" y="230727"/>
                    <a:pt x="5908" y="214758"/>
                  </a:cubicBezTo>
                  <a:cubicBezTo>
                    <a:pt x="-2754" y="197553"/>
                    <a:pt x="-1992" y="176451"/>
                    <a:pt x="8859" y="177022"/>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4;p24">
              <a:extLst>
                <a:ext uri="{FF2B5EF4-FFF2-40B4-BE49-F238E27FC236}">
                  <a16:creationId xmlns:a16="http://schemas.microsoft.com/office/drawing/2014/main" id="{8C1BD6C6-63D7-AAA8-F8A0-D79CB739284E}"/>
                </a:ext>
              </a:extLst>
            </p:cNvPr>
            <p:cNvSpPr/>
            <p:nvPr/>
          </p:nvSpPr>
          <p:spPr>
            <a:xfrm>
              <a:off x="2832349" y="3948237"/>
              <a:ext cx="239208" cy="394751"/>
            </a:xfrm>
            <a:custGeom>
              <a:avLst/>
              <a:gdLst/>
              <a:ahLst/>
              <a:cxnLst/>
              <a:rect l="l" t="t" r="r" b="b"/>
              <a:pathLst>
                <a:path w="239208" h="394751" extrusionOk="0">
                  <a:moveTo>
                    <a:pt x="83308" y="3725"/>
                  </a:moveTo>
                  <a:cubicBezTo>
                    <a:pt x="78930" y="14561"/>
                    <a:pt x="90066" y="27868"/>
                    <a:pt x="119667" y="37088"/>
                  </a:cubicBezTo>
                  <a:cubicBezTo>
                    <a:pt x="149269" y="46308"/>
                    <a:pt x="151839" y="34427"/>
                    <a:pt x="151839" y="34427"/>
                  </a:cubicBezTo>
                  <a:cubicBezTo>
                    <a:pt x="171408" y="43257"/>
                    <a:pt x="190473" y="53162"/>
                    <a:pt x="208948" y="64083"/>
                  </a:cubicBezTo>
                  <a:cubicBezTo>
                    <a:pt x="226652" y="76441"/>
                    <a:pt x="234552" y="112371"/>
                    <a:pt x="236932" y="172920"/>
                  </a:cubicBezTo>
                  <a:cubicBezTo>
                    <a:pt x="239692" y="242974"/>
                    <a:pt x="239977" y="346963"/>
                    <a:pt x="237598" y="364928"/>
                  </a:cubicBezTo>
                  <a:cubicBezTo>
                    <a:pt x="237598" y="364928"/>
                    <a:pt x="204475" y="398007"/>
                    <a:pt x="161452" y="394490"/>
                  </a:cubicBezTo>
                  <a:cubicBezTo>
                    <a:pt x="118430" y="390973"/>
                    <a:pt x="47234" y="353427"/>
                    <a:pt x="30196" y="324435"/>
                  </a:cubicBezTo>
                  <a:cubicBezTo>
                    <a:pt x="30196" y="263031"/>
                    <a:pt x="37906" y="253050"/>
                    <a:pt x="27912" y="217595"/>
                  </a:cubicBezTo>
                  <a:cubicBezTo>
                    <a:pt x="5068" y="136514"/>
                    <a:pt x="-6925" y="103531"/>
                    <a:pt x="4212" y="49540"/>
                  </a:cubicBezTo>
                  <a:cubicBezTo>
                    <a:pt x="13730" y="5150"/>
                    <a:pt x="26103" y="-363"/>
                    <a:pt x="43712" y="17"/>
                  </a:cubicBezTo>
                  <a:cubicBezTo>
                    <a:pt x="56967" y="550"/>
                    <a:pt x="70185" y="1785"/>
                    <a:pt x="83308" y="3725"/>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5;p24">
              <a:extLst>
                <a:ext uri="{FF2B5EF4-FFF2-40B4-BE49-F238E27FC236}">
                  <a16:creationId xmlns:a16="http://schemas.microsoft.com/office/drawing/2014/main" id="{BD89C4BB-21F5-AF04-52DC-E0307F968F44}"/>
                </a:ext>
              </a:extLst>
            </p:cNvPr>
            <p:cNvSpPr/>
            <p:nvPr/>
          </p:nvSpPr>
          <p:spPr>
            <a:xfrm>
              <a:off x="3011886" y="4098914"/>
              <a:ext cx="63391" cy="288487"/>
            </a:xfrm>
            <a:custGeom>
              <a:avLst/>
              <a:gdLst/>
              <a:ahLst/>
              <a:cxnLst/>
              <a:rect l="l" t="t" r="r" b="b"/>
              <a:pathLst>
                <a:path w="63391" h="288487" extrusionOk="0">
                  <a:moveTo>
                    <a:pt x="21226" y="268241"/>
                  </a:moveTo>
                  <a:lnTo>
                    <a:pt x="0" y="24144"/>
                  </a:lnTo>
                  <a:lnTo>
                    <a:pt x="45592" y="0"/>
                  </a:lnTo>
                  <a:lnTo>
                    <a:pt x="63391" y="14923"/>
                  </a:lnTo>
                  <a:lnTo>
                    <a:pt x="57109" y="234117"/>
                  </a:lnTo>
                  <a:lnTo>
                    <a:pt x="57109" y="234117"/>
                  </a:lnTo>
                  <a:lnTo>
                    <a:pt x="57109" y="240200"/>
                  </a:lnTo>
                  <a:lnTo>
                    <a:pt x="57109" y="240200"/>
                  </a:lnTo>
                  <a:lnTo>
                    <a:pt x="57109" y="247995"/>
                  </a:lnTo>
                  <a:cubicBezTo>
                    <a:pt x="57109" y="247995"/>
                    <a:pt x="58061" y="266435"/>
                    <a:pt x="23224" y="288488"/>
                  </a:cubicBezTo>
                  <a:cubicBezTo>
                    <a:pt x="23224" y="288488"/>
                    <a:pt x="22653" y="282689"/>
                    <a:pt x="22177" y="277271"/>
                  </a:cubicBezTo>
                  <a:lnTo>
                    <a:pt x="22177" y="277271"/>
                  </a:lnTo>
                  <a:lnTo>
                    <a:pt x="21321" y="267766"/>
                  </a:ln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7" name="Google Shape;1116;p24">
              <a:extLst>
                <a:ext uri="{FF2B5EF4-FFF2-40B4-BE49-F238E27FC236}">
                  <a16:creationId xmlns:a16="http://schemas.microsoft.com/office/drawing/2014/main" id="{DDC8A2A6-C8E8-3435-FA55-B869D22116A0}"/>
                </a:ext>
              </a:extLst>
            </p:cNvPr>
            <p:cNvSpPr/>
            <p:nvPr/>
          </p:nvSpPr>
          <p:spPr>
            <a:xfrm>
              <a:off x="2997806" y="3997207"/>
              <a:ext cx="83658" cy="135231"/>
            </a:xfrm>
            <a:custGeom>
              <a:avLst/>
              <a:gdLst/>
              <a:ahLst/>
              <a:cxnLst/>
              <a:rect l="l" t="t" r="r" b="b"/>
              <a:pathLst>
                <a:path w="83658" h="135231" extrusionOk="0">
                  <a:moveTo>
                    <a:pt x="29880" y="0"/>
                  </a:moveTo>
                  <a:cubicBezTo>
                    <a:pt x="53390" y="0"/>
                    <a:pt x="67953" y="11977"/>
                    <a:pt x="74140" y="48192"/>
                  </a:cubicBezTo>
                  <a:cubicBezTo>
                    <a:pt x="80327" y="84408"/>
                    <a:pt x="83658" y="114064"/>
                    <a:pt x="83658" y="114064"/>
                  </a:cubicBezTo>
                  <a:cubicBezTo>
                    <a:pt x="72826" y="126070"/>
                    <a:pt x="57807" y="133484"/>
                    <a:pt x="41683" y="134786"/>
                  </a:cubicBezTo>
                  <a:cubicBezTo>
                    <a:pt x="13128" y="137923"/>
                    <a:pt x="4943" y="123475"/>
                    <a:pt x="4943" y="123475"/>
                  </a:cubicBezTo>
                  <a:cubicBezTo>
                    <a:pt x="4943" y="123475"/>
                    <a:pt x="1897" y="85929"/>
                    <a:pt x="374" y="60359"/>
                  </a:cubicBezTo>
                  <a:cubicBezTo>
                    <a:pt x="-1149" y="34790"/>
                    <a:pt x="755" y="570"/>
                    <a:pt x="29880" y="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7;p24">
              <a:extLst>
                <a:ext uri="{FF2B5EF4-FFF2-40B4-BE49-F238E27FC236}">
                  <a16:creationId xmlns:a16="http://schemas.microsoft.com/office/drawing/2014/main" id="{190CA929-2A50-7031-0DE2-1F8AF2C580BD}"/>
                </a:ext>
              </a:extLst>
            </p:cNvPr>
            <p:cNvSpPr/>
            <p:nvPr/>
          </p:nvSpPr>
          <p:spPr>
            <a:xfrm>
              <a:off x="2888823" y="3761654"/>
              <a:ext cx="150557" cy="165637"/>
            </a:xfrm>
            <a:custGeom>
              <a:avLst/>
              <a:gdLst/>
              <a:ahLst/>
              <a:cxnLst/>
              <a:rect l="l" t="t" r="r" b="b"/>
              <a:pathLst>
                <a:path w="150557" h="165637" extrusionOk="0">
                  <a:moveTo>
                    <a:pt x="142099" y="68353"/>
                  </a:moveTo>
                  <a:cubicBezTo>
                    <a:pt x="142099" y="68353"/>
                    <a:pt x="178840" y="12557"/>
                    <a:pt x="99172" y="1150"/>
                  </a:cubicBezTo>
                  <a:cubicBezTo>
                    <a:pt x="42063" y="-7024"/>
                    <a:pt x="4752" y="29667"/>
                    <a:pt x="468" y="69874"/>
                  </a:cubicBezTo>
                  <a:cubicBezTo>
                    <a:pt x="-3624" y="107896"/>
                    <a:pt x="19981" y="147723"/>
                    <a:pt x="37018" y="163502"/>
                  </a:cubicBezTo>
                  <a:cubicBezTo>
                    <a:pt x="53749" y="167751"/>
                    <a:pt x="71464" y="165612"/>
                    <a:pt x="86703" y="157514"/>
                  </a:cubicBezTo>
                  <a:cubicBezTo>
                    <a:pt x="87636" y="147115"/>
                    <a:pt x="87988" y="136678"/>
                    <a:pt x="87750" y="126241"/>
                  </a:cubicBezTo>
                  <a:cubicBezTo>
                    <a:pt x="87750" y="126241"/>
                    <a:pt x="59862" y="67308"/>
                    <a:pt x="142099" y="6835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8;p24">
              <a:extLst>
                <a:ext uri="{FF2B5EF4-FFF2-40B4-BE49-F238E27FC236}">
                  <a16:creationId xmlns:a16="http://schemas.microsoft.com/office/drawing/2014/main" id="{FCD57107-1538-5FAE-B89C-C5F98DD09753}"/>
                </a:ext>
              </a:extLst>
            </p:cNvPr>
            <p:cNvSpPr/>
            <p:nvPr/>
          </p:nvSpPr>
          <p:spPr>
            <a:xfrm>
              <a:off x="2091982" y="2625612"/>
              <a:ext cx="210167" cy="307273"/>
            </a:xfrm>
            <a:custGeom>
              <a:avLst/>
              <a:gdLst/>
              <a:ahLst/>
              <a:cxnLst/>
              <a:rect l="l" t="t" r="r" b="b"/>
              <a:pathLst>
                <a:path w="210167" h="307273" extrusionOk="0">
                  <a:moveTo>
                    <a:pt x="136175" y="10238"/>
                  </a:moveTo>
                  <a:cubicBezTo>
                    <a:pt x="127799" y="-3260"/>
                    <a:pt x="63836" y="-12100"/>
                    <a:pt x="42801" y="41986"/>
                  </a:cubicBezTo>
                  <a:cubicBezTo>
                    <a:pt x="34806" y="62517"/>
                    <a:pt x="36043" y="114987"/>
                    <a:pt x="29380" y="147875"/>
                  </a:cubicBezTo>
                  <a:cubicBezTo>
                    <a:pt x="22718" y="180764"/>
                    <a:pt x="7013" y="199489"/>
                    <a:pt x="1397" y="226199"/>
                  </a:cubicBezTo>
                  <a:cubicBezTo>
                    <a:pt x="-4219" y="252910"/>
                    <a:pt x="4919" y="297775"/>
                    <a:pt x="69452" y="305664"/>
                  </a:cubicBezTo>
                  <a:cubicBezTo>
                    <a:pt x="133985" y="313554"/>
                    <a:pt x="183670" y="290931"/>
                    <a:pt x="198709" y="270399"/>
                  </a:cubicBezTo>
                  <a:cubicBezTo>
                    <a:pt x="213748" y="249868"/>
                    <a:pt x="214224" y="206238"/>
                    <a:pt x="198709" y="182855"/>
                  </a:cubicBezTo>
                  <a:cubicBezTo>
                    <a:pt x="183194" y="159472"/>
                    <a:pt x="170916" y="140366"/>
                    <a:pt x="171297" y="109854"/>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19;p24">
              <a:extLst>
                <a:ext uri="{FF2B5EF4-FFF2-40B4-BE49-F238E27FC236}">
                  <a16:creationId xmlns:a16="http://schemas.microsoft.com/office/drawing/2014/main" id="{7A0C538A-D2A9-5B44-DAE3-582BB4845BD4}"/>
                </a:ext>
              </a:extLst>
            </p:cNvPr>
            <p:cNvSpPr/>
            <p:nvPr/>
          </p:nvSpPr>
          <p:spPr>
            <a:xfrm>
              <a:off x="2269538" y="2847336"/>
              <a:ext cx="39152" cy="227300"/>
            </a:xfrm>
            <a:custGeom>
              <a:avLst/>
              <a:gdLst/>
              <a:ahLst/>
              <a:cxnLst/>
              <a:rect l="l" t="t" r="r" b="b"/>
              <a:pathLst>
                <a:path w="39152" h="227300" extrusionOk="0">
                  <a:moveTo>
                    <a:pt x="35145" y="14835"/>
                  </a:moveTo>
                  <a:cubicBezTo>
                    <a:pt x="35145" y="14835"/>
                    <a:pt x="50279" y="121866"/>
                    <a:pt x="21725" y="197909"/>
                  </a:cubicBezTo>
                  <a:cubicBezTo>
                    <a:pt x="-6830" y="273952"/>
                    <a:pt x="975" y="178423"/>
                    <a:pt x="975" y="178423"/>
                  </a:cubicBezTo>
                  <a:lnTo>
                    <a:pt x="7923" y="155705"/>
                  </a:lnTo>
                  <a:cubicBezTo>
                    <a:pt x="7923" y="155705"/>
                    <a:pt x="13634" y="68446"/>
                    <a:pt x="11255" y="47059"/>
                  </a:cubicBezTo>
                  <a:cubicBezTo>
                    <a:pt x="8875" y="25672"/>
                    <a:pt x="9446" y="7231"/>
                    <a:pt x="7923" y="5520"/>
                  </a:cubicBezTo>
                  <a:cubicBezTo>
                    <a:pt x="6400" y="3809"/>
                    <a:pt x="13539" y="387"/>
                    <a:pt x="16585" y="7"/>
                  </a:cubicBezTo>
                  <a:cubicBezTo>
                    <a:pt x="19631" y="-373"/>
                    <a:pt x="35145" y="14835"/>
                    <a:pt x="35145" y="1483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0;p24">
              <a:extLst>
                <a:ext uri="{FF2B5EF4-FFF2-40B4-BE49-F238E27FC236}">
                  <a16:creationId xmlns:a16="http://schemas.microsoft.com/office/drawing/2014/main" id="{1A518FD6-FCAE-0B8C-E953-7035BBD0B352}"/>
                </a:ext>
              </a:extLst>
            </p:cNvPr>
            <p:cNvSpPr/>
            <p:nvPr/>
          </p:nvSpPr>
          <p:spPr>
            <a:xfrm>
              <a:off x="2185896" y="2622782"/>
              <a:ext cx="100407" cy="124097"/>
            </a:xfrm>
            <a:custGeom>
              <a:avLst/>
              <a:gdLst/>
              <a:ahLst/>
              <a:cxnLst/>
              <a:rect l="l" t="t" r="r" b="b"/>
              <a:pathLst>
                <a:path w="100407" h="124097" extrusionOk="0">
                  <a:moveTo>
                    <a:pt x="0" y="3657"/>
                  </a:moveTo>
                  <a:cubicBezTo>
                    <a:pt x="0" y="3657"/>
                    <a:pt x="48162" y="-10126"/>
                    <a:pt x="77288" y="15824"/>
                  </a:cubicBezTo>
                  <a:cubicBezTo>
                    <a:pt x="96918" y="33855"/>
                    <a:pt x="104879" y="61297"/>
                    <a:pt x="97942" y="87019"/>
                  </a:cubicBezTo>
                  <a:cubicBezTo>
                    <a:pt x="94040" y="102227"/>
                    <a:pt x="86235" y="122949"/>
                    <a:pt x="74147" y="124090"/>
                  </a:cubicBezTo>
                  <a:cubicBezTo>
                    <a:pt x="62059" y="125230"/>
                    <a:pt x="0" y="3657"/>
                    <a:pt x="0" y="3657"/>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2" name="Google Shape;1121;p24">
              <a:extLst>
                <a:ext uri="{FF2B5EF4-FFF2-40B4-BE49-F238E27FC236}">
                  <a16:creationId xmlns:a16="http://schemas.microsoft.com/office/drawing/2014/main" id="{D8A8742E-AB63-8980-CA71-D2904DBE1E30}"/>
                </a:ext>
              </a:extLst>
            </p:cNvPr>
            <p:cNvSpPr/>
            <p:nvPr/>
          </p:nvSpPr>
          <p:spPr>
            <a:xfrm>
              <a:off x="2142363" y="2757613"/>
              <a:ext cx="124104" cy="138364"/>
            </a:xfrm>
            <a:custGeom>
              <a:avLst/>
              <a:gdLst/>
              <a:ahLst/>
              <a:cxnLst/>
              <a:rect l="l" t="t" r="r" b="b"/>
              <a:pathLst>
                <a:path w="124104" h="138364" extrusionOk="0">
                  <a:moveTo>
                    <a:pt x="25163" y="0"/>
                  </a:moveTo>
                  <a:cubicBezTo>
                    <a:pt x="25163" y="0"/>
                    <a:pt x="28304" y="53515"/>
                    <a:pt x="27352" y="57032"/>
                  </a:cubicBezTo>
                  <a:cubicBezTo>
                    <a:pt x="26400" y="60549"/>
                    <a:pt x="6221" y="64826"/>
                    <a:pt x="606" y="69484"/>
                  </a:cubicBezTo>
                  <a:cubicBezTo>
                    <a:pt x="-5010" y="74142"/>
                    <a:pt x="29826" y="128513"/>
                    <a:pt x="47530" y="136592"/>
                  </a:cubicBezTo>
                  <a:cubicBezTo>
                    <a:pt x="65234" y="144671"/>
                    <a:pt x="119964" y="124045"/>
                    <a:pt x="123676" y="96860"/>
                  </a:cubicBezTo>
                  <a:cubicBezTo>
                    <a:pt x="127198" y="71766"/>
                    <a:pt x="108066" y="52279"/>
                    <a:pt x="100642" y="45531"/>
                  </a:cubicBezTo>
                  <a:cubicBezTo>
                    <a:pt x="95603" y="45179"/>
                    <a:pt x="90547" y="45179"/>
                    <a:pt x="85508" y="45531"/>
                  </a:cubicBezTo>
                  <a:lnTo>
                    <a:pt x="83890" y="19486"/>
                  </a:lnTo>
                  <a:cubicBezTo>
                    <a:pt x="60475" y="11977"/>
                    <a:pt x="25163" y="0"/>
                    <a:pt x="25163"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2;p24">
              <a:extLst>
                <a:ext uri="{FF2B5EF4-FFF2-40B4-BE49-F238E27FC236}">
                  <a16:creationId xmlns:a16="http://schemas.microsoft.com/office/drawing/2014/main" id="{B4A4F85F-C110-650D-2CD9-AE9BFF16F913}"/>
                </a:ext>
              </a:extLst>
            </p:cNvPr>
            <p:cNvSpPr/>
            <p:nvPr/>
          </p:nvSpPr>
          <p:spPr>
            <a:xfrm>
              <a:off x="2121718" y="2803072"/>
              <a:ext cx="180978" cy="208003"/>
            </a:xfrm>
            <a:custGeom>
              <a:avLst/>
              <a:gdLst/>
              <a:ahLst/>
              <a:cxnLst/>
              <a:rect l="l" t="t" r="r" b="b"/>
              <a:pathLst>
                <a:path w="180978" h="208003" extrusionOk="0">
                  <a:moveTo>
                    <a:pt x="38384" y="17181"/>
                  </a:moveTo>
                  <a:cubicBezTo>
                    <a:pt x="23345" y="19557"/>
                    <a:pt x="6117" y="27542"/>
                    <a:pt x="3738" y="36192"/>
                  </a:cubicBezTo>
                  <a:cubicBezTo>
                    <a:pt x="-2445" y="65896"/>
                    <a:pt x="-938" y="96684"/>
                    <a:pt x="8116" y="125637"/>
                  </a:cubicBezTo>
                  <a:cubicBezTo>
                    <a:pt x="21156" y="160046"/>
                    <a:pt x="29913" y="182004"/>
                    <a:pt x="37432" y="196832"/>
                  </a:cubicBezTo>
                  <a:cubicBezTo>
                    <a:pt x="37432" y="196832"/>
                    <a:pt x="102632" y="224778"/>
                    <a:pt x="155268" y="192270"/>
                  </a:cubicBezTo>
                  <a:cubicBezTo>
                    <a:pt x="155268" y="192270"/>
                    <a:pt x="158789" y="155294"/>
                    <a:pt x="159075" y="135238"/>
                  </a:cubicBezTo>
                  <a:cubicBezTo>
                    <a:pt x="207618" y="92939"/>
                    <a:pt x="166118" y="40849"/>
                    <a:pt x="125000" y="356"/>
                  </a:cubicBezTo>
                  <a:cubicBezTo>
                    <a:pt x="120062" y="-119"/>
                    <a:pt x="115089" y="-119"/>
                    <a:pt x="110151" y="356"/>
                  </a:cubicBezTo>
                  <a:cubicBezTo>
                    <a:pt x="110151" y="356"/>
                    <a:pt x="146892" y="43606"/>
                    <a:pt x="121383" y="68225"/>
                  </a:cubicBezTo>
                  <a:cubicBezTo>
                    <a:pt x="66748" y="51495"/>
                    <a:pt x="55898" y="26971"/>
                    <a:pt x="38384" y="17181"/>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3;p24">
              <a:extLst>
                <a:ext uri="{FF2B5EF4-FFF2-40B4-BE49-F238E27FC236}">
                  <a16:creationId xmlns:a16="http://schemas.microsoft.com/office/drawing/2014/main" id="{19184C3D-E877-0AE7-3AAD-2380A7D2C8B3}"/>
                </a:ext>
              </a:extLst>
            </p:cNvPr>
            <p:cNvSpPr/>
            <p:nvPr/>
          </p:nvSpPr>
          <p:spPr>
            <a:xfrm>
              <a:off x="2137334" y="2632700"/>
              <a:ext cx="133195" cy="163980"/>
            </a:xfrm>
            <a:custGeom>
              <a:avLst/>
              <a:gdLst/>
              <a:ahLst/>
              <a:cxnLst/>
              <a:rect l="l" t="t" r="r" b="b"/>
              <a:pathLst>
                <a:path w="133195" h="163980" extrusionOk="0">
                  <a:moveTo>
                    <a:pt x="130419" y="58471"/>
                  </a:moveTo>
                  <a:lnTo>
                    <a:pt x="130419" y="58471"/>
                  </a:lnTo>
                  <a:cubicBezTo>
                    <a:pt x="124993" y="24061"/>
                    <a:pt x="100056" y="-1888"/>
                    <a:pt x="64553" y="108"/>
                  </a:cubicBezTo>
                  <a:cubicBezTo>
                    <a:pt x="26762" y="2399"/>
                    <a:pt x="-2053" y="34793"/>
                    <a:pt x="115" y="72539"/>
                  </a:cubicBezTo>
                  <a:cubicBezTo>
                    <a:pt x="1384" y="93736"/>
                    <a:pt x="12514" y="113117"/>
                    <a:pt x="30192" y="124913"/>
                  </a:cubicBezTo>
                  <a:cubicBezTo>
                    <a:pt x="31439" y="130103"/>
                    <a:pt x="33258" y="135141"/>
                    <a:pt x="35618" y="139932"/>
                  </a:cubicBezTo>
                  <a:cubicBezTo>
                    <a:pt x="48277" y="154570"/>
                    <a:pt x="81686" y="163885"/>
                    <a:pt x="92727" y="163980"/>
                  </a:cubicBezTo>
                  <a:cubicBezTo>
                    <a:pt x="102245" y="163980"/>
                    <a:pt x="110526" y="155235"/>
                    <a:pt x="119473" y="140407"/>
                  </a:cubicBezTo>
                  <a:cubicBezTo>
                    <a:pt x="138033" y="109610"/>
                    <a:pt x="133369" y="75485"/>
                    <a:pt x="130419" y="58471"/>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4;p24">
              <a:extLst>
                <a:ext uri="{FF2B5EF4-FFF2-40B4-BE49-F238E27FC236}">
                  <a16:creationId xmlns:a16="http://schemas.microsoft.com/office/drawing/2014/main" id="{89D9F347-BFA2-A63A-1BD2-2B0612A8B339}"/>
                </a:ext>
              </a:extLst>
            </p:cNvPr>
            <p:cNvSpPr/>
            <p:nvPr/>
          </p:nvSpPr>
          <p:spPr>
            <a:xfrm>
              <a:off x="2131362" y="2631771"/>
              <a:ext cx="133630" cy="125556"/>
            </a:xfrm>
            <a:custGeom>
              <a:avLst/>
              <a:gdLst/>
              <a:ahLst/>
              <a:cxnLst/>
              <a:rect l="l" t="t" r="r" b="b"/>
              <a:pathLst>
                <a:path w="133630" h="125556" extrusionOk="0">
                  <a:moveTo>
                    <a:pt x="59484" y="1702"/>
                  </a:moveTo>
                  <a:cubicBezTo>
                    <a:pt x="34546" y="6549"/>
                    <a:pt x="14082" y="13583"/>
                    <a:pt x="7324" y="38012"/>
                  </a:cubicBezTo>
                  <a:cubicBezTo>
                    <a:pt x="2660" y="54837"/>
                    <a:pt x="-3432" y="86965"/>
                    <a:pt x="2375" y="100462"/>
                  </a:cubicBezTo>
                  <a:lnTo>
                    <a:pt x="5991" y="109968"/>
                  </a:lnTo>
                  <a:lnTo>
                    <a:pt x="36164" y="125557"/>
                  </a:lnTo>
                  <a:cubicBezTo>
                    <a:pt x="36164" y="125557"/>
                    <a:pt x="50251" y="113770"/>
                    <a:pt x="45682" y="79456"/>
                  </a:cubicBezTo>
                  <a:cubicBezTo>
                    <a:pt x="45808" y="74807"/>
                    <a:pt x="47261" y="70283"/>
                    <a:pt x="49870" y="66433"/>
                  </a:cubicBezTo>
                  <a:cubicBezTo>
                    <a:pt x="51779" y="63173"/>
                    <a:pt x="53189" y="59646"/>
                    <a:pt x="54058" y="55977"/>
                  </a:cubicBezTo>
                  <a:cubicBezTo>
                    <a:pt x="57624" y="46681"/>
                    <a:pt x="64649" y="39124"/>
                    <a:pt x="73666" y="34875"/>
                  </a:cubicBezTo>
                  <a:cubicBezTo>
                    <a:pt x="96129" y="22233"/>
                    <a:pt x="129062" y="33164"/>
                    <a:pt x="133631" y="37727"/>
                  </a:cubicBezTo>
                  <a:cubicBezTo>
                    <a:pt x="120538" y="9734"/>
                    <a:pt x="89617" y="-5285"/>
                    <a:pt x="59484" y="1702"/>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5;p24">
              <a:extLst>
                <a:ext uri="{FF2B5EF4-FFF2-40B4-BE49-F238E27FC236}">
                  <a16:creationId xmlns:a16="http://schemas.microsoft.com/office/drawing/2014/main" id="{445D83F6-0F74-A79E-F0A3-6E5B8F6A2BF9}"/>
                </a:ext>
              </a:extLst>
            </p:cNvPr>
            <p:cNvSpPr/>
            <p:nvPr/>
          </p:nvSpPr>
          <p:spPr>
            <a:xfrm>
              <a:off x="2137527" y="3718507"/>
              <a:ext cx="105640" cy="80438"/>
            </a:xfrm>
            <a:custGeom>
              <a:avLst/>
              <a:gdLst/>
              <a:ahLst/>
              <a:cxnLst/>
              <a:rect l="l" t="t" r="r" b="b"/>
              <a:pathLst>
                <a:path w="105640" h="80438" extrusionOk="0">
                  <a:moveTo>
                    <a:pt x="8202" y="3"/>
                  </a:moveTo>
                  <a:cubicBezTo>
                    <a:pt x="20862" y="10269"/>
                    <a:pt x="40469" y="3139"/>
                    <a:pt x="41421" y="4090"/>
                  </a:cubicBezTo>
                  <a:cubicBezTo>
                    <a:pt x="56092" y="16761"/>
                    <a:pt x="71439" y="28623"/>
                    <a:pt x="87394" y="39640"/>
                  </a:cubicBezTo>
                  <a:cubicBezTo>
                    <a:pt x="95294" y="45818"/>
                    <a:pt x="107572" y="54088"/>
                    <a:pt x="105383" y="65970"/>
                  </a:cubicBezTo>
                  <a:cubicBezTo>
                    <a:pt x="101386" y="87167"/>
                    <a:pt x="67310" y="80608"/>
                    <a:pt x="54461" y="74145"/>
                  </a:cubicBezTo>
                  <a:cubicBezTo>
                    <a:pt x="41611" y="67681"/>
                    <a:pt x="31141" y="56845"/>
                    <a:pt x="19053" y="49335"/>
                  </a:cubicBezTo>
                  <a:cubicBezTo>
                    <a:pt x="10392" y="44012"/>
                    <a:pt x="1825" y="41161"/>
                    <a:pt x="17" y="30325"/>
                  </a:cubicBezTo>
                  <a:cubicBezTo>
                    <a:pt x="-364" y="23386"/>
                    <a:pt x="5823" y="-283"/>
                    <a:pt x="8202" y="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6;p24">
              <a:extLst>
                <a:ext uri="{FF2B5EF4-FFF2-40B4-BE49-F238E27FC236}">
                  <a16:creationId xmlns:a16="http://schemas.microsoft.com/office/drawing/2014/main" id="{926BA3EE-D1F7-495B-34C7-145DBBE2CF8E}"/>
                </a:ext>
              </a:extLst>
            </p:cNvPr>
            <p:cNvSpPr/>
            <p:nvPr/>
          </p:nvSpPr>
          <p:spPr>
            <a:xfrm>
              <a:off x="2137841" y="3744079"/>
              <a:ext cx="105259" cy="54863"/>
            </a:xfrm>
            <a:custGeom>
              <a:avLst/>
              <a:gdLst/>
              <a:ahLst/>
              <a:cxnLst/>
              <a:rect l="l" t="t" r="r" b="b"/>
              <a:pathLst>
                <a:path w="105259" h="54863" extrusionOk="0">
                  <a:moveTo>
                    <a:pt x="369" y="0"/>
                  </a:moveTo>
                  <a:cubicBezTo>
                    <a:pt x="1987" y="10456"/>
                    <a:pt x="10458" y="13308"/>
                    <a:pt x="19405" y="19011"/>
                  </a:cubicBezTo>
                  <a:cubicBezTo>
                    <a:pt x="31779" y="26615"/>
                    <a:pt x="42629" y="38021"/>
                    <a:pt x="55479" y="44200"/>
                  </a:cubicBezTo>
                  <a:cubicBezTo>
                    <a:pt x="68329" y="50379"/>
                    <a:pt x="96883" y="56082"/>
                    <a:pt x="105259" y="40968"/>
                  </a:cubicBezTo>
                  <a:cubicBezTo>
                    <a:pt x="100690" y="61405"/>
                    <a:pt x="67186" y="55036"/>
                    <a:pt x="54527" y="48573"/>
                  </a:cubicBezTo>
                  <a:cubicBezTo>
                    <a:pt x="41868" y="42109"/>
                    <a:pt x="31208" y="31273"/>
                    <a:pt x="19119" y="23763"/>
                  </a:cubicBezTo>
                  <a:cubicBezTo>
                    <a:pt x="10458" y="18440"/>
                    <a:pt x="1891" y="15589"/>
                    <a:pt x="83" y="4753"/>
                  </a:cubicBezTo>
                  <a:cubicBezTo>
                    <a:pt x="-89" y="3165"/>
                    <a:pt x="7" y="1559"/>
                    <a:pt x="369"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7;p24">
              <a:extLst>
                <a:ext uri="{FF2B5EF4-FFF2-40B4-BE49-F238E27FC236}">
                  <a16:creationId xmlns:a16="http://schemas.microsoft.com/office/drawing/2014/main" id="{D0073862-6A62-76E8-6FCC-AE7D9962D394}"/>
                </a:ext>
              </a:extLst>
            </p:cNvPr>
            <p:cNvSpPr/>
            <p:nvPr/>
          </p:nvSpPr>
          <p:spPr>
            <a:xfrm>
              <a:off x="2226539" y="3701115"/>
              <a:ext cx="96273" cy="74358"/>
            </a:xfrm>
            <a:custGeom>
              <a:avLst/>
              <a:gdLst/>
              <a:ahLst/>
              <a:cxnLst/>
              <a:rect l="l" t="t" r="r" b="b"/>
              <a:pathLst>
                <a:path w="96273" h="74358" extrusionOk="0">
                  <a:moveTo>
                    <a:pt x="7519" y="0"/>
                  </a:moveTo>
                  <a:cubicBezTo>
                    <a:pt x="19132" y="9505"/>
                    <a:pt x="36074" y="4087"/>
                    <a:pt x="37407" y="4943"/>
                  </a:cubicBezTo>
                  <a:cubicBezTo>
                    <a:pt x="50869" y="16473"/>
                    <a:pt x="64979" y="27233"/>
                    <a:pt x="79667" y="37166"/>
                  </a:cubicBezTo>
                  <a:cubicBezTo>
                    <a:pt x="86806" y="42774"/>
                    <a:pt x="98037" y="50378"/>
                    <a:pt x="96039" y="61215"/>
                  </a:cubicBezTo>
                  <a:cubicBezTo>
                    <a:pt x="92422" y="80225"/>
                    <a:pt x="61202" y="74712"/>
                    <a:pt x="49495" y="68724"/>
                  </a:cubicBezTo>
                  <a:cubicBezTo>
                    <a:pt x="37787" y="62735"/>
                    <a:pt x="28079" y="52945"/>
                    <a:pt x="16942" y="46006"/>
                  </a:cubicBezTo>
                  <a:cubicBezTo>
                    <a:pt x="9042" y="41158"/>
                    <a:pt x="1237" y="38592"/>
                    <a:pt x="0" y="28516"/>
                  </a:cubicBezTo>
                  <a:cubicBezTo>
                    <a:pt x="386" y="18574"/>
                    <a:pt x="2954" y="8840"/>
                    <a:pt x="7519" y="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8;p24">
              <a:extLst>
                <a:ext uri="{FF2B5EF4-FFF2-40B4-BE49-F238E27FC236}">
                  <a16:creationId xmlns:a16="http://schemas.microsoft.com/office/drawing/2014/main" id="{30C1D282-2F1B-905A-BDDD-3C87220A35A9}"/>
                </a:ext>
              </a:extLst>
            </p:cNvPr>
            <p:cNvSpPr/>
            <p:nvPr/>
          </p:nvSpPr>
          <p:spPr>
            <a:xfrm>
              <a:off x="2226484" y="3725354"/>
              <a:ext cx="95903" cy="50071"/>
            </a:xfrm>
            <a:custGeom>
              <a:avLst/>
              <a:gdLst/>
              <a:ahLst/>
              <a:cxnLst/>
              <a:rect l="l" t="t" r="r" b="b"/>
              <a:pathLst>
                <a:path w="95903" h="50071" extrusionOk="0">
                  <a:moveTo>
                    <a:pt x="245" y="0"/>
                  </a:moveTo>
                  <a:cubicBezTo>
                    <a:pt x="1768" y="9505"/>
                    <a:pt x="9763" y="12262"/>
                    <a:pt x="17283" y="17110"/>
                  </a:cubicBezTo>
                  <a:cubicBezTo>
                    <a:pt x="28609" y="24144"/>
                    <a:pt x="38604" y="34219"/>
                    <a:pt x="50311" y="40208"/>
                  </a:cubicBezTo>
                  <a:cubicBezTo>
                    <a:pt x="62018" y="46196"/>
                    <a:pt x="88384" y="51139"/>
                    <a:pt x="95903" y="37261"/>
                  </a:cubicBezTo>
                  <a:cubicBezTo>
                    <a:pt x="91810" y="56272"/>
                    <a:pt x="61162" y="50093"/>
                    <a:pt x="49549" y="44200"/>
                  </a:cubicBezTo>
                  <a:cubicBezTo>
                    <a:pt x="37937" y="38307"/>
                    <a:pt x="28134" y="28421"/>
                    <a:pt x="16997" y="21482"/>
                  </a:cubicBezTo>
                  <a:cubicBezTo>
                    <a:pt x="9097" y="16634"/>
                    <a:pt x="1292" y="14068"/>
                    <a:pt x="55" y="3992"/>
                  </a:cubicBezTo>
                  <a:cubicBezTo>
                    <a:pt x="-59" y="2661"/>
                    <a:pt x="5" y="1321"/>
                    <a:pt x="24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29;p24">
              <a:extLst>
                <a:ext uri="{FF2B5EF4-FFF2-40B4-BE49-F238E27FC236}">
                  <a16:creationId xmlns:a16="http://schemas.microsoft.com/office/drawing/2014/main" id="{6936A4D4-A23D-5B4A-E907-29745F2EF6D0}"/>
                </a:ext>
              </a:extLst>
            </p:cNvPr>
            <p:cNvSpPr/>
            <p:nvPr/>
          </p:nvSpPr>
          <p:spPr>
            <a:xfrm>
              <a:off x="2101518" y="3008174"/>
              <a:ext cx="205910" cy="717579"/>
            </a:xfrm>
            <a:custGeom>
              <a:avLst/>
              <a:gdLst/>
              <a:ahLst/>
              <a:cxnLst/>
              <a:rect l="l" t="t" r="r" b="b"/>
              <a:pathLst>
                <a:path w="205910" h="717579" extrusionOk="0">
                  <a:moveTo>
                    <a:pt x="200595" y="106555"/>
                  </a:moveTo>
                  <a:cubicBezTo>
                    <a:pt x="194980" y="63115"/>
                    <a:pt x="178989" y="0"/>
                    <a:pt x="178989" y="0"/>
                  </a:cubicBezTo>
                  <a:cubicBezTo>
                    <a:pt x="163827" y="7043"/>
                    <a:pt x="147437" y="11083"/>
                    <a:pt x="130732" y="11882"/>
                  </a:cubicBezTo>
                  <a:cubicBezTo>
                    <a:pt x="106230" y="11825"/>
                    <a:pt x="81788" y="9467"/>
                    <a:pt x="57727" y="4848"/>
                  </a:cubicBezTo>
                  <a:cubicBezTo>
                    <a:pt x="49855" y="18526"/>
                    <a:pt x="41277" y="31786"/>
                    <a:pt x="32028" y="44580"/>
                  </a:cubicBezTo>
                  <a:cubicBezTo>
                    <a:pt x="19464" y="61975"/>
                    <a:pt x="-4998" y="100091"/>
                    <a:pt x="904" y="166629"/>
                  </a:cubicBezTo>
                  <a:cubicBezTo>
                    <a:pt x="4806" y="210163"/>
                    <a:pt x="29458" y="394758"/>
                    <a:pt x="29458" y="394758"/>
                  </a:cubicBezTo>
                  <a:cubicBezTo>
                    <a:pt x="19982" y="425830"/>
                    <a:pt x="14951" y="458092"/>
                    <a:pt x="14515" y="490572"/>
                  </a:cubicBezTo>
                  <a:cubicBezTo>
                    <a:pt x="16767" y="529163"/>
                    <a:pt x="21857" y="567546"/>
                    <a:pt x="29744" y="605396"/>
                  </a:cubicBezTo>
                  <a:lnTo>
                    <a:pt x="44307" y="709955"/>
                  </a:lnTo>
                  <a:cubicBezTo>
                    <a:pt x="44307" y="709955"/>
                    <a:pt x="63343" y="723928"/>
                    <a:pt x="77525" y="714043"/>
                  </a:cubicBezTo>
                  <a:lnTo>
                    <a:pt x="75812" y="611385"/>
                  </a:lnTo>
                  <a:cubicBezTo>
                    <a:pt x="77430" y="586291"/>
                    <a:pt x="79905" y="549220"/>
                    <a:pt x="81523" y="525837"/>
                  </a:cubicBezTo>
                  <a:cubicBezTo>
                    <a:pt x="84188" y="487340"/>
                    <a:pt x="91041" y="426125"/>
                    <a:pt x="93040" y="410917"/>
                  </a:cubicBezTo>
                  <a:cubicBezTo>
                    <a:pt x="95039" y="395708"/>
                    <a:pt x="99988" y="368903"/>
                    <a:pt x="102558" y="338961"/>
                  </a:cubicBezTo>
                  <a:cubicBezTo>
                    <a:pt x="105128" y="309019"/>
                    <a:pt x="116169" y="156933"/>
                    <a:pt x="116169" y="156933"/>
                  </a:cubicBezTo>
                  <a:lnTo>
                    <a:pt x="117787" y="185449"/>
                  </a:lnTo>
                  <a:cubicBezTo>
                    <a:pt x="117787" y="185449"/>
                    <a:pt x="119215" y="231741"/>
                    <a:pt x="125878" y="288773"/>
                  </a:cubicBezTo>
                  <a:cubicBezTo>
                    <a:pt x="132540" y="345805"/>
                    <a:pt x="134920" y="371089"/>
                    <a:pt x="134920" y="371089"/>
                  </a:cubicBezTo>
                  <a:cubicBezTo>
                    <a:pt x="128461" y="382524"/>
                    <a:pt x="123865" y="394910"/>
                    <a:pt x="121309" y="407780"/>
                  </a:cubicBezTo>
                  <a:cubicBezTo>
                    <a:pt x="120167" y="420042"/>
                    <a:pt x="105985" y="517567"/>
                    <a:pt x="114456" y="567185"/>
                  </a:cubicBezTo>
                  <a:lnTo>
                    <a:pt x="131779" y="693321"/>
                  </a:lnTo>
                  <a:cubicBezTo>
                    <a:pt x="140538" y="699338"/>
                    <a:pt x="151655" y="700783"/>
                    <a:pt x="161666" y="697218"/>
                  </a:cubicBezTo>
                  <a:lnTo>
                    <a:pt x="171850" y="570131"/>
                  </a:lnTo>
                  <a:cubicBezTo>
                    <a:pt x="178704" y="521749"/>
                    <a:pt x="193171" y="419186"/>
                    <a:pt x="195360" y="405879"/>
                  </a:cubicBezTo>
                  <a:cubicBezTo>
                    <a:pt x="200276" y="379007"/>
                    <a:pt x="203171" y="351812"/>
                    <a:pt x="204022" y="324513"/>
                  </a:cubicBezTo>
                  <a:cubicBezTo>
                    <a:pt x="207394" y="251863"/>
                    <a:pt x="206250" y="179071"/>
                    <a:pt x="200595" y="10655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0;p24">
              <a:extLst>
                <a:ext uri="{FF2B5EF4-FFF2-40B4-BE49-F238E27FC236}">
                  <a16:creationId xmlns:a16="http://schemas.microsoft.com/office/drawing/2014/main" id="{545CD003-51D1-2513-7373-97386513E099}"/>
                </a:ext>
              </a:extLst>
            </p:cNvPr>
            <p:cNvSpPr/>
            <p:nvPr/>
          </p:nvSpPr>
          <p:spPr>
            <a:xfrm>
              <a:off x="2096876" y="2994106"/>
              <a:ext cx="219176" cy="477454"/>
            </a:xfrm>
            <a:custGeom>
              <a:avLst/>
              <a:gdLst/>
              <a:ahLst/>
              <a:cxnLst/>
              <a:rect l="l" t="t" r="r" b="b"/>
              <a:pathLst>
                <a:path w="219176" h="477454" extrusionOk="0">
                  <a:moveTo>
                    <a:pt x="62274" y="5418"/>
                  </a:moveTo>
                  <a:lnTo>
                    <a:pt x="24773" y="80606"/>
                  </a:lnTo>
                  <a:cubicBezTo>
                    <a:pt x="24773" y="80606"/>
                    <a:pt x="-32337" y="164158"/>
                    <a:pt x="26867" y="378979"/>
                  </a:cubicBezTo>
                  <a:lnTo>
                    <a:pt x="15730" y="445516"/>
                  </a:lnTo>
                  <a:cubicBezTo>
                    <a:pt x="15730" y="445516"/>
                    <a:pt x="127855" y="517377"/>
                    <a:pt x="202953" y="445516"/>
                  </a:cubicBezTo>
                  <a:cubicBezTo>
                    <a:pt x="202953" y="445516"/>
                    <a:pt x="228938" y="247044"/>
                    <a:pt x="215137" y="155508"/>
                  </a:cubicBezTo>
                  <a:cubicBezTo>
                    <a:pt x="207420" y="102867"/>
                    <a:pt x="195743" y="50882"/>
                    <a:pt x="180205" y="0"/>
                  </a:cubicBezTo>
                  <a:cubicBezTo>
                    <a:pt x="180205" y="0"/>
                    <a:pt x="161835" y="20246"/>
                    <a:pt x="67224" y="6844"/>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1;p24">
              <a:extLst>
                <a:ext uri="{FF2B5EF4-FFF2-40B4-BE49-F238E27FC236}">
                  <a16:creationId xmlns:a16="http://schemas.microsoft.com/office/drawing/2014/main" id="{02B093DC-E61E-6308-143F-74ABE1A92DDE}"/>
                </a:ext>
              </a:extLst>
            </p:cNvPr>
            <p:cNvSpPr/>
            <p:nvPr/>
          </p:nvSpPr>
          <p:spPr>
            <a:xfrm>
              <a:off x="2115642" y="2850934"/>
              <a:ext cx="316003" cy="274536"/>
            </a:xfrm>
            <a:custGeom>
              <a:avLst/>
              <a:gdLst/>
              <a:ahLst/>
              <a:cxnLst/>
              <a:rect l="l" t="t" r="r" b="b"/>
              <a:pathLst>
                <a:path w="316003" h="274536" extrusionOk="0">
                  <a:moveTo>
                    <a:pt x="278037" y="202010"/>
                  </a:moveTo>
                  <a:cubicBezTo>
                    <a:pt x="268463" y="202400"/>
                    <a:pt x="258924" y="203417"/>
                    <a:pt x="249482" y="205052"/>
                  </a:cubicBezTo>
                  <a:cubicBezTo>
                    <a:pt x="240488" y="207875"/>
                    <a:pt x="231117" y="209320"/>
                    <a:pt x="221689" y="209329"/>
                  </a:cubicBezTo>
                  <a:cubicBezTo>
                    <a:pt x="211410" y="209329"/>
                    <a:pt x="182760" y="195071"/>
                    <a:pt x="158203" y="177867"/>
                  </a:cubicBezTo>
                  <a:cubicBezTo>
                    <a:pt x="131540" y="157867"/>
                    <a:pt x="108492" y="133467"/>
                    <a:pt x="90052" y="105721"/>
                  </a:cubicBezTo>
                  <a:cubicBezTo>
                    <a:pt x="70714" y="76112"/>
                    <a:pt x="53873" y="44963"/>
                    <a:pt x="39701" y="12568"/>
                  </a:cubicBezTo>
                  <a:cubicBezTo>
                    <a:pt x="31706" y="-10435"/>
                    <a:pt x="31896" y="5249"/>
                    <a:pt x="18285" y="4869"/>
                  </a:cubicBezTo>
                  <a:cubicBezTo>
                    <a:pt x="2199" y="4869"/>
                    <a:pt x="-6367" y="10382"/>
                    <a:pt x="5626" y="41655"/>
                  </a:cubicBezTo>
                  <a:cubicBezTo>
                    <a:pt x="17624" y="74011"/>
                    <a:pt x="34368" y="104419"/>
                    <a:pt x="55311" y="131861"/>
                  </a:cubicBezTo>
                  <a:cubicBezTo>
                    <a:pt x="74979" y="159540"/>
                    <a:pt x="99215" y="183675"/>
                    <a:pt x="126983" y="203246"/>
                  </a:cubicBezTo>
                  <a:cubicBezTo>
                    <a:pt x="151440" y="220356"/>
                    <a:pt x="177868" y="234452"/>
                    <a:pt x="205699" y="245260"/>
                  </a:cubicBezTo>
                  <a:cubicBezTo>
                    <a:pt x="213694" y="248492"/>
                    <a:pt x="218834" y="252959"/>
                    <a:pt x="233301" y="260944"/>
                  </a:cubicBezTo>
                  <a:cubicBezTo>
                    <a:pt x="247832" y="269251"/>
                    <a:pt x="264161" y="273918"/>
                    <a:pt x="280892" y="274536"/>
                  </a:cubicBezTo>
                  <a:cubicBezTo>
                    <a:pt x="294789" y="274536"/>
                    <a:pt x="299929" y="271875"/>
                    <a:pt x="300881" y="269023"/>
                  </a:cubicBezTo>
                  <a:cubicBezTo>
                    <a:pt x="301832" y="266171"/>
                    <a:pt x="299643" y="263035"/>
                    <a:pt x="293266" y="262465"/>
                  </a:cubicBezTo>
                  <a:cubicBezTo>
                    <a:pt x="283123" y="262312"/>
                    <a:pt x="273092" y="260316"/>
                    <a:pt x="263664" y="256571"/>
                  </a:cubicBezTo>
                  <a:cubicBezTo>
                    <a:pt x="263664" y="256571"/>
                    <a:pt x="277466" y="258567"/>
                    <a:pt x="285842" y="258947"/>
                  </a:cubicBezTo>
                  <a:cubicBezTo>
                    <a:pt x="293341" y="259394"/>
                    <a:pt x="300865" y="258814"/>
                    <a:pt x="308210" y="257236"/>
                  </a:cubicBezTo>
                  <a:cubicBezTo>
                    <a:pt x="315253" y="255525"/>
                    <a:pt x="319156" y="245640"/>
                    <a:pt x="312778" y="244880"/>
                  </a:cubicBezTo>
                  <a:cubicBezTo>
                    <a:pt x="306401" y="244119"/>
                    <a:pt x="301166" y="244880"/>
                    <a:pt x="288793" y="244404"/>
                  </a:cubicBezTo>
                  <a:cubicBezTo>
                    <a:pt x="282333" y="243967"/>
                    <a:pt x="275944" y="242788"/>
                    <a:pt x="269756" y="240887"/>
                  </a:cubicBezTo>
                  <a:cubicBezTo>
                    <a:pt x="278072" y="240944"/>
                    <a:pt x="286380" y="240345"/>
                    <a:pt x="294599" y="239081"/>
                  </a:cubicBezTo>
                  <a:cubicBezTo>
                    <a:pt x="301263" y="238425"/>
                    <a:pt x="307602" y="235887"/>
                    <a:pt x="312874" y="231762"/>
                  </a:cubicBezTo>
                  <a:cubicBezTo>
                    <a:pt x="315634" y="229481"/>
                    <a:pt x="316110" y="223112"/>
                    <a:pt x="308019" y="223207"/>
                  </a:cubicBezTo>
                  <a:cubicBezTo>
                    <a:pt x="298031" y="224947"/>
                    <a:pt x="287865" y="225460"/>
                    <a:pt x="277751" y="224728"/>
                  </a:cubicBezTo>
                  <a:cubicBezTo>
                    <a:pt x="267757" y="223302"/>
                    <a:pt x="260809" y="220926"/>
                    <a:pt x="262332" y="219595"/>
                  </a:cubicBezTo>
                  <a:cubicBezTo>
                    <a:pt x="263855" y="218264"/>
                    <a:pt x="269756" y="219595"/>
                    <a:pt x="278132" y="216553"/>
                  </a:cubicBezTo>
                  <a:cubicBezTo>
                    <a:pt x="286508" y="213512"/>
                    <a:pt x="292219" y="206193"/>
                    <a:pt x="290315" y="201915"/>
                  </a:cubicBezTo>
                  <a:cubicBezTo>
                    <a:pt x="288412" y="197638"/>
                    <a:pt x="287079" y="200395"/>
                    <a:pt x="278037" y="20201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2;p24">
              <a:extLst>
                <a:ext uri="{FF2B5EF4-FFF2-40B4-BE49-F238E27FC236}">
                  <a16:creationId xmlns:a16="http://schemas.microsoft.com/office/drawing/2014/main" id="{26C926AC-7008-522F-DF68-74AB3171C2B1}"/>
                </a:ext>
              </a:extLst>
            </p:cNvPr>
            <p:cNvSpPr/>
            <p:nvPr/>
          </p:nvSpPr>
          <p:spPr>
            <a:xfrm>
              <a:off x="2110000" y="2833008"/>
              <a:ext cx="75991" cy="89275"/>
            </a:xfrm>
            <a:custGeom>
              <a:avLst/>
              <a:gdLst/>
              <a:ahLst/>
              <a:cxnLst/>
              <a:rect l="l" t="t" r="r" b="b"/>
              <a:pathLst>
                <a:path w="75991" h="89275" extrusionOk="0">
                  <a:moveTo>
                    <a:pt x="18406" y="89237"/>
                  </a:moveTo>
                  <a:cubicBezTo>
                    <a:pt x="18406" y="89237"/>
                    <a:pt x="55147" y="91139"/>
                    <a:pt x="75991" y="68231"/>
                  </a:cubicBezTo>
                  <a:lnTo>
                    <a:pt x="53338" y="20704"/>
                  </a:lnTo>
                  <a:cubicBezTo>
                    <a:pt x="53338" y="20704"/>
                    <a:pt x="42963" y="-5436"/>
                    <a:pt x="18501" y="1028"/>
                  </a:cubicBezTo>
                  <a:cubicBezTo>
                    <a:pt x="-5960" y="7491"/>
                    <a:pt x="-6341" y="42186"/>
                    <a:pt x="18406" y="8923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4" name="Google Shape;1133;p24">
              <a:extLst>
                <a:ext uri="{FF2B5EF4-FFF2-40B4-BE49-F238E27FC236}">
                  <a16:creationId xmlns:a16="http://schemas.microsoft.com/office/drawing/2014/main" id="{CD12DA33-7FA9-0845-18C3-523425B71E1B}"/>
                </a:ext>
              </a:extLst>
            </p:cNvPr>
            <p:cNvSpPr/>
            <p:nvPr/>
          </p:nvSpPr>
          <p:spPr>
            <a:xfrm>
              <a:off x="2246717" y="2802864"/>
              <a:ext cx="61392" cy="64630"/>
            </a:xfrm>
            <a:custGeom>
              <a:avLst/>
              <a:gdLst/>
              <a:ahLst/>
              <a:cxnLst/>
              <a:rect l="l" t="t" r="r" b="b"/>
              <a:pathLst>
                <a:path w="61392" h="64630" extrusionOk="0">
                  <a:moveTo>
                    <a:pt x="0" y="469"/>
                  </a:moveTo>
                  <a:cubicBezTo>
                    <a:pt x="0" y="469"/>
                    <a:pt x="29792" y="-9036"/>
                    <a:pt x="61392" y="57501"/>
                  </a:cubicBezTo>
                  <a:lnTo>
                    <a:pt x="49590" y="64630"/>
                  </a:lnTo>
                  <a:cubicBezTo>
                    <a:pt x="49590" y="64630"/>
                    <a:pt x="18465" y="17294"/>
                    <a:pt x="0" y="46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5" name="Google Shape;1134;p24">
              <a:extLst>
                <a:ext uri="{FF2B5EF4-FFF2-40B4-BE49-F238E27FC236}">
                  <a16:creationId xmlns:a16="http://schemas.microsoft.com/office/drawing/2014/main" id="{B84875E6-F1FD-F4B8-7752-D11E2D6EBAC3}"/>
                </a:ext>
              </a:extLst>
            </p:cNvPr>
            <p:cNvSpPr/>
            <p:nvPr/>
          </p:nvSpPr>
          <p:spPr>
            <a:xfrm>
              <a:off x="2092047" y="1119152"/>
              <a:ext cx="668082" cy="515307"/>
            </a:xfrm>
            <a:custGeom>
              <a:avLst/>
              <a:gdLst/>
              <a:ahLst/>
              <a:cxnLst/>
              <a:rect l="l" t="t" r="r" b="b"/>
              <a:pathLst>
                <a:path w="668082" h="515307" extrusionOk="0">
                  <a:moveTo>
                    <a:pt x="668083" y="310182"/>
                  </a:moveTo>
                  <a:lnTo>
                    <a:pt x="141345" y="6010"/>
                  </a:lnTo>
                  <a:lnTo>
                    <a:pt x="139346" y="4869"/>
                  </a:lnTo>
                  <a:lnTo>
                    <a:pt x="139346" y="4869"/>
                  </a:lnTo>
                  <a:cubicBezTo>
                    <a:pt x="124498" y="-3020"/>
                    <a:pt x="104415" y="-1594"/>
                    <a:pt x="82237" y="11143"/>
                  </a:cubicBezTo>
                  <a:cubicBezTo>
                    <a:pt x="36835" y="37378"/>
                    <a:pt x="0" y="101064"/>
                    <a:pt x="0" y="153723"/>
                  </a:cubicBezTo>
                  <a:cubicBezTo>
                    <a:pt x="0" y="180814"/>
                    <a:pt x="9994" y="199539"/>
                    <a:pt x="25890" y="207619"/>
                  </a:cubicBezTo>
                  <a:lnTo>
                    <a:pt x="559765" y="515307"/>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5;p24">
              <a:extLst>
                <a:ext uri="{FF2B5EF4-FFF2-40B4-BE49-F238E27FC236}">
                  <a16:creationId xmlns:a16="http://schemas.microsoft.com/office/drawing/2014/main" id="{B2121BCF-EC6F-FE39-D001-10F9049D3B82}"/>
                </a:ext>
              </a:extLst>
            </p:cNvPr>
            <p:cNvSpPr/>
            <p:nvPr/>
          </p:nvSpPr>
          <p:spPr>
            <a:xfrm rot="-3598236">
              <a:off x="2590249" y="1465200"/>
              <a:ext cx="232417" cy="133906"/>
            </a:xfrm>
            <a:custGeom>
              <a:avLst/>
              <a:gdLst/>
              <a:ahLst/>
              <a:cxnLst/>
              <a:rect l="l" t="t" r="r" b="b"/>
              <a:pathLst>
                <a:path w="232624" h="134025" extrusionOk="0">
                  <a:moveTo>
                    <a:pt x="232625" y="67013"/>
                  </a:moveTo>
                  <a:cubicBezTo>
                    <a:pt x="232625" y="104023"/>
                    <a:pt x="180550" y="134026"/>
                    <a:pt x="116312" y="134026"/>
                  </a:cubicBezTo>
                  <a:cubicBezTo>
                    <a:pt x="52075" y="134026"/>
                    <a:pt x="0" y="104023"/>
                    <a:pt x="0" y="67013"/>
                  </a:cubicBezTo>
                  <a:cubicBezTo>
                    <a:pt x="0" y="30003"/>
                    <a:pt x="52075" y="0"/>
                    <a:pt x="116312" y="0"/>
                  </a:cubicBezTo>
                  <a:cubicBezTo>
                    <a:pt x="180550" y="0"/>
                    <a:pt x="232625" y="30003"/>
                    <a:pt x="232625" y="67013"/>
                  </a:cubicBezTo>
                  <a:close/>
                </a:path>
              </a:pathLst>
            </a:custGeom>
            <a:solidFill>
              <a:srgbClr val="616E8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7" name="Google Shape;1136;p24">
              <a:extLst>
                <a:ext uri="{FF2B5EF4-FFF2-40B4-BE49-F238E27FC236}">
                  <a16:creationId xmlns:a16="http://schemas.microsoft.com/office/drawing/2014/main" id="{EA48DF1D-A400-488B-234F-542AE0633574}"/>
                </a:ext>
              </a:extLst>
            </p:cNvPr>
            <p:cNvSpPr/>
            <p:nvPr/>
          </p:nvSpPr>
          <p:spPr>
            <a:xfrm>
              <a:off x="2667422" y="1490358"/>
              <a:ext cx="274409" cy="269191"/>
            </a:xfrm>
            <a:custGeom>
              <a:avLst/>
              <a:gdLst/>
              <a:ahLst/>
              <a:cxnLst/>
              <a:rect l="l" t="t" r="r" b="b"/>
              <a:pathLst>
                <a:path w="274409" h="269191" extrusionOk="0">
                  <a:moveTo>
                    <a:pt x="274410" y="269192"/>
                  </a:moveTo>
                  <a:lnTo>
                    <a:pt x="0" y="111023"/>
                  </a:lnTo>
                  <a:lnTo>
                    <a:pt x="0" y="0"/>
                  </a:lnTo>
                  <a:lnTo>
                    <a:pt x="274410" y="158264"/>
                  </a:lnTo>
                  <a:lnTo>
                    <a:pt x="274410" y="26919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8" name="Google Shape;1137;p24">
              <a:extLst>
                <a:ext uri="{FF2B5EF4-FFF2-40B4-BE49-F238E27FC236}">
                  <a16:creationId xmlns:a16="http://schemas.microsoft.com/office/drawing/2014/main" id="{6E276DFC-3EF5-C9D3-34A3-31BEFAF44291}"/>
                </a:ext>
              </a:extLst>
            </p:cNvPr>
            <p:cNvSpPr/>
            <p:nvPr/>
          </p:nvSpPr>
          <p:spPr>
            <a:xfrm>
              <a:off x="2667422" y="1454143"/>
              <a:ext cx="337610" cy="194669"/>
            </a:xfrm>
            <a:custGeom>
              <a:avLst/>
              <a:gdLst/>
              <a:ahLst/>
              <a:cxnLst/>
              <a:rect l="l" t="t" r="r" b="b"/>
              <a:pathLst>
                <a:path w="337610" h="194669" extrusionOk="0">
                  <a:moveTo>
                    <a:pt x="274410" y="194670"/>
                  </a:moveTo>
                  <a:lnTo>
                    <a:pt x="0" y="36501"/>
                  </a:lnTo>
                  <a:lnTo>
                    <a:pt x="63201" y="0"/>
                  </a:lnTo>
                  <a:lnTo>
                    <a:pt x="337611" y="158264"/>
                  </a:lnTo>
                  <a:lnTo>
                    <a:pt x="274410" y="194670"/>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8;p24">
              <a:extLst>
                <a:ext uri="{FF2B5EF4-FFF2-40B4-BE49-F238E27FC236}">
                  <a16:creationId xmlns:a16="http://schemas.microsoft.com/office/drawing/2014/main" id="{FDF8D3AD-A655-8420-47C0-E34DCAA23A1E}"/>
                </a:ext>
              </a:extLst>
            </p:cNvPr>
            <p:cNvSpPr/>
            <p:nvPr/>
          </p:nvSpPr>
          <p:spPr>
            <a:xfrm rot="-1801764">
              <a:off x="2968958" y="1259916"/>
              <a:ext cx="690027" cy="1193572"/>
            </a:xfrm>
            <a:custGeom>
              <a:avLst/>
              <a:gdLst/>
              <a:ahLst/>
              <a:cxnLst/>
              <a:rect l="l" t="t" r="r" b="b"/>
              <a:pathLst>
                <a:path w="690640" h="1194633" extrusionOk="0">
                  <a:moveTo>
                    <a:pt x="690640" y="597317"/>
                  </a:moveTo>
                  <a:cubicBezTo>
                    <a:pt x="690640" y="927206"/>
                    <a:pt x="536035" y="1194633"/>
                    <a:pt x="345320" y="1194633"/>
                  </a:cubicBezTo>
                  <a:cubicBezTo>
                    <a:pt x="154605" y="1194633"/>
                    <a:pt x="0" y="927206"/>
                    <a:pt x="0" y="597317"/>
                  </a:cubicBezTo>
                  <a:cubicBezTo>
                    <a:pt x="0" y="267428"/>
                    <a:pt x="154605" y="0"/>
                    <a:pt x="345320" y="0"/>
                  </a:cubicBezTo>
                  <a:cubicBezTo>
                    <a:pt x="536035" y="0"/>
                    <a:pt x="690640" y="267428"/>
                    <a:pt x="690640" y="597317"/>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39;p24">
              <a:extLst>
                <a:ext uri="{FF2B5EF4-FFF2-40B4-BE49-F238E27FC236}">
                  <a16:creationId xmlns:a16="http://schemas.microsoft.com/office/drawing/2014/main" id="{07F72A54-F9E8-872C-C0DD-35EF3312CEFE}"/>
                </a:ext>
              </a:extLst>
            </p:cNvPr>
            <p:cNvSpPr/>
            <p:nvPr/>
          </p:nvSpPr>
          <p:spPr>
            <a:xfrm>
              <a:off x="2858071" y="1161854"/>
              <a:ext cx="1027965" cy="1324206"/>
            </a:xfrm>
            <a:custGeom>
              <a:avLst/>
              <a:gdLst/>
              <a:ahLst/>
              <a:cxnLst/>
              <a:rect l="l" t="t" r="r" b="b"/>
              <a:pathLst>
                <a:path w="1027965" h="1324206" extrusionOk="0">
                  <a:moveTo>
                    <a:pt x="513983" y="1254422"/>
                  </a:moveTo>
                  <a:cubicBezTo>
                    <a:pt x="230816" y="1091119"/>
                    <a:pt x="0" y="692560"/>
                    <a:pt x="0" y="365955"/>
                  </a:cubicBezTo>
                  <a:cubicBezTo>
                    <a:pt x="0" y="39351"/>
                    <a:pt x="230436" y="-93439"/>
                    <a:pt x="513983" y="69863"/>
                  </a:cubicBezTo>
                  <a:cubicBezTo>
                    <a:pt x="797530" y="233165"/>
                    <a:pt x="1027966" y="631725"/>
                    <a:pt x="1027966" y="958234"/>
                  </a:cubicBezTo>
                  <a:cubicBezTo>
                    <a:pt x="1027966" y="1284744"/>
                    <a:pt x="797245" y="1417629"/>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40;p24">
              <a:extLst>
                <a:ext uri="{FF2B5EF4-FFF2-40B4-BE49-F238E27FC236}">
                  <a16:creationId xmlns:a16="http://schemas.microsoft.com/office/drawing/2014/main" id="{15D1EF92-5CB6-35F9-FD13-9E04CA733A7C}"/>
                </a:ext>
              </a:extLst>
            </p:cNvPr>
            <p:cNvSpPr/>
            <p:nvPr/>
          </p:nvSpPr>
          <p:spPr>
            <a:xfrm>
              <a:off x="2800391" y="1195123"/>
              <a:ext cx="1027965" cy="1324248"/>
            </a:xfrm>
            <a:custGeom>
              <a:avLst/>
              <a:gdLst/>
              <a:ahLst/>
              <a:cxnLst/>
              <a:rect l="l" t="t" r="r" b="b"/>
              <a:pathLst>
                <a:path w="1027965" h="1324248" extrusionOk="0">
                  <a:moveTo>
                    <a:pt x="513983" y="1254422"/>
                  </a:moveTo>
                  <a:cubicBezTo>
                    <a:pt x="230721" y="1091119"/>
                    <a:pt x="0" y="692560"/>
                    <a:pt x="0" y="365955"/>
                  </a:cubicBezTo>
                  <a:cubicBezTo>
                    <a:pt x="0" y="39351"/>
                    <a:pt x="230341" y="-93439"/>
                    <a:pt x="513983" y="69863"/>
                  </a:cubicBezTo>
                  <a:cubicBezTo>
                    <a:pt x="797625" y="233165"/>
                    <a:pt x="1027966" y="631725"/>
                    <a:pt x="1027966" y="958234"/>
                  </a:cubicBezTo>
                  <a:cubicBezTo>
                    <a:pt x="1027966" y="1284744"/>
                    <a:pt x="797149" y="1417724"/>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139110499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7</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72544" y="447010"/>
            <a:ext cx="10477306" cy="735833"/>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a:t>
            </a:r>
            <a:r>
              <a:rPr lang="en-MY" sz="5400"/>
              <a:t>ALKTHROUGH OF SPREADSHEET</a:t>
            </a:r>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65455"/>
            <a:ext cx="9869319"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pic>
        <p:nvPicPr>
          <p:cNvPr id="1061" name="Picture 1060">
            <a:extLst>
              <a:ext uri="{FF2B5EF4-FFF2-40B4-BE49-F238E27FC236}">
                <a16:creationId xmlns:a16="http://schemas.microsoft.com/office/drawing/2014/main" id="{52C7B4CB-3D90-C1F7-7FE7-DE2C7A52350C}"/>
              </a:ext>
            </a:extLst>
          </p:cNvPr>
          <p:cNvPicPr>
            <a:picLocks noChangeAspect="1"/>
          </p:cNvPicPr>
          <p:nvPr/>
        </p:nvPicPr>
        <p:blipFill>
          <a:blip r:embed="rId4"/>
          <a:stretch>
            <a:fillRect/>
          </a:stretch>
        </p:blipFill>
        <p:spPr>
          <a:xfrm>
            <a:off x="460493" y="1942481"/>
            <a:ext cx="2096881" cy="2519426"/>
          </a:xfrm>
          <a:prstGeom prst="rect">
            <a:avLst/>
          </a:prstGeom>
        </p:spPr>
      </p:pic>
      <p:sp>
        <p:nvSpPr>
          <p:cNvPr id="1062" name="TextBox 1061">
            <a:extLst>
              <a:ext uri="{FF2B5EF4-FFF2-40B4-BE49-F238E27FC236}">
                <a16:creationId xmlns:a16="http://schemas.microsoft.com/office/drawing/2014/main" id="{769E9DBE-08A8-9CD7-934D-EED40A7D016E}"/>
              </a:ext>
            </a:extLst>
          </p:cNvPr>
          <p:cNvSpPr txBox="1"/>
          <p:nvPr/>
        </p:nvSpPr>
        <p:spPr>
          <a:xfrm>
            <a:off x="245660" y="1444367"/>
            <a:ext cx="3477254" cy="369332"/>
          </a:xfrm>
          <a:prstGeom prst="rect">
            <a:avLst/>
          </a:prstGeom>
          <a:noFill/>
        </p:spPr>
        <p:txBody>
          <a:bodyPr wrap="square" rtlCol="0">
            <a:spAutoFit/>
          </a:bodyPr>
          <a:lstStyle/>
          <a:p>
            <a:r>
              <a:rPr lang="en-US"/>
              <a:t>1. Launch Excel from your device</a:t>
            </a:r>
            <a:endParaRPr lang="en-MY"/>
          </a:p>
        </p:txBody>
      </p:sp>
      <p:sp>
        <p:nvSpPr>
          <p:cNvPr id="1063" name="TextBox 1062">
            <a:extLst>
              <a:ext uri="{FF2B5EF4-FFF2-40B4-BE49-F238E27FC236}">
                <a16:creationId xmlns:a16="http://schemas.microsoft.com/office/drawing/2014/main" id="{41E96C4E-D07A-1B05-7735-F013164E75DF}"/>
              </a:ext>
            </a:extLst>
          </p:cNvPr>
          <p:cNvSpPr txBox="1"/>
          <p:nvPr/>
        </p:nvSpPr>
        <p:spPr>
          <a:xfrm>
            <a:off x="4027553" y="1444367"/>
            <a:ext cx="5299788" cy="369332"/>
          </a:xfrm>
          <a:prstGeom prst="rect">
            <a:avLst/>
          </a:prstGeom>
          <a:noFill/>
        </p:spPr>
        <p:txBody>
          <a:bodyPr wrap="square" rtlCol="0">
            <a:spAutoFit/>
          </a:bodyPr>
          <a:lstStyle/>
          <a:p>
            <a:r>
              <a:rPr lang="en-US"/>
              <a:t>2. Click “Blank Workbook” to create a new spreadsheet</a:t>
            </a:r>
            <a:endParaRPr lang="en-MY"/>
          </a:p>
        </p:txBody>
      </p:sp>
      <p:pic>
        <p:nvPicPr>
          <p:cNvPr id="1064" name="Picture 14" descr="Graphical user interface, application, website&#10;&#10;Description automatically generated">
            <a:extLst>
              <a:ext uri="{FF2B5EF4-FFF2-40B4-BE49-F238E27FC236}">
                <a16:creationId xmlns:a16="http://schemas.microsoft.com/office/drawing/2014/main" id="{B14E6E87-1E99-9D59-CDE7-B2D2FC43F1E1}"/>
              </a:ext>
            </a:extLst>
          </p:cNvPr>
          <p:cNvPicPr>
            <a:picLocks noChangeAspect="1"/>
          </p:cNvPicPr>
          <p:nvPr/>
        </p:nvPicPr>
        <p:blipFill>
          <a:blip r:embed="rId5"/>
          <a:stretch>
            <a:fillRect/>
          </a:stretch>
        </p:blipFill>
        <p:spPr>
          <a:xfrm>
            <a:off x="4236218" y="1942480"/>
            <a:ext cx="4883888" cy="2528311"/>
          </a:xfrm>
          <a:prstGeom prst="rect">
            <a:avLst/>
          </a:prstGeom>
        </p:spPr>
      </p:pic>
      <p:sp>
        <p:nvSpPr>
          <p:cNvPr id="1065" name="Rectangle 1064">
            <a:extLst>
              <a:ext uri="{FF2B5EF4-FFF2-40B4-BE49-F238E27FC236}">
                <a16:creationId xmlns:a16="http://schemas.microsoft.com/office/drawing/2014/main" id="{E570615E-BAC0-B5A4-E981-7C998EBAC9A9}"/>
              </a:ext>
            </a:extLst>
          </p:cNvPr>
          <p:cNvSpPr/>
          <p:nvPr/>
        </p:nvSpPr>
        <p:spPr>
          <a:xfrm>
            <a:off x="939766" y="3181738"/>
            <a:ext cx="543801" cy="66247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1067" name="Rectangle 1066">
            <a:extLst>
              <a:ext uri="{FF2B5EF4-FFF2-40B4-BE49-F238E27FC236}">
                <a16:creationId xmlns:a16="http://schemas.microsoft.com/office/drawing/2014/main" id="{94B8ABAF-0DD6-2478-689E-BC15A4BA0A9C}"/>
              </a:ext>
            </a:extLst>
          </p:cNvPr>
          <p:cNvSpPr/>
          <p:nvPr/>
        </p:nvSpPr>
        <p:spPr>
          <a:xfrm>
            <a:off x="4973701" y="2492666"/>
            <a:ext cx="633998" cy="57710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cxnSp>
        <p:nvCxnSpPr>
          <p:cNvPr id="1069" name="Straight Arrow Connector 1068">
            <a:extLst>
              <a:ext uri="{FF2B5EF4-FFF2-40B4-BE49-F238E27FC236}">
                <a16:creationId xmlns:a16="http://schemas.microsoft.com/office/drawing/2014/main" id="{1C29F098-EED1-3BA3-4230-FB3675E404FF}"/>
              </a:ext>
            </a:extLst>
          </p:cNvPr>
          <p:cNvCxnSpPr/>
          <p:nvPr/>
        </p:nvCxnSpPr>
        <p:spPr>
          <a:xfrm flipH="1" flipV="1">
            <a:off x="1576874" y="3896666"/>
            <a:ext cx="522514" cy="41331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071" name="Straight Arrow Connector 1070">
            <a:extLst>
              <a:ext uri="{FF2B5EF4-FFF2-40B4-BE49-F238E27FC236}">
                <a16:creationId xmlns:a16="http://schemas.microsoft.com/office/drawing/2014/main" id="{B7A2BD59-67D4-68F7-B983-589F17ACDCEF}"/>
              </a:ext>
            </a:extLst>
          </p:cNvPr>
          <p:cNvCxnSpPr/>
          <p:nvPr/>
        </p:nvCxnSpPr>
        <p:spPr>
          <a:xfrm flipH="1" flipV="1">
            <a:off x="5679624" y="3131973"/>
            <a:ext cx="522514" cy="41331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545195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6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6"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80">
                                          <p:stCondLst>
                                            <p:cond delay="0"/>
                                          </p:stCondLst>
                                        </p:cTn>
                                        <p:tgtEl>
                                          <p:spTgt spid="2"/>
                                        </p:tgtEl>
                                      </p:cBhvr>
                                    </p:animEffect>
                                    <p:anim calcmode="lin" valueType="num">
                                      <p:cBhvr>
                                        <p:cTn id="12"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13"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4"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5"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6"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7" dur="26">
                                          <p:stCondLst>
                                            <p:cond delay="650"/>
                                          </p:stCondLst>
                                        </p:cTn>
                                        <p:tgtEl>
                                          <p:spTgt spid="2"/>
                                        </p:tgtEl>
                                      </p:cBhvr>
                                      <p:to x="100000" y="60000"/>
                                    </p:animScale>
                                    <p:animScale>
                                      <p:cBhvr>
                                        <p:cTn id="18" dur="166" decel="50000">
                                          <p:stCondLst>
                                            <p:cond delay="676"/>
                                          </p:stCondLst>
                                        </p:cTn>
                                        <p:tgtEl>
                                          <p:spTgt spid="2"/>
                                        </p:tgtEl>
                                      </p:cBhvr>
                                      <p:to x="100000" y="100000"/>
                                    </p:animScale>
                                    <p:animScale>
                                      <p:cBhvr>
                                        <p:cTn id="19" dur="26">
                                          <p:stCondLst>
                                            <p:cond delay="1312"/>
                                          </p:stCondLst>
                                        </p:cTn>
                                        <p:tgtEl>
                                          <p:spTgt spid="2"/>
                                        </p:tgtEl>
                                      </p:cBhvr>
                                      <p:to x="100000" y="80000"/>
                                    </p:animScale>
                                    <p:animScale>
                                      <p:cBhvr>
                                        <p:cTn id="20" dur="166" decel="50000">
                                          <p:stCondLst>
                                            <p:cond delay="1338"/>
                                          </p:stCondLst>
                                        </p:cTn>
                                        <p:tgtEl>
                                          <p:spTgt spid="2"/>
                                        </p:tgtEl>
                                      </p:cBhvr>
                                      <p:to x="100000" y="100000"/>
                                    </p:animScale>
                                    <p:animScale>
                                      <p:cBhvr>
                                        <p:cTn id="21" dur="26">
                                          <p:stCondLst>
                                            <p:cond delay="1642"/>
                                          </p:stCondLst>
                                        </p:cTn>
                                        <p:tgtEl>
                                          <p:spTgt spid="2"/>
                                        </p:tgtEl>
                                      </p:cBhvr>
                                      <p:to x="100000" y="90000"/>
                                    </p:animScale>
                                    <p:animScale>
                                      <p:cBhvr>
                                        <p:cTn id="22" dur="166" decel="50000">
                                          <p:stCondLst>
                                            <p:cond delay="1668"/>
                                          </p:stCondLst>
                                        </p:cTn>
                                        <p:tgtEl>
                                          <p:spTgt spid="2"/>
                                        </p:tgtEl>
                                      </p:cBhvr>
                                      <p:to x="100000" y="100000"/>
                                    </p:animScale>
                                    <p:animScale>
                                      <p:cBhvr>
                                        <p:cTn id="23" dur="26">
                                          <p:stCondLst>
                                            <p:cond delay="1808"/>
                                          </p:stCondLst>
                                        </p:cTn>
                                        <p:tgtEl>
                                          <p:spTgt spid="2"/>
                                        </p:tgtEl>
                                      </p:cBhvr>
                                      <p:to x="100000" y="95000"/>
                                    </p:animScale>
                                    <p:animScale>
                                      <p:cBhvr>
                                        <p:cTn id="24"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8</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30372" y="436706"/>
            <a:ext cx="10477306" cy="698872"/>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a:t>
            </a:r>
            <a:r>
              <a:rPr lang="en-MY" sz="5400"/>
              <a:t>ALKTHROUGH OF SPREADSHEET</a:t>
            </a:r>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46794"/>
            <a:ext cx="9995039"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pic>
        <p:nvPicPr>
          <p:cNvPr id="7" name="Picture 10" descr="Graphical user interface, application, table, Excel&#10;&#10;Description automatically generated">
            <a:extLst>
              <a:ext uri="{FF2B5EF4-FFF2-40B4-BE49-F238E27FC236}">
                <a16:creationId xmlns:a16="http://schemas.microsoft.com/office/drawing/2014/main" id="{ABB2292C-B2B6-035F-076D-069D0C9BC45F}"/>
              </a:ext>
            </a:extLst>
          </p:cNvPr>
          <p:cNvPicPr>
            <a:picLocks noChangeAspect="1"/>
          </p:cNvPicPr>
          <p:nvPr/>
        </p:nvPicPr>
        <p:blipFill>
          <a:blip r:embed="rId4"/>
          <a:stretch>
            <a:fillRect/>
          </a:stretch>
        </p:blipFill>
        <p:spPr>
          <a:xfrm>
            <a:off x="539897" y="1986642"/>
            <a:ext cx="7769975" cy="4051289"/>
          </a:xfrm>
          <a:prstGeom prst="rect">
            <a:avLst/>
          </a:prstGeom>
        </p:spPr>
      </p:pic>
      <p:sp>
        <p:nvSpPr>
          <p:cNvPr id="8" name="TextBox 7">
            <a:extLst>
              <a:ext uri="{FF2B5EF4-FFF2-40B4-BE49-F238E27FC236}">
                <a16:creationId xmlns:a16="http://schemas.microsoft.com/office/drawing/2014/main" id="{0986EF85-7A68-C0A2-6392-1CE7E3F543B7}"/>
              </a:ext>
            </a:extLst>
          </p:cNvPr>
          <p:cNvSpPr txBox="1"/>
          <p:nvPr/>
        </p:nvSpPr>
        <p:spPr>
          <a:xfrm>
            <a:off x="245660" y="1444367"/>
            <a:ext cx="4904838" cy="369332"/>
          </a:xfrm>
          <a:prstGeom prst="rect">
            <a:avLst/>
          </a:prstGeom>
          <a:noFill/>
        </p:spPr>
        <p:txBody>
          <a:bodyPr wrap="square" rtlCol="0">
            <a:spAutoFit/>
          </a:bodyPr>
          <a:lstStyle/>
          <a:p>
            <a:r>
              <a:rPr lang="en-US"/>
              <a:t>3. Blank Excel Spreadsheet is created.</a:t>
            </a:r>
            <a:endParaRPr lang="en-MY"/>
          </a:p>
        </p:txBody>
      </p:sp>
    </p:spTree>
    <p:extLst>
      <p:ext uri="{BB962C8B-B14F-4D97-AF65-F5344CB8AC3E}">
        <p14:creationId xmlns:p14="http://schemas.microsoft.com/office/powerpoint/2010/main" val="204608252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9</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09869" y="477193"/>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a:t>
            </a:r>
            <a:r>
              <a:rPr lang="en-MY" sz="5400"/>
              <a:t>ALKTHROUGH OF SPREADSHEET</a:t>
            </a:r>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56124"/>
            <a:ext cx="9837791"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pic>
        <p:nvPicPr>
          <p:cNvPr id="7" name="Picture 10" descr="Graphical user interface, application, table, Excel&#10;&#10;Description automatically generated">
            <a:extLst>
              <a:ext uri="{FF2B5EF4-FFF2-40B4-BE49-F238E27FC236}">
                <a16:creationId xmlns:a16="http://schemas.microsoft.com/office/drawing/2014/main" id="{ABB2292C-B2B6-035F-076D-069D0C9BC45F}"/>
              </a:ext>
            </a:extLst>
          </p:cNvPr>
          <p:cNvPicPr>
            <a:picLocks noChangeAspect="1"/>
          </p:cNvPicPr>
          <p:nvPr/>
        </p:nvPicPr>
        <p:blipFill>
          <a:blip r:embed="rId4"/>
          <a:stretch>
            <a:fillRect/>
          </a:stretch>
        </p:blipFill>
        <p:spPr>
          <a:xfrm>
            <a:off x="510028" y="1986642"/>
            <a:ext cx="7769975" cy="4051289"/>
          </a:xfrm>
          <a:prstGeom prst="rect">
            <a:avLst/>
          </a:prstGeom>
        </p:spPr>
      </p:pic>
      <p:sp>
        <p:nvSpPr>
          <p:cNvPr id="8" name="TextBox 7">
            <a:extLst>
              <a:ext uri="{FF2B5EF4-FFF2-40B4-BE49-F238E27FC236}">
                <a16:creationId xmlns:a16="http://schemas.microsoft.com/office/drawing/2014/main" id="{0986EF85-7A68-C0A2-6392-1CE7E3F543B7}"/>
              </a:ext>
            </a:extLst>
          </p:cNvPr>
          <p:cNvSpPr txBox="1"/>
          <p:nvPr/>
        </p:nvSpPr>
        <p:spPr>
          <a:xfrm>
            <a:off x="245660" y="1444367"/>
            <a:ext cx="4904838" cy="369332"/>
          </a:xfrm>
          <a:prstGeom prst="rect">
            <a:avLst/>
          </a:prstGeom>
          <a:noFill/>
        </p:spPr>
        <p:txBody>
          <a:bodyPr wrap="square" rtlCol="0">
            <a:spAutoFit/>
          </a:bodyPr>
          <a:lstStyle/>
          <a:p>
            <a:r>
              <a:rPr lang="en-US"/>
              <a:t>4. Able to add on more sheets in one spreadsheet.</a:t>
            </a:r>
            <a:endParaRPr lang="en-MY"/>
          </a:p>
        </p:txBody>
      </p:sp>
      <p:sp>
        <p:nvSpPr>
          <p:cNvPr id="10" name="Rectangle 9">
            <a:extLst>
              <a:ext uri="{FF2B5EF4-FFF2-40B4-BE49-F238E27FC236}">
                <a16:creationId xmlns:a16="http://schemas.microsoft.com/office/drawing/2014/main" id="{68B4E5DE-E4AC-DA2F-9FE6-6D0B6ED8BC94}"/>
              </a:ext>
            </a:extLst>
          </p:cNvPr>
          <p:cNvSpPr/>
          <p:nvPr/>
        </p:nvSpPr>
        <p:spPr>
          <a:xfrm>
            <a:off x="1312990" y="5695472"/>
            <a:ext cx="543801" cy="23331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cxnSp>
        <p:nvCxnSpPr>
          <p:cNvPr id="11" name="Straight Arrow Connector 10">
            <a:extLst>
              <a:ext uri="{FF2B5EF4-FFF2-40B4-BE49-F238E27FC236}">
                <a16:creationId xmlns:a16="http://schemas.microsoft.com/office/drawing/2014/main" id="{DA0C6303-F299-E1BD-D34D-326404819F18}"/>
              </a:ext>
            </a:extLst>
          </p:cNvPr>
          <p:cNvCxnSpPr/>
          <p:nvPr/>
        </p:nvCxnSpPr>
        <p:spPr>
          <a:xfrm flipH="1" flipV="1">
            <a:off x="1910963" y="5939347"/>
            <a:ext cx="522514" cy="41331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851231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10</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26896"/>
            <a:ext cx="4338734" cy="786346"/>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FORMULAS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46794"/>
            <a:ext cx="3713584"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pic>
        <p:nvPicPr>
          <p:cNvPr id="16" name="Picture 3" descr="Table&#10;&#10;Description automatically generated">
            <a:extLst>
              <a:ext uri="{FF2B5EF4-FFF2-40B4-BE49-F238E27FC236}">
                <a16:creationId xmlns:a16="http://schemas.microsoft.com/office/drawing/2014/main" id="{8A722D14-292D-B668-F99B-6A6D46FAC724}"/>
              </a:ext>
            </a:extLst>
          </p:cNvPr>
          <p:cNvPicPr>
            <a:picLocks noChangeAspect="1"/>
          </p:cNvPicPr>
          <p:nvPr/>
        </p:nvPicPr>
        <p:blipFill>
          <a:blip r:embed="rId4"/>
          <a:stretch>
            <a:fillRect/>
          </a:stretch>
        </p:blipFill>
        <p:spPr>
          <a:xfrm>
            <a:off x="549659" y="2144461"/>
            <a:ext cx="4048966" cy="1348601"/>
          </a:xfrm>
          <a:prstGeom prst="rect">
            <a:avLst/>
          </a:prstGeom>
        </p:spPr>
      </p:pic>
      <p:pic>
        <p:nvPicPr>
          <p:cNvPr id="18" name="Picture 17">
            <a:extLst>
              <a:ext uri="{FF2B5EF4-FFF2-40B4-BE49-F238E27FC236}">
                <a16:creationId xmlns:a16="http://schemas.microsoft.com/office/drawing/2014/main" id="{D71E842D-4E55-2BF5-CBB3-28D96B1CCE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9249" y="4416943"/>
            <a:ext cx="8031040" cy="2024464"/>
          </a:xfrm>
          <a:prstGeom prst="rect">
            <a:avLst/>
          </a:prstGeom>
        </p:spPr>
      </p:pic>
      <p:sp>
        <p:nvSpPr>
          <p:cNvPr id="20" name="TextBox 19">
            <a:extLst>
              <a:ext uri="{FF2B5EF4-FFF2-40B4-BE49-F238E27FC236}">
                <a16:creationId xmlns:a16="http://schemas.microsoft.com/office/drawing/2014/main" id="{71C3C425-0872-9BAA-7A18-06CD19FED4CA}"/>
              </a:ext>
            </a:extLst>
          </p:cNvPr>
          <p:cNvSpPr txBox="1"/>
          <p:nvPr/>
        </p:nvSpPr>
        <p:spPr>
          <a:xfrm>
            <a:off x="289249" y="1585524"/>
            <a:ext cx="5221384" cy="369332"/>
          </a:xfrm>
          <a:prstGeom prst="rect">
            <a:avLst/>
          </a:prstGeom>
          <a:noFill/>
        </p:spPr>
        <p:txBody>
          <a:bodyPr wrap="square" rtlCol="0">
            <a:spAutoFit/>
          </a:bodyPr>
          <a:lstStyle/>
          <a:p>
            <a:r>
              <a:rPr lang="en-US"/>
              <a:t>1. FORMULAS CALCULATION IN SPREADSHEET</a:t>
            </a:r>
            <a:endParaRPr lang="en-MY"/>
          </a:p>
        </p:txBody>
      </p:sp>
      <p:sp>
        <p:nvSpPr>
          <p:cNvPr id="21" name="TextBox 20">
            <a:extLst>
              <a:ext uri="{FF2B5EF4-FFF2-40B4-BE49-F238E27FC236}">
                <a16:creationId xmlns:a16="http://schemas.microsoft.com/office/drawing/2014/main" id="{C1FF9F8C-21A0-785E-4C33-7D285EF620C8}"/>
              </a:ext>
            </a:extLst>
          </p:cNvPr>
          <p:cNvSpPr txBox="1"/>
          <p:nvPr/>
        </p:nvSpPr>
        <p:spPr>
          <a:xfrm>
            <a:off x="289249" y="3840695"/>
            <a:ext cx="5221384" cy="369332"/>
          </a:xfrm>
          <a:prstGeom prst="rect">
            <a:avLst/>
          </a:prstGeom>
          <a:noFill/>
        </p:spPr>
        <p:txBody>
          <a:bodyPr wrap="square" rtlCol="0">
            <a:spAutoFit/>
          </a:bodyPr>
          <a:lstStyle/>
          <a:p>
            <a:r>
              <a:rPr lang="en-US"/>
              <a:t>2. HOW TO INSERT FORMULAS IN SHEETS</a:t>
            </a:r>
            <a:endParaRPr lang="en-MY"/>
          </a:p>
        </p:txBody>
      </p:sp>
    </p:spTree>
    <p:extLst>
      <p:ext uri="{BB962C8B-B14F-4D97-AF65-F5344CB8AC3E}">
        <p14:creationId xmlns:p14="http://schemas.microsoft.com/office/powerpoint/2010/main" val="312346644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11</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01888"/>
            <a:ext cx="8959969" cy="738997"/>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FORMULAS - CONTINUATION</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37463"/>
            <a:ext cx="8763398"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pic>
        <p:nvPicPr>
          <p:cNvPr id="7" name="Picture Placeholder 71" descr="abacus icon">
            <a:extLst>
              <a:ext uri="{FF2B5EF4-FFF2-40B4-BE49-F238E27FC236}">
                <a16:creationId xmlns:a16="http://schemas.microsoft.com/office/drawing/2014/main" id="{2C565C5C-6799-7FA9-5476-96F5D5DF9559}"/>
              </a:ext>
            </a:extLst>
          </p:cNvPr>
          <p:cNvPicPr>
            <a:picLocks noChangeAspect="1"/>
          </p:cNvPicPr>
          <p:nvPr/>
        </p:nvPicPr>
        <p:blipFill rotWithShape="1">
          <a:blip r:embed="rId4"/>
          <a:srcRect/>
          <a:stretch/>
        </p:blipFill>
        <p:spPr>
          <a:xfrm>
            <a:off x="1219715" y="1709801"/>
            <a:ext cx="932688" cy="932688"/>
          </a:xfrm>
        </p:spPr>
      </p:pic>
      <p:pic>
        <p:nvPicPr>
          <p:cNvPr id="8" name="Picture Placeholder 75" descr="increasing chart icon">
            <a:extLst>
              <a:ext uri="{FF2B5EF4-FFF2-40B4-BE49-F238E27FC236}">
                <a16:creationId xmlns:a16="http://schemas.microsoft.com/office/drawing/2014/main" id="{6A40C8A4-43EF-17F2-D906-8113380DD415}"/>
              </a:ext>
            </a:extLst>
          </p:cNvPr>
          <p:cNvPicPr>
            <a:picLocks noChangeAspect="1"/>
          </p:cNvPicPr>
          <p:nvPr/>
        </p:nvPicPr>
        <p:blipFill rotWithShape="1">
          <a:blip r:embed="rId5"/>
          <a:srcRect/>
          <a:stretch/>
        </p:blipFill>
        <p:spPr>
          <a:xfrm>
            <a:off x="5641848" y="1528318"/>
            <a:ext cx="932688" cy="932688"/>
          </a:xfrm>
        </p:spPr>
      </p:pic>
      <p:pic>
        <p:nvPicPr>
          <p:cNvPr id="10" name="Picture Placeholder 79" descr="chain link icon">
            <a:extLst>
              <a:ext uri="{FF2B5EF4-FFF2-40B4-BE49-F238E27FC236}">
                <a16:creationId xmlns:a16="http://schemas.microsoft.com/office/drawing/2014/main" id="{5B197F9F-F9D6-B984-0601-DC5011EDC98F}"/>
              </a:ext>
            </a:extLst>
          </p:cNvPr>
          <p:cNvPicPr>
            <a:picLocks noChangeAspect="1"/>
          </p:cNvPicPr>
          <p:nvPr/>
        </p:nvPicPr>
        <p:blipFill rotWithShape="1">
          <a:blip r:embed="rId6"/>
          <a:srcRect t="85" b="85"/>
          <a:stretch/>
        </p:blipFill>
        <p:spPr>
          <a:xfrm>
            <a:off x="7511374" y="1618147"/>
            <a:ext cx="932688" cy="932688"/>
          </a:xfrm>
          <a:prstGeom prst="ellipse">
            <a:avLst/>
          </a:prstGeom>
          <a:solidFill>
            <a:schemeClr val="accent4"/>
          </a:solidFill>
        </p:spPr>
      </p:pic>
      <p:pic>
        <p:nvPicPr>
          <p:cNvPr id="11" name="Picture Placeholder 75" descr="increasing chart icon">
            <a:extLst>
              <a:ext uri="{FF2B5EF4-FFF2-40B4-BE49-F238E27FC236}">
                <a16:creationId xmlns:a16="http://schemas.microsoft.com/office/drawing/2014/main" id="{9A42BB26-7FB9-3768-2274-D00A84D3CF3A}"/>
              </a:ext>
            </a:extLst>
          </p:cNvPr>
          <p:cNvPicPr>
            <a:picLocks noChangeAspect="1"/>
          </p:cNvPicPr>
          <p:nvPr/>
        </p:nvPicPr>
        <p:blipFill rotWithShape="1">
          <a:blip r:embed="rId5"/>
          <a:srcRect/>
          <a:stretch/>
        </p:blipFill>
        <p:spPr>
          <a:xfrm>
            <a:off x="4367288" y="1618147"/>
            <a:ext cx="932688" cy="932688"/>
          </a:xfrm>
          <a:prstGeom prst="ellipse">
            <a:avLst/>
          </a:prstGeom>
        </p:spPr>
      </p:pic>
      <p:pic>
        <p:nvPicPr>
          <p:cNvPr id="19" name="Picture Placeholder 71" descr="abacus icon">
            <a:extLst>
              <a:ext uri="{FF2B5EF4-FFF2-40B4-BE49-F238E27FC236}">
                <a16:creationId xmlns:a16="http://schemas.microsoft.com/office/drawing/2014/main" id="{4DAC8AA9-6727-8D14-2081-7B278855A8F3}"/>
              </a:ext>
            </a:extLst>
          </p:cNvPr>
          <p:cNvPicPr>
            <a:picLocks noChangeAspect="1"/>
          </p:cNvPicPr>
          <p:nvPr/>
        </p:nvPicPr>
        <p:blipFill rotWithShape="1">
          <a:blip r:embed="rId4"/>
          <a:srcRect/>
          <a:stretch/>
        </p:blipFill>
        <p:spPr>
          <a:xfrm>
            <a:off x="1219715" y="1618379"/>
            <a:ext cx="932688" cy="932688"/>
          </a:xfrm>
          <a:prstGeom prst="ellipse">
            <a:avLst/>
          </a:prstGeom>
        </p:spPr>
      </p:pic>
      <p:sp>
        <p:nvSpPr>
          <p:cNvPr id="22" name="Text Placeholder 153">
            <a:extLst>
              <a:ext uri="{FF2B5EF4-FFF2-40B4-BE49-F238E27FC236}">
                <a16:creationId xmlns:a16="http://schemas.microsoft.com/office/drawing/2014/main" id="{E7B5F86D-B6BA-7338-2859-31588D1D94E2}"/>
              </a:ext>
            </a:extLst>
          </p:cNvPr>
          <p:cNvSpPr txBox="1">
            <a:spLocks/>
          </p:cNvSpPr>
          <p:nvPr/>
        </p:nvSpPr>
        <p:spPr>
          <a:xfrm>
            <a:off x="3199535" y="2640664"/>
            <a:ext cx="2992868" cy="478880"/>
          </a:xfrm>
          <a:prstGeom prst="rect">
            <a:avLst/>
          </a:prstGeom>
          <a:solidFill>
            <a:srgbClr val="7030A0"/>
          </a:solidFill>
          <a:ln w="6350" cap="flat" cmpd="sng" algn="ctr">
            <a:solidFill>
              <a:schemeClr val="tx1"/>
            </a:solidFill>
            <a:prstDash val="solid"/>
            <a:miter lim="800000"/>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fontScale="92500"/>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algn="ctr"/>
            <a:r>
              <a:rPr lang="en-US" sz="1800">
                <a:solidFill>
                  <a:schemeClr val="bg1"/>
                </a:solidFill>
              </a:rPr>
              <a:t>WHAT IS FORMULA USED FOR?</a:t>
            </a:r>
          </a:p>
        </p:txBody>
      </p:sp>
      <p:sp>
        <p:nvSpPr>
          <p:cNvPr id="1026" name="Text Placeholder 153">
            <a:extLst>
              <a:ext uri="{FF2B5EF4-FFF2-40B4-BE49-F238E27FC236}">
                <a16:creationId xmlns:a16="http://schemas.microsoft.com/office/drawing/2014/main" id="{0E652AD9-E371-5169-5189-DF8C490B0055}"/>
              </a:ext>
            </a:extLst>
          </p:cNvPr>
          <p:cNvSpPr txBox="1">
            <a:spLocks/>
          </p:cNvSpPr>
          <p:nvPr/>
        </p:nvSpPr>
        <p:spPr>
          <a:xfrm>
            <a:off x="67138" y="2640664"/>
            <a:ext cx="2992868" cy="499330"/>
          </a:xfrm>
          <a:prstGeom prst="rect">
            <a:avLst/>
          </a:prstGeom>
          <a:solidFill>
            <a:srgbClr val="7030A0"/>
          </a:solidFill>
          <a:ln w="6350" cap="flat" cmpd="sng" algn="ctr">
            <a:solidFill>
              <a:schemeClr val="tx1"/>
            </a:solidFill>
            <a:prstDash val="solid"/>
            <a:miter lim="800000"/>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algn="ctr">
              <a:lnSpc>
                <a:spcPct val="100000"/>
              </a:lnSpc>
            </a:pPr>
            <a:r>
              <a:rPr lang="en-US" sz="1800">
                <a:solidFill>
                  <a:schemeClr val="bg1"/>
                </a:solidFill>
              </a:rPr>
              <a:t>WHAT ARE FORMULAS </a:t>
            </a:r>
            <a:r>
              <a:rPr lang="en-US" sz="1700">
                <a:solidFill>
                  <a:schemeClr val="bg1"/>
                </a:solidFill>
              </a:rPr>
              <a:t>FOR</a:t>
            </a:r>
            <a:r>
              <a:rPr lang="en-US" sz="1800">
                <a:solidFill>
                  <a:schemeClr val="bg1"/>
                </a:solidFill>
              </a:rPr>
              <a:t>?</a:t>
            </a:r>
          </a:p>
        </p:txBody>
      </p:sp>
      <p:sp>
        <p:nvSpPr>
          <p:cNvPr id="1059" name="Text Placeholder 153">
            <a:extLst>
              <a:ext uri="{FF2B5EF4-FFF2-40B4-BE49-F238E27FC236}">
                <a16:creationId xmlns:a16="http://schemas.microsoft.com/office/drawing/2014/main" id="{EC2A9C3C-919D-AE4B-BF46-8AA21FE98538}"/>
              </a:ext>
            </a:extLst>
          </p:cNvPr>
          <p:cNvSpPr txBox="1">
            <a:spLocks/>
          </p:cNvSpPr>
          <p:nvPr/>
        </p:nvSpPr>
        <p:spPr>
          <a:xfrm>
            <a:off x="6331933" y="2640664"/>
            <a:ext cx="2992868" cy="478880"/>
          </a:xfrm>
          <a:prstGeom prst="rect">
            <a:avLst/>
          </a:prstGeom>
          <a:solidFill>
            <a:srgbClr val="7030A0"/>
          </a:solidFill>
          <a:ln w="6350" cap="flat" cmpd="sng" algn="ctr">
            <a:solidFill>
              <a:schemeClr val="tx1"/>
            </a:solidFill>
            <a:prstDash val="solid"/>
            <a:miter lim="800000"/>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fontScale="92500" lnSpcReduction="20000"/>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algn="ctr"/>
            <a:r>
              <a:rPr lang="en-US" sz="1800">
                <a:solidFill>
                  <a:schemeClr val="bg1"/>
                </a:solidFill>
              </a:rPr>
              <a:t>WHAT DOES EACH FORMULA CALCULATE?</a:t>
            </a:r>
          </a:p>
        </p:txBody>
      </p:sp>
      <p:sp>
        <p:nvSpPr>
          <p:cNvPr id="1060" name="Text Placeholder 153">
            <a:extLst>
              <a:ext uri="{FF2B5EF4-FFF2-40B4-BE49-F238E27FC236}">
                <a16:creationId xmlns:a16="http://schemas.microsoft.com/office/drawing/2014/main" id="{3AD1E739-1EBC-C864-5462-571453F737D1}"/>
              </a:ext>
            </a:extLst>
          </p:cNvPr>
          <p:cNvSpPr>
            <a:spLocks noGrp="1"/>
          </p:cNvSpPr>
          <p:nvPr>
            <p:ph type="body" idx="1"/>
          </p:nvPr>
        </p:nvSpPr>
        <p:spPr>
          <a:xfrm>
            <a:off x="77888" y="3265598"/>
            <a:ext cx="2992868" cy="3191603"/>
          </a:xfrm>
          <a:solidFill>
            <a:srgbClr val="CC99FF"/>
          </a:solidFill>
          <a:ln>
            <a:solidFill>
              <a:srgbClr val="7030A0"/>
            </a:solidFill>
          </a:ln>
        </p:spPr>
        <p:style>
          <a:lnRef idx="1">
            <a:schemeClr val="accent5"/>
          </a:lnRef>
          <a:fillRef idx="2">
            <a:schemeClr val="accent5"/>
          </a:fillRef>
          <a:effectRef idx="1">
            <a:schemeClr val="accent5"/>
          </a:effectRef>
          <a:fontRef idx="minor">
            <a:schemeClr val="dk1"/>
          </a:fontRef>
        </p:style>
        <p:txBody>
          <a:bodyPr>
            <a:normAutofit/>
          </a:bodyPr>
          <a:lstStyle/>
          <a:p>
            <a:pPr marL="347345" indent="-347345">
              <a:buFont typeface="Arial" panose="020B0604020202020204" pitchFamily="34" charset="0"/>
              <a:buChar char="•"/>
            </a:pPr>
            <a:r>
              <a:rPr lang="en-US" sz="1400">
                <a:solidFill>
                  <a:schemeClr val="tx1"/>
                </a:solidFill>
                <a:cs typeface="Sabon Next LT"/>
              </a:rPr>
              <a:t>Addition: To add up all the data </a:t>
            </a:r>
          </a:p>
          <a:p>
            <a:pPr marL="347345" indent="-347345">
              <a:buFont typeface="Arial" panose="020B0604020202020204" pitchFamily="34" charset="0"/>
              <a:buChar char="•"/>
            </a:pPr>
            <a:r>
              <a:rPr lang="en-US" sz="1400">
                <a:solidFill>
                  <a:schemeClr val="tx1"/>
                </a:solidFill>
                <a:cs typeface="Sabon Next LT"/>
              </a:rPr>
              <a:t>Subtraction: To find the difference between values</a:t>
            </a:r>
          </a:p>
          <a:p>
            <a:pPr marL="347345" indent="-347345">
              <a:buFont typeface="Arial" panose="020B0604020202020204" pitchFamily="34" charset="0"/>
              <a:buChar char="•"/>
            </a:pPr>
            <a:r>
              <a:rPr lang="en-US" sz="1400">
                <a:solidFill>
                  <a:schemeClr val="tx1"/>
                </a:solidFill>
                <a:cs typeface="Sabon Next LT"/>
              </a:rPr>
              <a:t>Multiplication: To find the product of the value(s) times quantity</a:t>
            </a:r>
          </a:p>
          <a:p>
            <a:pPr marL="347345" indent="-347345">
              <a:buFont typeface="Arial" panose="020B0604020202020204" pitchFamily="34" charset="0"/>
              <a:buChar char="•"/>
            </a:pPr>
            <a:r>
              <a:rPr lang="en-US" sz="1400">
                <a:solidFill>
                  <a:schemeClr val="tx1"/>
                </a:solidFill>
                <a:cs typeface="Sabon Next LT"/>
              </a:rPr>
              <a:t>Division: To divide the value(s) per quantity</a:t>
            </a:r>
          </a:p>
          <a:p>
            <a:pPr marL="347345" indent="-347345">
              <a:buFont typeface="Arial" panose="020B0604020202020204" pitchFamily="34" charset="0"/>
              <a:buChar char="•"/>
            </a:pPr>
            <a:r>
              <a:rPr lang="en-US" sz="1400">
                <a:solidFill>
                  <a:schemeClr val="tx1"/>
                </a:solidFill>
                <a:cs typeface="Sabon Next LT"/>
              </a:rPr>
              <a:t>Percent: To obtain the data per 100</a:t>
            </a:r>
          </a:p>
          <a:p>
            <a:endParaRPr lang="en-US" sz="1800">
              <a:solidFill>
                <a:schemeClr val="tx1"/>
              </a:solidFill>
            </a:endParaRPr>
          </a:p>
        </p:txBody>
      </p:sp>
      <p:sp>
        <p:nvSpPr>
          <p:cNvPr id="1061" name="Text Placeholder 153">
            <a:extLst>
              <a:ext uri="{FF2B5EF4-FFF2-40B4-BE49-F238E27FC236}">
                <a16:creationId xmlns:a16="http://schemas.microsoft.com/office/drawing/2014/main" id="{C9F4967B-4D2F-3E3E-AB2A-0883DC45839C}"/>
              </a:ext>
            </a:extLst>
          </p:cNvPr>
          <p:cNvSpPr txBox="1">
            <a:spLocks/>
          </p:cNvSpPr>
          <p:nvPr/>
        </p:nvSpPr>
        <p:spPr>
          <a:xfrm>
            <a:off x="3199623" y="3261763"/>
            <a:ext cx="2992868" cy="3191603"/>
          </a:xfrm>
          <a:prstGeom prst="rect">
            <a:avLst/>
          </a:prstGeom>
          <a:solidFill>
            <a:srgbClr val="CC99FF"/>
          </a:solidFill>
          <a:ln>
            <a:solidFill>
              <a:srgbClr val="7030A0"/>
            </a:solidFill>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347345" indent="-347345">
              <a:buFont typeface="Arial" panose="020B0604020202020204" pitchFamily="34" charset="0"/>
              <a:buChar char="•"/>
            </a:pPr>
            <a:r>
              <a:rPr lang="en-US" sz="1400">
                <a:solidFill>
                  <a:schemeClr val="tx1"/>
                </a:solidFill>
                <a:cs typeface="Sabon Next LT"/>
              </a:rPr>
              <a:t>Addition: To simplify adding up values without typing the numbers</a:t>
            </a:r>
          </a:p>
          <a:p>
            <a:pPr marL="347345" indent="-347345">
              <a:buFont typeface="Arial" panose="020B0604020202020204" pitchFamily="34" charset="0"/>
              <a:buChar char="•"/>
            </a:pPr>
            <a:r>
              <a:rPr lang="en-US" sz="1400">
                <a:solidFill>
                  <a:schemeClr val="tx1"/>
                </a:solidFill>
                <a:cs typeface="Sabon Next LT"/>
              </a:rPr>
              <a:t>Subtraction: To simplify </a:t>
            </a:r>
          </a:p>
          <a:p>
            <a:pPr marL="347345" indent="-347345">
              <a:buFont typeface="Arial" panose="020B0604020202020204" pitchFamily="34" charset="0"/>
              <a:buChar char="•"/>
            </a:pPr>
            <a:r>
              <a:rPr lang="en-US" sz="1400">
                <a:solidFill>
                  <a:schemeClr val="tx1"/>
                </a:solidFill>
                <a:cs typeface="Sabon Next LT"/>
              </a:rPr>
              <a:t>Multiplication: To multiply the chosen data directly with the desired quantity</a:t>
            </a:r>
          </a:p>
          <a:p>
            <a:pPr marL="347345" indent="-347345">
              <a:buFont typeface="Arial" panose="020B0604020202020204" pitchFamily="34" charset="0"/>
              <a:buChar char="•"/>
            </a:pPr>
            <a:r>
              <a:rPr lang="en-US" sz="1400">
                <a:solidFill>
                  <a:schemeClr val="tx1"/>
                </a:solidFill>
                <a:cs typeface="Sabon Next LT"/>
              </a:rPr>
              <a:t>Division: To divide the chosen data directly with the desired quantity</a:t>
            </a:r>
          </a:p>
          <a:p>
            <a:pPr marL="347345" indent="-347345">
              <a:buFont typeface="Arial" panose="020B0604020202020204" pitchFamily="34" charset="0"/>
              <a:buChar char="•"/>
            </a:pPr>
            <a:r>
              <a:rPr lang="en-US" sz="1400">
                <a:solidFill>
                  <a:schemeClr val="tx1"/>
                </a:solidFill>
                <a:cs typeface="Sabon Next LT"/>
              </a:rPr>
              <a:t>Percent: To obtain the data's percentage without further calculations</a:t>
            </a:r>
          </a:p>
        </p:txBody>
      </p:sp>
      <p:sp>
        <p:nvSpPr>
          <p:cNvPr id="1062" name="Text Placeholder 153">
            <a:extLst>
              <a:ext uri="{FF2B5EF4-FFF2-40B4-BE49-F238E27FC236}">
                <a16:creationId xmlns:a16="http://schemas.microsoft.com/office/drawing/2014/main" id="{F8E56672-2E8C-7108-5B74-DF39C606F41B}"/>
              </a:ext>
            </a:extLst>
          </p:cNvPr>
          <p:cNvSpPr txBox="1">
            <a:spLocks/>
          </p:cNvSpPr>
          <p:nvPr/>
        </p:nvSpPr>
        <p:spPr>
          <a:xfrm>
            <a:off x="6331933" y="3273671"/>
            <a:ext cx="2992868" cy="3191603"/>
          </a:xfrm>
          <a:prstGeom prst="rect">
            <a:avLst/>
          </a:prstGeom>
          <a:solidFill>
            <a:srgbClr val="CC99FF"/>
          </a:solidFill>
          <a:ln>
            <a:solidFill>
              <a:srgbClr val="7030A0"/>
            </a:solidFill>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347345" indent="-347345">
              <a:buFont typeface="Arial" panose="020B0604020202020204" pitchFamily="34" charset="0"/>
              <a:buChar char="•"/>
            </a:pPr>
            <a:r>
              <a:rPr lang="en-US" sz="1400">
                <a:solidFill>
                  <a:schemeClr val="tx1"/>
                </a:solidFill>
              </a:rPr>
              <a:t>Addition: Salaries of all workers, total quantities sold/unsold</a:t>
            </a:r>
            <a:endParaRPr lang="en-US" sz="1400">
              <a:solidFill>
                <a:schemeClr val="tx1"/>
              </a:solidFill>
              <a:cs typeface="Sabon Next LT"/>
            </a:endParaRPr>
          </a:p>
          <a:p>
            <a:pPr marL="347345" indent="-347345">
              <a:buFont typeface="Arial" panose="020B0604020202020204" pitchFamily="34" charset="0"/>
              <a:buChar char="•"/>
            </a:pPr>
            <a:r>
              <a:rPr lang="en-US" sz="1400">
                <a:solidFill>
                  <a:schemeClr val="tx1"/>
                </a:solidFill>
                <a:cs typeface="Sabon Next LT"/>
              </a:rPr>
              <a:t>Subtraction: Profit</a:t>
            </a:r>
          </a:p>
          <a:p>
            <a:pPr marL="347345" indent="-347345">
              <a:buFont typeface="Arial" panose="020B0604020202020204" pitchFamily="34" charset="0"/>
              <a:buChar char="•"/>
            </a:pPr>
            <a:r>
              <a:rPr lang="en-US" sz="1400">
                <a:solidFill>
                  <a:schemeClr val="tx1"/>
                </a:solidFill>
                <a:cs typeface="Sabon Next LT"/>
              </a:rPr>
              <a:t>Multiplication: Total sales revenue of each item, bonus, commission</a:t>
            </a:r>
          </a:p>
          <a:p>
            <a:pPr marL="347345" indent="-347345">
              <a:buFont typeface="Arial" panose="020B0604020202020204" pitchFamily="34" charset="0"/>
              <a:buChar char="•"/>
            </a:pPr>
            <a:r>
              <a:rPr lang="en-US" sz="1400">
                <a:solidFill>
                  <a:schemeClr val="tx1"/>
                </a:solidFill>
                <a:cs typeface="Sabon Next LT"/>
              </a:rPr>
              <a:t>Division: Average cost of each product</a:t>
            </a:r>
          </a:p>
          <a:p>
            <a:pPr marL="347345" indent="-347345">
              <a:buFont typeface="Arial" panose="020B0604020202020204" pitchFamily="34" charset="0"/>
              <a:buChar char="•"/>
            </a:pPr>
            <a:r>
              <a:rPr lang="en-US" sz="1400">
                <a:solidFill>
                  <a:schemeClr val="tx1"/>
                </a:solidFill>
                <a:cs typeface="Sabon Next LT"/>
              </a:rPr>
              <a:t>Percent: Percentage of bonus/commission</a:t>
            </a:r>
          </a:p>
        </p:txBody>
      </p:sp>
    </p:spTree>
    <p:extLst>
      <p:ext uri="{BB962C8B-B14F-4D97-AF65-F5344CB8AC3E}">
        <p14:creationId xmlns:p14="http://schemas.microsoft.com/office/powerpoint/2010/main" val="232250142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12</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27255" y="431132"/>
            <a:ext cx="4365014" cy="777873"/>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FUNCTIONS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27255" y="1146794"/>
            <a:ext cx="4365014"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pic>
        <p:nvPicPr>
          <p:cNvPr id="20" name="Picture 19" descr="Table">
            <a:extLst>
              <a:ext uri="{FF2B5EF4-FFF2-40B4-BE49-F238E27FC236}">
                <a16:creationId xmlns:a16="http://schemas.microsoft.com/office/drawing/2014/main" id="{C9811006-15C4-E8C9-5714-00D0212D1571}"/>
              </a:ext>
            </a:extLst>
          </p:cNvPr>
          <p:cNvPicPr>
            <a:picLocks noChangeAspect="1"/>
          </p:cNvPicPr>
          <p:nvPr/>
        </p:nvPicPr>
        <p:blipFill>
          <a:blip r:embed="rId4"/>
          <a:stretch>
            <a:fillRect/>
          </a:stretch>
        </p:blipFill>
        <p:spPr>
          <a:xfrm>
            <a:off x="280673" y="2168941"/>
            <a:ext cx="3080752" cy="973875"/>
          </a:xfrm>
          <a:prstGeom prst="rect">
            <a:avLst/>
          </a:prstGeom>
        </p:spPr>
      </p:pic>
      <p:pic>
        <p:nvPicPr>
          <p:cNvPr id="21" name="Picture 20">
            <a:extLst>
              <a:ext uri="{FF2B5EF4-FFF2-40B4-BE49-F238E27FC236}">
                <a16:creationId xmlns:a16="http://schemas.microsoft.com/office/drawing/2014/main" id="{19B909C4-9EB1-2792-CE53-EA15AC5B478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8441" y="4117707"/>
            <a:ext cx="8031040" cy="2024464"/>
          </a:xfrm>
          <a:prstGeom prst="rect">
            <a:avLst/>
          </a:prstGeom>
        </p:spPr>
      </p:pic>
      <p:sp>
        <p:nvSpPr>
          <p:cNvPr id="1063" name="TextBox 1062">
            <a:extLst>
              <a:ext uri="{FF2B5EF4-FFF2-40B4-BE49-F238E27FC236}">
                <a16:creationId xmlns:a16="http://schemas.microsoft.com/office/drawing/2014/main" id="{9BF46080-202B-2198-2D6D-F32BDB91B1D8}"/>
              </a:ext>
            </a:extLst>
          </p:cNvPr>
          <p:cNvSpPr txBox="1"/>
          <p:nvPr/>
        </p:nvSpPr>
        <p:spPr>
          <a:xfrm>
            <a:off x="188441" y="1577051"/>
            <a:ext cx="4603828" cy="369332"/>
          </a:xfrm>
          <a:prstGeom prst="rect">
            <a:avLst/>
          </a:prstGeom>
          <a:noFill/>
        </p:spPr>
        <p:txBody>
          <a:bodyPr wrap="square" rtlCol="0">
            <a:spAutoFit/>
          </a:bodyPr>
          <a:lstStyle/>
          <a:p>
            <a:r>
              <a:rPr lang="en-US"/>
              <a:t>1. FUNCTIONS CALCULATION IN SPREADSHEET</a:t>
            </a:r>
            <a:endParaRPr lang="en-MY"/>
          </a:p>
        </p:txBody>
      </p:sp>
      <p:sp>
        <p:nvSpPr>
          <p:cNvPr id="1064" name="TextBox 1063">
            <a:extLst>
              <a:ext uri="{FF2B5EF4-FFF2-40B4-BE49-F238E27FC236}">
                <a16:creationId xmlns:a16="http://schemas.microsoft.com/office/drawing/2014/main" id="{4CD71D13-FB5B-CF27-7CBD-AE8A0EC4BC0C}"/>
              </a:ext>
            </a:extLst>
          </p:cNvPr>
          <p:cNvSpPr txBox="1"/>
          <p:nvPr/>
        </p:nvSpPr>
        <p:spPr>
          <a:xfrm>
            <a:off x="188441" y="3522186"/>
            <a:ext cx="5040012" cy="369332"/>
          </a:xfrm>
          <a:prstGeom prst="rect">
            <a:avLst/>
          </a:prstGeom>
          <a:noFill/>
        </p:spPr>
        <p:txBody>
          <a:bodyPr wrap="square" rtlCol="0">
            <a:spAutoFit/>
          </a:bodyPr>
          <a:lstStyle/>
          <a:p>
            <a:r>
              <a:rPr lang="en-US"/>
              <a:t>2. HOW TO INSERT FUNCTIONS IN SPREADSHEET</a:t>
            </a:r>
            <a:endParaRPr lang="en-MY"/>
          </a:p>
        </p:txBody>
      </p:sp>
    </p:spTree>
    <p:extLst>
      <p:ext uri="{BB962C8B-B14F-4D97-AF65-F5344CB8AC3E}">
        <p14:creationId xmlns:p14="http://schemas.microsoft.com/office/powerpoint/2010/main" val="350718523"/>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13</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28294"/>
            <a:ext cx="10477306" cy="80246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FUNCTIONS - CONTINUATION</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46794"/>
            <a:ext cx="8810051"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pic>
        <p:nvPicPr>
          <p:cNvPr id="7" name="Picture Placeholder 71" descr="abacus icon">
            <a:extLst>
              <a:ext uri="{FF2B5EF4-FFF2-40B4-BE49-F238E27FC236}">
                <a16:creationId xmlns:a16="http://schemas.microsoft.com/office/drawing/2014/main" id="{2C565C5C-6799-7FA9-5476-96F5D5DF9559}"/>
              </a:ext>
            </a:extLst>
          </p:cNvPr>
          <p:cNvPicPr>
            <a:picLocks noChangeAspect="1"/>
          </p:cNvPicPr>
          <p:nvPr/>
        </p:nvPicPr>
        <p:blipFill rotWithShape="1">
          <a:blip r:embed="rId4"/>
          <a:srcRect/>
          <a:stretch/>
        </p:blipFill>
        <p:spPr>
          <a:xfrm>
            <a:off x="1219715" y="1709801"/>
            <a:ext cx="932688" cy="932688"/>
          </a:xfrm>
        </p:spPr>
      </p:pic>
      <p:pic>
        <p:nvPicPr>
          <p:cNvPr id="8" name="Picture Placeholder 75" descr="increasing chart icon">
            <a:extLst>
              <a:ext uri="{FF2B5EF4-FFF2-40B4-BE49-F238E27FC236}">
                <a16:creationId xmlns:a16="http://schemas.microsoft.com/office/drawing/2014/main" id="{6A40C8A4-43EF-17F2-D906-8113380DD415}"/>
              </a:ext>
            </a:extLst>
          </p:cNvPr>
          <p:cNvPicPr>
            <a:picLocks noChangeAspect="1"/>
          </p:cNvPicPr>
          <p:nvPr/>
        </p:nvPicPr>
        <p:blipFill rotWithShape="1">
          <a:blip r:embed="rId5"/>
          <a:srcRect/>
          <a:stretch/>
        </p:blipFill>
        <p:spPr>
          <a:xfrm>
            <a:off x="5641848" y="1528318"/>
            <a:ext cx="932688" cy="932688"/>
          </a:xfrm>
        </p:spPr>
      </p:pic>
      <p:pic>
        <p:nvPicPr>
          <p:cNvPr id="10" name="Picture Placeholder 79" descr="chain link icon">
            <a:extLst>
              <a:ext uri="{FF2B5EF4-FFF2-40B4-BE49-F238E27FC236}">
                <a16:creationId xmlns:a16="http://schemas.microsoft.com/office/drawing/2014/main" id="{5B197F9F-F9D6-B984-0601-DC5011EDC98F}"/>
              </a:ext>
            </a:extLst>
          </p:cNvPr>
          <p:cNvPicPr>
            <a:picLocks noChangeAspect="1"/>
          </p:cNvPicPr>
          <p:nvPr/>
        </p:nvPicPr>
        <p:blipFill rotWithShape="1">
          <a:blip r:embed="rId6"/>
          <a:srcRect t="85" b="85"/>
          <a:stretch/>
        </p:blipFill>
        <p:spPr>
          <a:xfrm>
            <a:off x="7511374" y="1618147"/>
            <a:ext cx="932688" cy="932688"/>
          </a:xfrm>
          <a:prstGeom prst="ellipse">
            <a:avLst/>
          </a:prstGeom>
          <a:solidFill>
            <a:schemeClr val="accent4"/>
          </a:solidFill>
        </p:spPr>
      </p:pic>
      <p:pic>
        <p:nvPicPr>
          <p:cNvPr id="11" name="Picture Placeholder 75" descr="increasing chart icon">
            <a:extLst>
              <a:ext uri="{FF2B5EF4-FFF2-40B4-BE49-F238E27FC236}">
                <a16:creationId xmlns:a16="http://schemas.microsoft.com/office/drawing/2014/main" id="{9A42BB26-7FB9-3768-2274-D00A84D3CF3A}"/>
              </a:ext>
            </a:extLst>
          </p:cNvPr>
          <p:cNvPicPr>
            <a:picLocks noChangeAspect="1"/>
          </p:cNvPicPr>
          <p:nvPr/>
        </p:nvPicPr>
        <p:blipFill rotWithShape="1">
          <a:blip r:embed="rId5"/>
          <a:srcRect/>
          <a:stretch/>
        </p:blipFill>
        <p:spPr>
          <a:xfrm>
            <a:off x="4367288" y="1618147"/>
            <a:ext cx="932688" cy="932688"/>
          </a:xfrm>
          <a:prstGeom prst="ellipse">
            <a:avLst/>
          </a:prstGeom>
        </p:spPr>
      </p:pic>
      <p:pic>
        <p:nvPicPr>
          <p:cNvPr id="19" name="Picture Placeholder 71" descr="abacus icon">
            <a:extLst>
              <a:ext uri="{FF2B5EF4-FFF2-40B4-BE49-F238E27FC236}">
                <a16:creationId xmlns:a16="http://schemas.microsoft.com/office/drawing/2014/main" id="{4DAC8AA9-6727-8D14-2081-7B278855A8F3}"/>
              </a:ext>
            </a:extLst>
          </p:cNvPr>
          <p:cNvPicPr>
            <a:picLocks noChangeAspect="1"/>
          </p:cNvPicPr>
          <p:nvPr/>
        </p:nvPicPr>
        <p:blipFill rotWithShape="1">
          <a:blip r:embed="rId4"/>
          <a:srcRect/>
          <a:stretch/>
        </p:blipFill>
        <p:spPr>
          <a:xfrm>
            <a:off x="1219715" y="1618379"/>
            <a:ext cx="932688" cy="932688"/>
          </a:xfrm>
          <a:prstGeom prst="ellipse">
            <a:avLst/>
          </a:prstGeom>
        </p:spPr>
      </p:pic>
      <p:sp>
        <p:nvSpPr>
          <p:cNvPr id="22" name="Text Placeholder 153">
            <a:extLst>
              <a:ext uri="{FF2B5EF4-FFF2-40B4-BE49-F238E27FC236}">
                <a16:creationId xmlns:a16="http://schemas.microsoft.com/office/drawing/2014/main" id="{E7B5F86D-B6BA-7338-2859-31588D1D94E2}"/>
              </a:ext>
            </a:extLst>
          </p:cNvPr>
          <p:cNvSpPr txBox="1">
            <a:spLocks/>
          </p:cNvSpPr>
          <p:nvPr/>
        </p:nvSpPr>
        <p:spPr>
          <a:xfrm>
            <a:off x="3199535" y="2640664"/>
            <a:ext cx="2992868" cy="478880"/>
          </a:xfrm>
          <a:prstGeom prst="rect">
            <a:avLst/>
          </a:prstGeom>
          <a:solidFill>
            <a:srgbClr val="7030A0"/>
          </a:solidFill>
          <a:ln w="6350" cap="flat" cmpd="sng" algn="ctr">
            <a:solidFill>
              <a:schemeClr val="tx1"/>
            </a:solidFill>
            <a:prstDash val="solid"/>
            <a:miter lim="800000"/>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fontScale="92500" lnSpcReduction="20000"/>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algn="ctr"/>
            <a:r>
              <a:rPr lang="en-US" sz="1800">
                <a:solidFill>
                  <a:schemeClr val="bg1"/>
                </a:solidFill>
              </a:rPr>
              <a:t>WHAT IS FUNCTIONS USED FOR?</a:t>
            </a:r>
          </a:p>
        </p:txBody>
      </p:sp>
      <p:sp>
        <p:nvSpPr>
          <p:cNvPr id="1026" name="Text Placeholder 153">
            <a:extLst>
              <a:ext uri="{FF2B5EF4-FFF2-40B4-BE49-F238E27FC236}">
                <a16:creationId xmlns:a16="http://schemas.microsoft.com/office/drawing/2014/main" id="{0E652AD9-E371-5169-5189-DF8C490B0055}"/>
              </a:ext>
            </a:extLst>
          </p:cNvPr>
          <p:cNvSpPr txBox="1">
            <a:spLocks/>
          </p:cNvSpPr>
          <p:nvPr/>
        </p:nvSpPr>
        <p:spPr>
          <a:xfrm>
            <a:off x="67138" y="2640664"/>
            <a:ext cx="2992868" cy="499330"/>
          </a:xfrm>
          <a:prstGeom prst="rect">
            <a:avLst/>
          </a:prstGeom>
          <a:solidFill>
            <a:srgbClr val="7030A0"/>
          </a:solidFill>
          <a:ln w="6350" cap="flat" cmpd="sng" algn="ctr">
            <a:solidFill>
              <a:schemeClr val="tx1"/>
            </a:solidFill>
            <a:prstDash val="solid"/>
            <a:miter lim="800000"/>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algn="ctr">
              <a:lnSpc>
                <a:spcPct val="100000"/>
              </a:lnSpc>
            </a:pPr>
            <a:r>
              <a:rPr lang="en-US" sz="1800">
                <a:solidFill>
                  <a:schemeClr val="bg1"/>
                </a:solidFill>
              </a:rPr>
              <a:t>WHAT ARE FUNCTIONS </a:t>
            </a:r>
            <a:r>
              <a:rPr lang="en-US" sz="1700">
                <a:solidFill>
                  <a:schemeClr val="bg1"/>
                </a:solidFill>
              </a:rPr>
              <a:t>FOR</a:t>
            </a:r>
            <a:r>
              <a:rPr lang="en-US" sz="1800">
                <a:solidFill>
                  <a:schemeClr val="bg1"/>
                </a:solidFill>
              </a:rPr>
              <a:t>?</a:t>
            </a:r>
          </a:p>
        </p:txBody>
      </p:sp>
      <p:sp>
        <p:nvSpPr>
          <p:cNvPr id="1059" name="Text Placeholder 153">
            <a:extLst>
              <a:ext uri="{FF2B5EF4-FFF2-40B4-BE49-F238E27FC236}">
                <a16:creationId xmlns:a16="http://schemas.microsoft.com/office/drawing/2014/main" id="{EC2A9C3C-919D-AE4B-BF46-8AA21FE98538}"/>
              </a:ext>
            </a:extLst>
          </p:cNvPr>
          <p:cNvSpPr txBox="1">
            <a:spLocks/>
          </p:cNvSpPr>
          <p:nvPr/>
        </p:nvSpPr>
        <p:spPr>
          <a:xfrm>
            <a:off x="6331933" y="2640664"/>
            <a:ext cx="2992868" cy="478880"/>
          </a:xfrm>
          <a:prstGeom prst="rect">
            <a:avLst/>
          </a:prstGeom>
          <a:solidFill>
            <a:srgbClr val="7030A0"/>
          </a:solidFill>
          <a:ln w="6350" cap="flat" cmpd="sng" algn="ctr">
            <a:solidFill>
              <a:schemeClr val="tx1"/>
            </a:solidFill>
            <a:prstDash val="solid"/>
            <a:miter lim="800000"/>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fontScale="92500" lnSpcReduction="20000"/>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algn="ctr"/>
            <a:r>
              <a:rPr lang="en-US" sz="1800">
                <a:solidFill>
                  <a:schemeClr val="bg1"/>
                </a:solidFill>
              </a:rPr>
              <a:t>WHAT DOES EACH FUNCTION CALCULATE?</a:t>
            </a:r>
          </a:p>
        </p:txBody>
      </p:sp>
      <p:sp>
        <p:nvSpPr>
          <p:cNvPr id="1060" name="Text Placeholder 153">
            <a:extLst>
              <a:ext uri="{FF2B5EF4-FFF2-40B4-BE49-F238E27FC236}">
                <a16:creationId xmlns:a16="http://schemas.microsoft.com/office/drawing/2014/main" id="{3AD1E739-1EBC-C864-5462-571453F737D1}"/>
              </a:ext>
            </a:extLst>
          </p:cNvPr>
          <p:cNvSpPr>
            <a:spLocks noGrp="1"/>
          </p:cNvSpPr>
          <p:nvPr>
            <p:ph type="body" idx="1"/>
          </p:nvPr>
        </p:nvSpPr>
        <p:spPr>
          <a:xfrm>
            <a:off x="77888" y="3265598"/>
            <a:ext cx="2992868" cy="3191603"/>
          </a:xfrm>
          <a:solidFill>
            <a:srgbClr val="CC99FF"/>
          </a:solidFill>
          <a:ln>
            <a:solidFill>
              <a:srgbClr val="7030A0"/>
            </a:solidFill>
          </a:ln>
        </p:spPr>
        <p:style>
          <a:lnRef idx="1">
            <a:schemeClr val="accent5"/>
          </a:lnRef>
          <a:fillRef idx="2">
            <a:schemeClr val="accent5"/>
          </a:fillRef>
          <a:effectRef idx="1">
            <a:schemeClr val="accent5"/>
          </a:effectRef>
          <a:fontRef idx="minor">
            <a:schemeClr val="dk1"/>
          </a:fontRef>
        </p:style>
        <p:txBody>
          <a:bodyPr>
            <a:normAutofit/>
          </a:bodyPr>
          <a:lstStyle/>
          <a:p>
            <a:pPr marL="347345" indent="-347345">
              <a:buFont typeface="Arial" panose="020B0604020202020204" pitchFamily="34" charset="0"/>
              <a:buChar char="•"/>
            </a:pPr>
            <a:r>
              <a:rPr lang="en-US" sz="1400">
                <a:solidFill>
                  <a:schemeClr val="tx1"/>
                </a:solidFill>
                <a:cs typeface="Sabon Next LT"/>
              </a:rPr>
              <a:t>SUM: To add up large quantities of data</a:t>
            </a:r>
          </a:p>
          <a:p>
            <a:pPr marL="347345" indent="-347345">
              <a:buFont typeface="Arial" panose="020B0604020202020204" pitchFamily="34" charset="0"/>
              <a:buChar char="•"/>
            </a:pPr>
            <a:r>
              <a:rPr lang="en-US" sz="1400">
                <a:solidFill>
                  <a:schemeClr val="tx1"/>
                </a:solidFill>
                <a:cs typeface="Sabon Next LT"/>
              </a:rPr>
              <a:t>AVERAGE: To find the mean of each data that has been summed up</a:t>
            </a:r>
          </a:p>
        </p:txBody>
      </p:sp>
      <p:sp>
        <p:nvSpPr>
          <p:cNvPr id="1061" name="Text Placeholder 153">
            <a:extLst>
              <a:ext uri="{FF2B5EF4-FFF2-40B4-BE49-F238E27FC236}">
                <a16:creationId xmlns:a16="http://schemas.microsoft.com/office/drawing/2014/main" id="{C9F4967B-4D2F-3E3E-AB2A-0883DC45839C}"/>
              </a:ext>
            </a:extLst>
          </p:cNvPr>
          <p:cNvSpPr txBox="1">
            <a:spLocks/>
          </p:cNvSpPr>
          <p:nvPr/>
        </p:nvSpPr>
        <p:spPr>
          <a:xfrm>
            <a:off x="3199623" y="3261763"/>
            <a:ext cx="2992868" cy="3191603"/>
          </a:xfrm>
          <a:prstGeom prst="rect">
            <a:avLst/>
          </a:prstGeom>
          <a:solidFill>
            <a:srgbClr val="CC99FF"/>
          </a:solidFill>
          <a:ln>
            <a:solidFill>
              <a:srgbClr val="7030A0"/>
            </a:solidFill>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347345" indent="-347345">
              <a:buFont typeface="Arial" panose="020B0604020202020204" pitchFamily="34" charset="0"/>
              <a:buChar char="•"/>
            </a:pPr>
            <a:r>
              <a:rPr lang="en-US" sz="1400">
                <a:solidFill>
                  <a:schemeClr val="tx1"/>
                </a:solidFill>
                <a:cs typeface="Sabon Next LT"/>
              </a:rPr>
              <a:t>SUM: To simplify addition of large quantities of data</a:t>
            </a:r>
          </a:p>
          <a:p>
            <a:pPr marL="347345" indent="-347345">
              <a:buFont typeface="Arial" panose="020B0604020202020204" pitchFamily="34" charset="0"/>
              <a:buChar char="•"/>
            </a:pPr>
            <a:r>
              <a:rPr lang="en-US" sz="1400">
                <a:solidFill>
                  <a:schemeClr val="tx1"/>
                </a:solidFill>
                <a:cs typeface="Sabon Next LT"/>
              </a:rPr>
              <a:t>AVERAGE: To distribute the average easily without extra calculations</a:t>
            </a:r>
          </a:p>
        </p:txBody>
      </p:sp>
      <p:sp>
        <p:nvSpPr>
          <p:cNvPr id="1062" name="Text Placeholder 153">
            <a:extLst>
              <a:ext uri="{FF2B5EF4-FFF2-40B4-BE49-F238E27FC236}">
                <a16:creationId xmlns:a16="http://schemas.microsoft.com/office/drawing/2014/main" id="{F8E56672-2E8C-7108-5B74-DF39C606F41B}"/>
              </a:ext>
            </a:extLst>
          </p:cNvPr>
          <p:cNvSpPr txBox="1">
            <a:spLocks/>
          </p:cNvSpPr>
          <p:nvPr/>
        </p:nvSpPr>
        <p:spPr>
          <a:xfrm>
            <a:off x="6331933" y="3273671"/>
            <a:ext cx="2992868" cy="3191603"/>
          </a:xfrm>
          <a:prstGeom prst="rect">
            <a:avLst/>
          </a:prstGeom>
          <a:solidFill>
            <a:srgbClr val="CC99FF"/>
          </a:solidFill>
          <a:ln>
            <a:solidFill>
              <a:srgbClr val="7030A0"/>
            </a:solidFill>
          </a:ln>
        </p:spPr>
        <p:style>
          <a:lnRef idx="1">
            <a:schemeClr val="accent5"/>
          </a:lnRef>
          <a:fillRef idx="2">
            <a:schemeClr val="accent5"/>
          </a:fillRef>
          <a:effectRef idx="1">
            <a:schemeClr val="accent5"/>
          </a:effectRef>
          <a:fontRef idx="minor">
            <a:schemeClr val="dk1"/>
          </a:fontRef>
        </p:style>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347345" indent="-347345">
              <a:buFont typeface="Arial" panose="020B0604020202020204" pitchFamily="34" charset="0"/>
              <a:buChar char="•"/>
            </a:pPr>
            <a:r>
              <a:rPr lang="en-US" sz="1400">
                <a:solidFill>
                  <a:schemeClr val="tx1"/>
                </a:solidFill>
                <a:cs typeface="Sabon Next LT"/>
              </a:rPr>
              <a:t>SUM: Total revenue of all products</a:t>
            </a:r>
          </a:p>
          <a:p>
            <a:pPr marL="347345" indent="-347345">
              <a:buFont typeface="Arial" panose="020B0604020202020204" pitchFamily="34" charset="0"/>
              <a:buChar char="•"/>
            </a:pPr>
            <a:r>
              <a:rPr lang="en-US" sz="1400">
                <a:solidFill>
                  <a:schemeClr val="tx1"/>
                </a:solidFill>
                <a:cs typeface="Sabon Next LT"/>
              </a:rPr>
              <a:t>AVERAGE: Average salary, average sales revenue </a:t>
            </a:r>
          </a:p>
        </p:txBody>
      </p:sp>
    </p:spTree>
    <p:extLst>
      <p:ext uri="{BB962C8B-B14F-4D97-AF65-F5344CB8AC3E}">
        <p14:creationId xmlns:p14="http://schemas.microsoft.com/office/powerpoint/2010/main" val="26995267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14</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23020"/>
            <a:ext cx="6687423" cy="770928"/>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NUMBERS FORMAT</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5130" y="1128132"/>
            <a:ext cx="6094843"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297408" y="1619016"/>
            <a:ext cx="3195144" cy="1631216"/>
          </a:xfrm>
          <a:prstGeom prst="rect">
            <a:avLst/>
          </a:prstGeom>
          <a:noFill/>
        </p:spPr>
        <p:txBody>
          <a:bodyPr wrap="square" rtlCol="0">
            <a:spAutoFit/>
          </a:bodyPr>
          <a:lstStyle/>
          <a:p>
            <a:r>
              <a:rPr lang="en-US"/>
              <a:t>1. HOW TO APPLY NUMBERS FORMAT IN SPREADSHEET: </a:t>
            </a:r>
          </a:p>
          <a:p>
            <a:pPr marL="285750" indent="-285750">
              <a:buFont typeface="Wingdings" panose="05000000000000000000" pitchFamily="2" charset="2"/>
              <a:buChar char="Ø"/>
            </a:pPr>
            <a:r>
              <a:rPr lang="en-US" sz="1600"/>
              <a:t>FROM HOME, CLICK ON GENERAL </a:t>
            </a:r>
          </a:p>
          <a:p>
            <a:pPr marL="285750" indent="-285750">
              <a:buFont typeface="Wingdings" panose="05000000000000000000" pitchFamily="2" charset="2"/>
              <a:buChar char="Ø"/>
            </a:pPr>
            <a:r>
              <a:rPr lang="en-US" sz="1600"/>
              <a:t>CHOOSE ACCOUNTING OR CURRENCY</a:t>
            </a:r>
            <a:endParaRPr lang="en-MY" sz="1600"/>
          </a:p>
        </p:txBody>
      </p:sp>
      <p:pic>
        <p:nvPicPr>
          <p:cNvPr id="8" name="Picture 7">
            <a:extLst>
              <a:ext uri="{FF2B5EF4-FFF2-40B4-BE49-F238E27FC236}">
                <a16:creationId xmlns:a16="http://schemas.microsoft.com/office/drawing/2014/main" id="{58552449-7555-A14B-988E-0D465EBE42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704524" y="1201652"/>
            <a:ext cx="4424912" cy="2249290"/>
          </a:xfrm>
          <a:prstGeom prst="rect">
            <a:avLst/>
          </a:prstGeom>
        </p:spPr>
      </p:pic>
      <p:pic>
        <p:nvPicPr>
          <p:cNvPr id="11" name="Picture 10">
            <a:extLst>
              <a:ext uri="{FF2B5EF4-FFF2-40B4-BE49-F238E27FC236}">
                <a16:creationId xmlns:a16="http://schemas.microsoft.com/office/drawing/2014/main" id="{DA9A76D0-15C4-BBED-324B-6229B0E18353}"/>
              </a:ext>
            </a:extLst>
          </p:cNvPr>
          <p:cNvPicPr>
            <a:picLocks noChangeAspect="1"/>
          </p:cNvPicPr>
          <p:nvPr/>
        </p:nvPicPr>
        <p:blipFill rotWithShape="1">
          <a:blip r:embed="rId5">
            <a:extLst>
              <a:ext uri="{28A0092B-C50C-407E-A947-70E740481C1C}">
                <a14:useLocalDpi xmlns:a14="http://schemas.microsoft.com/office/drawing/2010/main" val="0"/>
              </a:ext>
            </a:extLst>
          </a:blip>
          <a:srcRect l="4944" t="10088" r="24652" b="7229"/>
          <a:stretch/>
        </p:blipFill>
        <p:spPr>
          <a:xfrm>
            <a:off x="3826386" y="3773924"/>
            <a:ext cx="4089053" cy="2701245"/>
          </a:xfrm>
          <a:prstGeom prst="rect">
            <a:avLst/>
          </a:prstGeom>
        </p:spPr>
      </p:pic>
      <p:sp>
        <p:nvSpPr>
          <p:cNvPr id="16" name="TextBox 15">
            <a:extLst>
              <a:ext uri="{FF2B5EF4-FFF2-40B4-BE49-F238E27FC236}">
                <a16:creationId xmlns:a16="http://schemas.microsoft.com/office/drawing/2014/main" id="{EA703AAC-FCF6-E9F3-1427-B38D947486FD}"/>
              </a:ext>
            </a:extLst>
          </p:cNvPr>
          <p:cNvSpPr txBox="1"/>
          <p:nvPr/>
        </p:nvSpPr>
        <p:spPr>
          <a:xfrm>
            <a:off x="297408" y="4285491"/>
            <a:ext cx="3195144" cy="1877437"/>
          </a:xfrm>
          <a:prstGeom prst="rect">
            <a:avLst/>
          </a:prstGeom>
          <a:noFill/>
        </p:spPr>
        <p:txBody>
          <a:bodyPr wrap="square" rtlCol="0">
            <a:spAutoFit/>
          </a:bodyPr>
          <a:lstStyle/>
          <a:p>
            <a:r>
              <a:rPr lang="en-US"/>
              <a:t>2. HOW TO APPLY CURRENCY FOR NUMBER FORMAT:</a:t>
            </a:r>
          </a:p>
          <a:p>
            <a:pPr marL="285750" indent="-285750">
              <a:buFont typeface="Wingdings" panose="05000000000000000000" pitchFamily="2" charset="2"/>
              <a:buChar char="Ø"/>
            </a:pPr>
            <a:r>
              <a:rPr lang="en-US" sz="1600"/>
              <a:t>GO TO MORE NUMBER FORMAT POP-UP CHOOSE ACCOUNTING</a:t>
            </a:r>
          </a:p>
          <a:p>
            <a:pPr marL="285750" indent="-285750">
              <a:buFont typeface="Wingdings" panose="05000000000000000000" pitchFamily="2" charset="2"/>
              <a:buChar char="Ø"/>
            </a:pPr>
            <a:r>
              <a:rPr lang="en-US" sz="1600"/>
              <a:t>CLICK ON THE SYMBOL DROPDOWN TO CHOOSE “RM ENGLISH (MALAYSIA)”</a:t>
            </a:r>
            <a:endParaRPr lang="en-MY" sz="1600"/>
          </a:p>
        </p:txBody>
      </p:sp>
      <p:sp>
        <p:nvSpPr>
          <p:cNvPr id="18" name="Rectangle 17">
            <a:extLst>
              <a:ext uri="{FF2B5EF4-FFF2-40B4-BE49-F238E27FC236}">
                <a16:creationId xmlns:a16="http://schemas.microsoft.com/office/drawing/2014/main" id="{0910BB54-03FF-847C-1970-E5F14D32386C}"/>
              </a:ext>
            </a:extLst>
          </p:cNvPr>
          <p:cNvSpPr/>
          <p:nvPr/>
        </p:nvSpPr>
        <p:spPr>
          <a:xfrm>
            <a:off x="7135292" y="1334903"/>
            <a:ext cx="543801" cy="23331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19" name="Rectangle 18">
            <a:extLst>
              <a:ext uri="{FF2B5EF4-FFF2-40B4-BE49-F238E27FC236}">
                <a16:creationId xmlns:a16="http://schemas.microsoft.com/office/drawing/2014/main" id="{B3280B7E-AC54-7B4A-D39E-77AD4E930C97}"/>
              </a:ext>
            </a:extLst>
          </p:cNvPr>
          <p:cNvSpPr/>
          <p:nvPr/>
        </p:nvSpPr>
        <p:spPr>
          <a:xfrm>
            <a:off x="7135292" y="1839126"/>
            <a:ext cx="940451" cy="30655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22" name="Rectangle 21">
            <a:extLst>
              <a:ext uri="{FF2B5EF4-FFF2-40B4-BE49-F238E27FC236}">
                <a16:creationId xmlns:a16="http://schemas.microsoft.com/office/drawing/2014/main" id="{44B8B117-B412-C787-4193-729BAB16B53C}"/>
              </a:ext>
            </a:extLst>
          </p:cNvPr>
          <p:cNvSpPr/>
          <p:nvPr/>
        </p:nvSpPr>
        <p:spPr>
          <a:xfrm>
            <a:off x="5414621" y="4399684"/>
            <a:ext cx="543801" cy="23331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1026" name="Rectangle 1025">
            <a:extLst>
              <a:ext uri="{FF2B5EF4-FFF2-40B4-BE49-F238E27FC236}">
                <a16:creationId xmlns:a16="http://schemas.microsoft.com/office/drawing/2014/main" id="{EC470D73-6BC1-77F8-462D-00AB7CECBC47}"/>
              </a:ext>
            </a:extLst>
          </p:cNvPr>
          <p:cNvSpPr/>
          <p:nvPr/>
        </p:nvSpPr>
        <p:spPr>
          <a:xfrm>
            <a:off x="5958422" y="5334930"/>
            <a:ext cx="796941" cy="10366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Tree>
    <p:extLst>
      <p:ext uri="{BB962C8B-B14F-4D97-AF65-F5344CB8AC3E}">
        <p14:creationId xmlns:p14="http://schemas.microsoft.com/office/powerpoint/2010/main" val="184150496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15</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9004" y="455703"/>
            <a:ext cx="6036907" cy="789589"/>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NUMBERS FORMAT</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391202" y="1146793"/>
            <a:ext cx="6093574"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209250" y="1245292"/>
            <a:ext cx="7182997" cy="369332"/>
          </a:xfrm>
          <a:prstGeom prst="rect">
            <a:avLst/>
          </a:prstGeom>
          <a:noFill/>
        </p:spPr>
        <p:txBody>
          <a:bodyPr wrap="square" rtlCol="0">
            <a:spAutoFit/>
          </a:bodyPr>
          <a:lstStyle/>
          <a:p>
            <a:r>
              <a:rPr lang="en-US"/>
              <a:t>1. ACCOUNTING MYR CAN BE SEEN AS IN SCREENSHOT BELOW: </a:t>
            </a:r>
            <a:endParaRPr lang="en-MY"/>
          </a:p>
        </p:txBody>
      </p:sp>
      <p:pic>
        <p:nvPicPr>
          <p:cNvPr id="7" name="Picture 6">
            <a:extLst>
              <a:ext uri="{FF2B5EF4-FFF2-40B4-BE49-F238E27FC236}">
                <a16:creationId xmlns:a16="http://schemas.microsoft.com/office/drawing/2014/main" id="{735113A8-64C7-640B-8B39-E2068D0959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92363" y="1707322"/>
            <a:ext cx="7920554" cy="2432801"/>
          </a:xfrm>
          <a:prstGeom prst="rect">
            <a:avLst/>
          </a:prstGeom>
        </p:spPr>
      </p:pic>
      <p:sp>
        <p:nvSpPr>
          <p:cNvPr id="10" name="Rectangle 9">
            <a:extLst>
              <a:ext uri="{FF2B5EF4-FFF2-40B4-BE49-F238E27FC236}">
                <a16:creationId xmlns:a16="http://schemas.microsoft.com/office/drawing/2014/main" id="{0A5FE5F0-AD2F-7D87-7303-F505EA7FAD37}"/>
              </a:ext>
            </a:extLst>
          </p:cNvPr>
          <p:cNvSpPr/>
          <p:nvPr/>
        </p:nvSpPr>
        <p:spPr>
          <a:xfrm>
            <a:off x="6351520" y="2671452"/>
            <a:ext cx="823721" cy="1353909"/>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pic>
        <p:nvPicPr>
          <p:cNvPr id="18" name="Picture 17">
            <a:extLst>
              <a:ext uri="{FF2B5EF4-FFF2-40B4-BE49-F238E27FC236}">
                <a16:creationId xmlns:a16="http://schemas.microsoft.com/office/drawing/2014/main" id="{15F01D9E-B6F1-4D6E-91BB-7F5CA3739F70}"/>
              </a:ext>
            </a:extLst>
          </p:cNvPr>
          <p:cNvPicPr>
            <a:picLocks noChangeAspect="1"/>
          </p:cNvPicPr>
          <p:nvPr/>
        </p:nvPicPr>
        <p:blipFill rotWithShape="1">
          <a:blip r:embed="rId5">
            <a:extLst>
              <a:ext uri="{28A0092B-C50C-407E-A947-70E740481C1C}">
                <a14:useLocalDpi xmlns:a14="http://schemas.microsoft.com/office/drawing/2010/main" val="0"/>
              </a:ext>
            </a:extLst>
          </a:blip>
          <a:srcRect l="4423" t="9428" b="44930"/>
          <a:stretch/>
        </p:blipFill>
        <p:spPr>
          <a:xfrm>
            <a:off x="192363" y="4694946"/>
            <a:ext cx="7894467" cy="2120609"/>
          </a:xfrm>
          <a:prstGeom prst="rect">
            <a:avLst/>
          </a:prstGeom>
        </p:spPr>
      </p:pic>
      <p:sp>
        <p:nvSpPr>
          <p:cNvPr id="19" name="TextBox 18">
            <a:extLst>
              <a:ext uri="{FF2B5EF4-FFF2-40B4-BE49-F238E27FC236}">
                <a16:creationId xmlns:a16="http://schemas.microsoft.com/office/drawing/2014/main" id="{53F8001C-FCBF-11B8-7B37-411428FD572D}"/>
              </a:ext>
            </a:extLst>
          </p:cNvPr>
          <p:cNvSpPr txBox="1"/>
          <p:nvPr/>
        </p:nvSpPr>
        <p:spPr>
          <a:xfrm>
            <a:off x="192363" y="4219653"/>
            <a:ext cx="7182997" cy="369332"/>
          </a:xfrm>
          <a:prstGeom prst="rect">
            <a:avLst/>
          </a:prstGeom>
          <a:noFill/>
        </p:spPr>
        <p:txBody>
          <a:bodyPr wrap="square" rtlCol="0">
            <a:spAutoFit/>
          </a:bodyPr>
          <a:lstStyle/>
          <a:p>
            <a:r>
              <a:rPr lang="en-US"/>
              <a:t>2. CURRENCY MYR CAN BE SEEN AS IN SCREENSHOT BELOW: </a:t>
            </a:r>
            <a:endParaRPr lang="en-MY"/>
          </a:p>
        </p:txBody>
      </p:sp>
      <p:sp>
        <p:nvSpPr>
          <p:cNvPr id="20" name="Rectangle 19">
            <a:extLst>
              <a:ext uri="{FF2B5EF4-FFF2-40B4-BE49-F238E27FC236}">
                <a16:creationId xmlns:a16="http://schemas.microsoft.com/office/drawing/2014/main" id="{05B52759-C39F-B98A-C77E-C157EAB9648B}"/>
              </a:ext>
            </a:extLst>
          </p:cNvPr>
          <p:cNvSpPr/>
          <p:nvPr/>
        </p:nvSpPr>
        <p:spPr>
          <a:xfrm>
            <a:off x="3727735" y="5678058"/>
            <a:ext cx="909579" cy="107775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21" name="Rectangle 20">
            <a:extLst>
              <a:ext uri="{FF2B5EF4-FFF2-40B4-BE49-F238E27FC236}">
                <a16:creationId xmlns:a16="http://schemas.microsoft.com/office/drawing/2014/main" id="{3069AF0E-40A0-9BA9-2D96-6F2FC79C1F7B}"/>
              </a:ext>
            </a:extLst>
          </p:cNvPr>
          <p:cNvSpPr/>
          <p:nvPr/>
        </p:nvSpPr>
        <p:spPr>
          <a:xfrm>
            <a:off x="4221198" y="1992405"/>
            <a:ext cx="832229" cy="2778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22" name="Rectangle 21">
            <a:extLst>
              <a:ext uri="{FF2B5EF4-FFF2-40B4-BE49-F238E27FC236}">
                <a16:creationId xmlns:a16="http://schemas.microsoft.com/office/drawing/2014/main" id="{603BBBFB-8D39-DA60-83D6-81F7BF6251E3}"/>
              </a:ext>
            </a:extLst>
          </p:cNvPr>
          <p:cNvSpPr/>
          <p:nvPr/>
        </p:nvSpPr>
        <p:spPr>
          <a:xfrm>
            <a:off x="4221198" y="5141714"/>
            <a:ext cx="832229" cy="2988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Tree>
    <p:extLst>
      <p:ext uri="{BB962C8B-B14F-4D97-AF65-F5344CB8AC3E}">
        <p14:creationId xmlns:p14="http://schemas.microsoft.com/office/powerpoint/2010/main" val="51612509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down)">
                                      <p:cBhvr>
                                        <p:cTn id="7" dur="580">
                                          <p:stCondLst>
                                            <p:cond delay="0"/>
                                          </p:stCondLst>
                                        </p:cTn>
                                        <p:tgtEl>
                                          <p:spTgt spid="2">
                                            <p:txEl>
                                              <p:pRg st="0" end="0"/>
                                            </p:txEl>
                                          </p:spTgt>
                                        </p:tgtEl>
                                      </p:cBhvr>
                                    </p:animEffect>
                                    <p:anim calcmode="lin" valueType="num">
                                      <p:cBhvr>
                                        <p:cTn id="8" dur="1822" tmFilter="0,0; 0.14,0.36; 0.43,0.73; 0.71,0.91; 1.0,1.0">
                                          <p:stCondLst>
                                            <p:cond delay="0"/>
                                          </p:stCondLst>
                                        </p:cTn>
                                        <p:tgtEl>
                                          <p:spTgt spid="2">
                                            <p:txEl>
                                              <p:pRg st="0" end="0"/>
                                            </p:txEl>
                                          </p:spTgt>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xEl>
                                              <p:pRg st="0" end="0"/>
                                            </p:txEl>
                                          </p:spTgt>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xEl>
                                              <p:pRg st="0" end="0"/>
                                            </p:txEl>
                                          </p:spTgt>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xEl>
                                              <p:pRg st="0" end="0"/>
                                            </p:txEl>
                                          </p:spTgt>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xEl>
                                              <p:pRg st="0" end="0"/>
                                            </p:txEl>
                                          </p:spTgt>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xEl>
                                              <p:pRg st="0" end="0"/>
                                            </p:txEl>
                                          </p:spTgt>
                                        </p:tgtEl>
                                      </p:cBhvr>
                                      <p:to x="100000" y="60000"/>
                                    </p:animScale>
                                    <p:animScale>
                                      <p:cBhvr>
                                        <p:cTn id="14" dur="166" decel="50000">
                                          <p:stCondLst>
                                            <p:cond delay="676"/>
                                          </p:stCondLst>
                                        </p:cTn>
                                        <p:tgtEl>
                                          <p:spTgt spid="2">
                                            <p:txEl>
                                              <p:pRg st="0" end="0"/>
                                            </p:txEl>
                                          </p:spTgt>
                                        </p:tgtEl>
                                      </p:cBhvr>
                                      <p:to x="100000" y="100000"/>
                                    </p:animScale>
                                    <p:animScale>
                                      <p:cBhvr>
                                        <p:cTn id="15" dur="26">
                                          <p:stCondLst>
                                            <p:cond delay="1312"/>
                                          </p:stCondLst>
                                        </p:cTn>
                                        <p:tgtEl>
                                          <p:spTgt spid="2">
                                            <p:txEl>
                                              <p:pRg st="0" end="0"/>
                                            </p:txEl>
                                          </p:spTgt>
                                        </p:tgtEl>
                                      </p:cBhvr>
                                      <p:to x="100000" y="80000"/>
                                    </p:animScale>
                                    <p:animScale>
                                      <p:cBhvr>
                                        <p:cTn id="16" dur="166" decel="50000">
                                          <p:stCondLst>
                                            <p:cond delay="1338"/>
                                          </p:stCondLst>
                                        </p:cTn>
                                        <p:tgtEl>
                                          <p:spTgt spid="2">
                                            <p:txEl>
                                              <p:pRg st="0" end="0"/>
                                            </p:txEl>
                                          </p:spTgt>
                                        </p:tgtEl>
                                      </p:cBhvr>
                                      <p:to x="100000" y="100000"/>
                                    </p:animScale>
                                    <p:animScale>
                                      <p:cBhvr>
                                        <p:cTn id="17" dur="26">
                                          <p:stCondLst>
                                            <p:cond delay="1642"/>
                                          </p:stCondLst>
                                        </p:cTn>
                                        <p:tgtEl>
                                          <p:spTgt spid="2">
                                            <p:txEl>
                                              <p:pRg st="0" end="0"/>
                                            </p:txEl>
                                          </p:spTgt>
                                        </p:tgtEl>
                                      </p:cBhvr>
                                      <p:to x="100000" y="90000"/>
                                    </p:animScale>
                                    <p:animScale>
                                      <p:cBhvr>
                                        <p:cTn id="18" dur="166" decel="50000">
                                          <p:stCondLst>
                                            <p:cond delay="1668"/>
                                          </p:stCondLst>
                                        </p:cTn>
                                        <p:tgtEl>
                                          <p:spTgt spid="2">
                                            <p:txEl>
                                              <p:pRg st="0" end="0"/>
                                            </p:txEl>
                                          </p:spTgt>
                                        </p:tgtEl>
                                      </p:cBhvr>
                                      <p:to x="100000" y="100000"/>
                                    </p:animScale>
                                    <p:animScale>
                                      <p:cBhvr>
                                        <p:cTn id="19" dur="26">
                                          <p:stCondLst>
                                            <p:cond delay="1808"/>
                                          </p:stCondLst>
                                        </p:cTn>
                                        <p:tgtEl>
                                          <p:spTgt spid="2">
                                            <p:txEl>
                                              <p:pRg st="0" end="0"/>
                                            </p:txEl>
                                          </p:spTgt>
                                        </p:tgtEl>
                                      </p:cBhvr>
                                      <p:to x="100000" y="95000"/>
                                    </p:animScale>
                                    <p:animScale>
                                      <p:cBhvr>
                                        <p:cTn id="20" dur="166" decel="50000">
                                          <p:stCondLst>
                                            <p:cond delay="1834"/>
                                          </p:stCondLst>
                                        </p:cTn>
                                        <p:tgtEl>
                                          <p:spTgt spid="2">
                                            <p:txEl>
                                              <p:pRg st="0" end="0"/>
                                            </p:txEl>
                                          </p:spTgt>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16</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86076"/>
            <a:ext cx="7065227" cy="782015"/>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WHAT IS PIVOT TABLE?</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37462"/>
            <a:ext cx="7065227"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46BAA9-98E2-7D73-DC92-20B3506940E4}"/>
              </a:ext>
            </a:extLst>
          </p:cNvPr>
          <p:cNvSpPr txBox="1"/>
          <p:nvPr/>
        </p:nvSpPr>
        <p:spPr>
          <a:xfrm>
            <a:off x="288819" y="1770190"/>
            <a:ext cx="7595119" cy="3139321"/>
          </a:xfrm>
          <a:prstGeom prst="rect">
            <a:avLst/>
          </a:prstGeom>
          <a:noFill/>
        </p:spPr>
        <p:txBody>
          <a:bodyPr wrap="square" rtlCol="0">
            <a:spAutoFit/>
          </a:bodyPr>
          <a:lstStyle/>
          <a:p>
            <a:pPr marL="285750" indent="-285750">
              <a:buFont typeface="Arial" panose="020B0604020202020204" pitchFamily="34" charset="0"/>
              <a:buChar char="•"/>
            </a:pPr>
            <a:r>
              <a:rPr lang="en-US"/>
              <a:t>WHAT ARE THEY FOR?</a:t>
            </a:r>
          </a:p>
          <a:p>
            <a:pPr lvl="1"/>
            <a:endParaRPr lang="en-US"/>
          </a:p>
          <a:p>
            <a:pPr marL="742950" lvl="1" indent="-285750">
              <a:buFont typeface="Wingdings" panose="05000000000000000000" pitchFamily="2" charset="2"/>
              <a:buChar char="Ø"/>
            </a:pPr>
            <a:r>
              <a:rPr lang="en-MY"/>
              <a:t>A powerful tool that can be used to calculate, summarize and analyse data that can be viewed in patterns, trends and comparison of data.</a:t>
            </a:r>
          </a:p>
          <a:p>
            <a:pPr marL="742950" lvl="1" indent="-285750">
              <a:buFont typeface="Wingdings" panose="05000000000000000000" pitchFamily="2" charset="2"/>
              <a:buChar char="Ø"/>
            </a:pPr>
            <a:r>
              <a:rPr lang="en-MY"/>
              <a:t>Helps to make informed decisions about crucial data in an organization. </a:t>
            </a:r>
          </a:p>
          <a:p>
            <a:pPr marL="285750" indent="-285750">
              <a:buFont typeface="Wingdings" panose="05000000000000000000" pitchFamily="2" charset="2"/>
              <a:buChar char="Ø"/>
            </a:pPr>
            <a:endParaRPr lang="en-MY"/>
          </a:p>
          <a:p>
            <a:pPr marL="285750" indent="-285750">
              <a:buFont typeface="Arial" panose="020B0604020202020204" pitchFamily="34" charset="0"/>
              <a:buChar char="•"/>
            </a:pPr>
            <a:r>
              <a:rPr lang="en-MY"/>
              <a:t>WHAT CAN BE DONE WITH PIVOT TABLE?</a:t>
            </a:r>
          </a:p>
          <a:p>
            <a:endParaRPr lang="en-MY"/>
          </a:p>
          <a:p>
            <a:pPr marL="742950" lvl="1" indent="-285750">
              <a:buFont typeface="Wingdings" panose="05000000000000000000" pitchFamily="2" charset="2"/>
              <a:buChar char="Ø"/>
            </a:pPr>
            <a:r>
              <a:rPr lang="en-MY"/>
              <a:t>Query large amount of data in user-friendly way.</a:t>
            </a:r>
          </a:p>
          <a:p>
            <a:pPr marL="742950" lvl="1" indent="-285750">
              <a:buFont typeface="Wingdings" panose="05000000000000000000" pitchFamily="2" charset="2"/>
              <a:buChar char="Ø"/>
            </a:pPr>
            <a:r>
              <a:rPr lang="en-MY"/>
              <a:t>Able to summarize data by categories and subcategories with custom calculations and formulas creation. </a:t>
            </a:r>
          </a:p>
        </p:txBody>
      </p:sp>
      <p:grpSp>
        <p:nvGrpSpPr>
          <p:cNvPr id="10" name="Google Shape;1047;p24">
            <a:extLst>
              <a:ext uri="{FF2B5EF4-FFF2-40B4-BE49-F238E27FC236}">
                <a16:creationId xmlns:a16="http://schemas.microsoft.com/office/drawing/2014/main" id="{B37AC600-1478-00D9-9ED2-ACEE67286290}"/>
              </a:ext>
            </a:extLst>
          </p:cNvPr>
          <p:cNvGrpSpPr/>
          <p:nvPr/>
        </p:nvGrpSpPr>
        <p:grpSpPr>
          <a:xfrm>
            <a:off x="8407381" y="2166417"/>
            <a:ext cx="3495800" cy="3628765"/>
            <a:chOff x="2012475" y="393272"/>
            <a:chExt cx="4440240" cy="4609126"/>
          </a:xfrm>
        </p:grpSpPr>
        <p:sp>
          <p:nvSpPr>
            <p:cNvPr id="11" name="Google Shape;1048;p24">
              <a:extLst>
                <a:ext uri="{FF2B5EF4-FFF2-40B4-BE49-F238E27FC236}">
                  <a16:creationId xmlns:a16="http://schemas.microsoft.com/office/drawing/2014/main" id="{1FF119A7-7C30-7A40-E69A-689603E3A456}"/>
                </a:ext>
              </a:extLst>
            </p:cNvPr>
            <p:cNvSpPr/>
            <p:nvPr/>
          </p:nvSpPr>
          <p:spPr>
            <a:xfrm>
              <a:off x="4172687" y="3422228"/>
              <a:ext cx="1096154" cy="631831"/>
            </a:xfrm>
            <a:custGeom>
              <a:avLst/>
              <a:gdLst/>
              <a:ahLst/>
              <a:cxnLst/>
              <a:rect l="l" t="t" r="r" b="b"/>
              <a:pathLst>
                <a:path w="1096154" h="631831" extrusionOk="0">
                  <a:moveTo>
                    <a:pt x="581029" y="616328"/>
                  </a:moveTo>
                  <a:lnTo>
                    <a:pt x="26975" y="296853"/>
                  </a:lnTo>
                  <a:cubicBezTo>
                    <a:pt x="-13002" y="273849"/>
                    <a:pt x="-7957" y="233547"/>
                    <a:pt x="38206" y="207027"/>
                  </a:cubicBezTo>
                  <a:lnTo>
                    <a:pt x="397137" y="0"/>
                  </a:lnTo>
                  <a:lnTo>
                    <a:pt x="1096154" y="402457"/>
                  </a:lnTo>
                  <a:lnTo>
                    <a:pt x="737223" y="609484"/>
                  </a:lnTo>
                  <a:cubicBezTo>
                    <a:pt x="691155" y="636479"/>
                    <a:pt x="621386" y="639331"/>
                    <a:pt x="581029" y="616328"/>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1049;p24">
              <a:extLst>
                <a:ext uri="{FF2B5EF4-FFF2-40B4-BE49-F238E27FC236}">
                  <a16:creationId xmlns:a16="http://schemas.microsoft.com/office/drawing/2014/main" id="{AE7198DA-2820-A4A1-0B9B-BA3433A7EDF0}"/>
                </a:ext>
              </a:extLst>
            </p:cNvPr>
            <p:cNvSpPr/>
            <p:nvPr/>
          </p:nvSpPr>
          <p:spPr>
            <a:xfrm>
              <a:off x="4213521" y="3398464"/>
              <a:ext cx="1096058" cy="631866"/>
            </a:xfrm>
            <a:custGeom>
              <a:avLst/>
              <a:gdLst/>
              <a:ahLst/>
              <a:cxnLst/>
              <a:rect l="l" t="t" r="r" b="b"/>
              <a:pathLst>
                <a:path w="1096058" h="631866" extrusionOk="0">
                  <a:moveTo>
                    <a:pt x="581029" y="616328"/>
                  </a:moveTo>
                  <a:lnTo>
                    <a:pt x="26975" y="296853"/>
                  </a:lnTo>
                  <a:cubicBezTo>
                    <a:pt x="-13002" y="273849"/>
                    <a:pt x="-7957" y="233547"/>
                    <a:pt x="38206" y="207027"/>
                  </a:cubicBezTo>
                  <a:lnTo>
                    <a:pt x="397423" y="0"/>
                  </a:lnTo>
                  <a:lnTo>
                    <a:pt x="1096059" y="402837"/>
                  </a:lnTo>
                  <a:lnTo>
                    <a:pt x="737128" y="609864"/>
                  </a:lnTo>
                  <a:cubicBezTo>
                    <a:pt x="690774" y="636479"/>
                    <a:pt x="621005" y="639331"/>
                    <a:pt x="581029" y="616328"/>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1050;p24">
              <a:extLst>
                <a:ext uri="{FF2B5EF4-FFF2-40B4-BE49-F238E27FC236}">
                  <a16:creationId xmlns:a16="http://schemas.microsoft.com/office/drawing/2014/main" id="{978CE646-412C-BF6E-3951-C8B1954557FE}"/>
                </a:ext>
              </a:extLst>
            </p:cNvPr>
            <p:cNvSpPr/>
            <p:nvPr/>
          </p:nvSpPr>
          <p:spPr>
            <a:xfrm>
              <a:off x="5277122" y="3780200"/>
              <a:ext cx="32266" cy="21196"/>
            </a:xfrm>
            <a:custGeom>
              <a:avLst/>
              <a:gdLst/>
              <a:ahLst/>
              <a:cxnLst/>
              <a:rect l="l" t="t" r="r" b="b"/>
              <a:pathLst>
                <a:path w="32266" h="21196" extrusionOk="0">
                  <a:moveTo>
                    <a:pt x="32267" y="21197"/>
                  </a:moveTo>
                  <a:lnTo>
                    <a:pt x="32267" y="0"/>
                  </a:lnTo>
                  <a:lnTo>
                    <a:pt x="0" y="18630"/>
                  </a:lnTo>
                  <a:lnTo>
                    <a:pt x="32267" y="2119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051;p24">
              <a:extLst>
                <a:ext uri="{FF2B5EF4-FFF2-40B4-BE49-F238E27FC236}">
                  <a16:creationId xmlns:a16="http://schemas.microsoft.com/office/drawing/2014/main" id="{67358365-FE9F-E260-963D-353A228ED2EB}"/>
                </a:ext>
              </a:extLst>
            </p:cNvPr>
            <p:cNvSpPr/>
            <p:nvPr/>
          </p:nvSpPr>
          <p:spPr>
            <a:xfrm>
              <a:off x="4213559" y="3635813"/>
              <a:ext cx="33123" cy="21387"/>
            </a:xfrm>
            <a:custGeom>
              <a:avLst/>
              <a:gdLst/>
              <a:ahLst/>
              <a:cxnLst/>
              <a:rect l="l" t="t" r="r" b="b"/>
              <a:pathLst>
                <a:path w="33123" h="21387" extrusionOk="0">
                  <a:moveTo>
                    <a:pt x="0" y="21387"/>
                  </a:moveTo>
                  <a:lnTo>
                    <a:pt x="0" y="0"/>
                  </a:lnTo>
                  <a:lnTo>
                    <a:pt x="33123" y="13688"/>
                  </a:lnTo>
                  <a:lnTo>
                    <a:pt x="0" y="2138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1052;p24">
              <a:extLst>
                <a:ext uri="{FF2B5EF4-FFF2-40B4-BE49-F238E27FC236}">
                  <a16:creationId xmlns:a16="http://schemas.microsoft.com/office/drawing/2014/main" id="{635449D1-5736-73BF-4DC8-BA9A162FFD85}"/>
                </a:ext>
              </a:extLst>
            </p:cNvPr>
            <p:cNvSpPr/>
            <p:nvPr/>
          </p:nvSpPr>
          <p:spPr>
            <a:xfrm>
              <a:off x="4213521" y="3377363"/>
              <a:ext cx="1096058" cy="631809"/>
            </a:xfrm>
            <a:custGeom>
              <a:avLst/>
              <a:gdLst/>
              <a:ahLst/>
              <a:cxnLst/>
              <a:rect l="l" t="t" r="r" b="b"/>
              <a:pathLst>
                <a:path w="1096058" h="631809" extrusionOk="0">
                  <a:moveTo>
                    <a:pt x="581029" y="616232"/>
                  </a:moveTo>
                  <a:lnTo>
                    <a:pt x="26975" y="296853"/>
                  </a:lnTo>
                  <a:cubicBezTo>
                    <a:pt x="-13002" y="273754"/>
                    <a:pt x="-7957" y="233547"/>
                    <a:pt x="38206" y="206932"/>
                  </a:cubicBezTo>
                  <a:lnTo>
                    <a:pt x="397423" y="0"/>
                  </a:lnTo>
                  <a:lnTo>
                    <a:pt x="1096059" y="402837"/>
                  </a:lnTo>
                  <a:lnTo>
                    <a:pt x="737128" y="609769"/>
                  </a:lnTo>
                  <a:cubicBezTo>
                    <a:pt x="690774" y="636384"/>
                    <a:pt x="621005" y="639331"/>
                    <a:pt x="581029" y="616232"/>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1053;p24">
              <a:extLst>
                <a:ext uri="{FF2B5EF4-FFF2-40B4-BE49-F238E27FC236}">
                  <a16:creationId xmlns:a16="http://schemas.microsoft.com/office/drawing/2014/main" id="{B8CC844F-1449-73A5-EAF5-6C31159B64BD}"/>
                </a:ext>
              </a:extLst>
            </p:cNvPr>
            <p:cNvSpPr/>
            <p:nvPr/>
          </p:nvSpPr>
          <p:spPr>
            <a:xfrm>
              <a:off x="4526041" y="3091821"/>
              <a:ext cx="783348" cy="688378"/>
            </a:xfrm>
            <a:custGeom>
              <a:avLst/>
              <a:gdLst/>
              <a:ahLst/>
              <a:cxnLst/>
              <a:rect l="l" t="t" r="r" b="b"/>
              <a:pathLst>
                <a:path w="783348" h="688378" extrusionOk="0">
                  <a:moveTo>
                    <a:pt x="86521" y="286492"/>
                  </a:moveTo>
                  <a:lnTo>
                    <a:pt x="0" y="0"/>
                  </a:lnTo>
                  <a:lnTo>
                    <a:pt x="706346" y="404548"/>
                  </a:lnTo>
                  <a:lnTo>
                    <a:pt x="783348" y="688378"/>
                  </a:lnTo>
                  <a:lnTo>
                    <a:pt x="86521" y="286492"/>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1054;p24">
              <a:extLst>
                <a:ext uri="{FF2B5EF4-FFF2-40B4-BE49-F238E27FC236}">
                  <a16:creationId xmlns:a16="http://schemas.microsoft.com/office/drawing/2014/main" id="{ADFC4BF6-77E7-EA4F-C0A3-533ACF169F8E}"/>
                </a:ext>
              </a:extLst>
            </p:cNvPr>
            <p:cNvSpPr/>
            <p:nvPr/>
          </p:nvSpPr>
          <p:spPr>
            <a:xfrm>
              <a:off x="5278931" y="3755961"/>
              <a:ext cx="30363" cy="36025"/>
            </a:xfrm>
            <a:custGeom>
              <a:avLst/>
              <a:gdLst/>
              <a:ahLst/>
              <a:cxnLst/>
              <a:rect l="l" t="t" r="r" b="b"/>
              <a:pathLst>
                <a:path w="30363" h="36025" extrusionOk="0">
                  <a:moveTo>
                    <a:pt x="9899" y="36025"/>
                  </a:moveTo>
                  <a:lnTo>
                    <a:pt x="30363" y="24239"/>
                  </a:lnTo>
                  <a:lnTo>
                    <a:pt x="0" y="0"/>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055;p24">
              <a:extLst>
                <a:ext uri="{FF2B5EF4-FFF2-40B4-BE49-F238E27FC236}">
                  <a16:creationId xmlns:a16="http://schemas.microsoft.com/office/drawing/2014/main" id="{EDFE35BC-35E2-FD8B-56B9-C66432F43AC9}"/>
                </a:ext>
              </a:extLst>
            </p:cNvPr>
            <p:cNvSpPr/>
            <p:nvPr/>
          </p:nvSpPr>
          <p:spPr>
            <a:xfrm>
              <a:off x="4503768" y="3102562"/>
              <a:ext cx="785061" cy="689423"/>
            </a:xfrm>
            <a:custGeom>
              <a:avLst/>
              <a:gdLst/>
              <a:ahLst/>
              <a:cxnLst/>
              <a:rect l="l" t="t" r="r" b="b"/>
              <a:pathLst>
                <a:path w="785061" h="689423" extrusionOk="0">
                  <a:moveTo>
                    <a:pt x="86425" y="286492"/>
                  </a:moveTo>
                  <a:lnTo>
                    <a:pt x="0" y="0"/>
                  </a:lnTo>
                  <a:lnTo>
                    <a:pt x="706346" y="404643"/>
                  </a:lnTo>
                  <a:lnTo>
                    <a:pt x="785061" y="689424"/>
                  </a:lnTo>
                  <a:lnTo>
                    <a:pt x="86425" y="286492"/>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6" name="Google Shape;1056;p24">
              <a:extLst>
                <a:ext uri="{FF2B5EF4-FFF2-40B4-BE49-F238E27FC236}">
                  <a16:creationId xmlns:a16="http://schemas.microsoft.com/office/drawing/2014/main" id="{656A2ED1-2BF2-BD2D-1808-137EBA302B95}"/>
                </a:ext>
              </a:extLst>
            </p:cNvPr>
            <p:cNvSpPr/>
            <p:nvPr/>
          </p:nvSpPr>
          <p:spPr>
            <a:xfrm>
              <a:off x="3580122" y="393272"/>
              <a:ext cx="2872593" cy="3889928"/>
            </a:xfrm>
            <a:custGeom>
              <a:avLst/>
              <a:gdLst/>
              <a:ahLst/>
              <a:cxnLst/>
              <a:rect l="l" t="t" r="r" b="b"/>
              <a:pathLst>
                <a:path w="2872593" h="3889928" extrusionOk="0">
                  <a:moveTo>
                    <a:pt x="2803111" y="3881586"/>
                  </a:moveTo>
                  <a:lnTo>
                    <a:pt x="69483" y="2305217"/>
                  </a:lnTo>
                  <a:cubicBezTo>
                    <a:pt x="31410" y="2283165"/>
                    <a:pt x="0" y="2223756"/>
                    <a:pt x="0" y="2172713"/>
                  </a:cubicBezTo>
                  <a:lnTo>
                    <a:pt x="0" y="60716"/>
                  </a:lnTo>
                  <a:cubicBezTo>
                    <a:pt x="0" y="9673"/>
                    <a:pt x="31125" y="-13806"/>
                    <a:pt x="69483" y="8342"/>
                  </a:cubicBezTo>
                  <a:lnTo>
                    <a:pt x="2803111" y="1584711"/>
                  </a:lnTo>
                  <a:cubicBezTo>
                    <a:pt x="2841183" y="1606763"/>
                    <a:pt x="2872593" y="1666077"/>
                    <a:pt x="2872593" y="1717121"/>
                  </a:cubicBezTo>
                  <a:lnTo>
                    <a:pt x="2872593" y="3829212"/>
                  </a:lnTo>
                  <a:cubicBezTo>
                    <a:pt x="2872593" y="3880256"/>
                    <a:pt x="2841469" y="3903734"/>
                    <a:pt x="2803111" y="3881586"/>
                  </a:cubicBez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7;p24">
              <a:extLst>
                <a:ext uri="{FF2B5EF4-FFF2-40B4-BE49-F238E27FC236}">
                  <a16:creationId xmlns:a16="http://schemas.microsoft.com/office/drawing/2014/main" id="{033CEF2F-834F-8FEF-E00E-2F694ECC421B}"/>
                </a:ext>
              </a:extLst>
            </p:cNvPr>
            <p:cNvSpPr/>
            <p:nvPr/>
          </p:nvSpPr>
          <p:spPr>
            <a:xfrm>
              <a:off x="6397319" y="4189501"/>
              <a:ext cx="30267" cy="107125"/>
            </a:xfrm>
            <a:custGeom>
              <a:avLst/>
              <a:gdLst/>
              <a:ahLst/>
              <a:cxnLst/>
              <a:rect l="l" t="t" r="r" b="b"/>
              <a:pathLst>
                <a:path w="30267" h="107125" extrusionOk="0">
                  <a:moveTo>
                    <a:pt x="0" y="107125"/>
                  </a:moveTo>
                  <a:lnTo>
                    <a:pt x="30268" y="89731"/>
                  </a:lnTo>
                  <a:lnTo>
                    <a:pt x="17228" y="0"/>
                  </a:lnTo>
                  <a:lnTo>
                    <a:pt x="0" y="107125"/>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58;p24">
              <a:extLst>
                <a:ext uri="{FF2B5EF4-FFF2-40B4-BE49-F238E27FC236}">
                  <a16:creationId xmlns:a16="http://schemas.microsoft.com/office/drawing/2014/main" id="{0515E88B-8990-3FD9-0903-B6AC73D8E66E}"/>
                </a:ext>
              </a:extLst>
            </p:cNvPr>
            <p:cNvSpPr/>
            <p:nvPr/>
          </p:nvSpPr>
          <p:spPr>
            <a:xfrm>
              <a:off x="3574887" y="397432"/>
              <a:ext cx="72623" cy="31086"/>
            </a:xfrm>
            <a:custGeom>
              <a:avLst/>
              <a:gdLst/>
              <a:ahLst/>
              <a:cxnLst/>
              <a:rect l="l" t="t" r="r" b="b"/>
              <a:pathLst>
                <a:path w="72623" h="31086" extrusionOk="0">
                  <a:moveTo>
                    <a:pt x="0" y="17110"/>
                  </a:moveTo>
                  <a:lnTo>
                    <a:pt x="29792" y="0"/>
                  </a:lnTo>
                  <a:lnTo>
                    <a:pt x="72624" y="24334"/>
                  </a:lnTo>
                  <a:cubicBezTo>
                    <a:pt x="72624" y="24334"/>
                    <a:pt x="27032" y="31273"/>
                    <a:pt x="25890" y="31083"/>
                  </a:cubicBezTo>
                  <a:cubicBezTo>
                    <a:pt x="24747" y="30892"/>
                    <a:pt x="0" y="17110"/>
                    <a:pt x="0" y="17110"/>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59;p24">
              <a:extLst>
                <a:ext uri="{FF2B5EF4-FFF2-40B4-BE49-F238E27FC236}">
                  <a16:creationId xmlns:a16="http://schemas.microsoft.com/office/drawing/2014/main" id="{23CEE1D6-E629-A264-B961-8FD4129A5A58}"/>
                </a:ext>
              </a:extLst>
            </p:cNvPr>
            <p:cNvSpPr/>
            <p:nvPr/>
          </p:nvSpPr>
          <p:spPr>
            <a:xfrm>
              <a:off x="3554709" y="407720"/>
              <a:ext cx="2872878" cy="3889928"/>
            </a:xfrm>
            <a:custGeom>
              <a:avLst/>
              <a:gdLst/>
              <a:ahLst/>
              <a:cxnLst/>
              <a:rect l="l" t="t" r="r" b="b"/>
              <a:pathLst>
                <a:path w="2872878" h="3889928" extrusionOk="0">
                  <a:moveTo>
                    <a:pt x="2803491" y="3881587"/>
                  </a:moveTo>
                  <a:lnTo>
                    <a:pt x="69388" y="2304837"/>
                  </a:lnTo>
                  <a:cubicBezTo>
                    <a:pt x="31315" y="2282785"/>
                    <a:pt x="0" y="2223471"/>
                    <a:pt x="0" y="2172332"/>
                  </a:cubicBezTo>
                  <a:lnTo>
                    <a:pt x="0" y="60716"/>
                  </a:lnTo>
                  <a:cubicBezTo>
                    <a:pt x="0" y="9673"/>
                    <a:pt x="31125" y="-13806"/>
                    <a:pt x="69388" y="8342"/>
                  </a:cubicBezTo>
                  <a:lnTo>
                    <a:pt x="2803491" y="1584711"/>
                  </a:lnTo>
                  <a:cubicBezTo>
                    <a:pt x="2841564" y="1606763"/>
                    <a:pt x="2872879" y="1666077"/>
                    <a:pt x="2872879" y="1717216"/>
                  </a:cubicBezTo>
                  <a:lnTo>
                    <a:pt x="2872879" y="3829212"/>
                  </a:lnTo>
                  <a:cubicBezTo>
                    <a:pt x="2872879" y="3880256"/>
                    <a:pt x="2841850" y="3903734"/>
                    <a:pt x="2803491" y="3881587"/>
                  </a:cubicBezTo>
                  <a:close/>
                </a:path>
              </a:pathLst>
            </a:custGeom>
            <a:solidFill>
              <a:srgbClr val="E4E7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0;p24">
              <a:extLst>
                <a:ext uri="{FF2B5EF4-FFF2-40B4-BE49-F238E27FC236}">
                  <a16:creationId xmlns:a16="http://schemas.microsoft.com/office/drawing/2014/main" id="{97372717-390C-1687-AD6A-77851462803F}"/>
                </a:ext>
              </a:extLst>
            </p:cNvPr>
            <p:cNvSpPr/>
            <p:nvPr/>
          </p:nvSpPr>
          <p:spPr>
            <a:xfrm>
              <a:off x="3549854" y="410477"/>
              <a:ext cx="2872973" cy="3889886"/>
            </a:xfrm>
            <a:custGeom>
              <a:avLst/>
              <a:gdLst/>
              <a:ahLst/>
              <a:cxnLst/>
              <a:rect l="l" t="t" r="r" b="b"/>
              <a:pathLst>
                <a:path w="2872973" h="3889886" extrusionOk="0">
                  <a:moveTo>
                    <a:pt x="2803491" y="3881587"/>
                  </a:moveTo>
                  <a:lnTo>
                    <a:pt x="69483" y="2305217"/>
                  </a:lnTo>
                  <a:cubicBezTo>
                    <a:pt x="31410" y="2283070"/>
                    <a:pt x="0" y="2223756"/>
                    <a:pt x="0" y="2172713"/>
                  </a:cubicBezTo>
                  <a:lnTo>
                    <a:pt x="0" y="60716"/>
                  </a:lnTo>
                  <a:cubicBezTo>
                    <a:pt x="0" y="9673"/>
                    <a:pt x="31124" y="-13806"/>
                    <a:pt x="69483" y="8342"/>
                  </a:cubicBezTo>
                  <a:lnTo>
                    <a:pt x="2803491" y="1584711"/>
                  </a:lnTo>
                  <a:cubicBezTo>
                    <a:pt x="2841564" y="1606764"/>
                    <a:pt x="2872974" y="1666077"/>
                    <a:pt x="2872974" y="1717121"/>
                  </a:cubicBezTo>
                  <a:lnTo>
                    <a:pt x="2872974" y="3829212"/>
                  </a:lnTo>
                  <a:cubicBezTo>
                    <a:pt x="2872974" y="3879971"/>
                    <a:pt x="2841849" y="3903734"/>
                    <a:pt x="2803491" y="3881587"/>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1;p24">
              <a:extLst>
                <a:ext uri="{FF2B5EF4-FFF2-40B4-BE49-F238E27FC236}">
                  <a16:creationId xmlns:a16="http://schemas.microsoft.com/office/drawing/2014/main" id="{2A3C823D-C18E-AA44-A1AC-629E907AD2EF}"/>
                </a:ext>
              </a:extLst>
            </p:cNvPr>
            <p:cNvSpPr/>
            <p:nvPr/>
          </p:nvSpPr>
          <p:spPr>
            <a:xfrm>
              <a:off x="3584596" y="456003"/>
              <a:ext cx="2802063" cy="3707642"/>
            </a:xfrm>
            <a:custGeom>
              <a:avLst/>
              <a:gdLst/>
              <a:ahLst/>
              <a:cxnLst/>
              <a:rect l="l" t="t" r="r" b="b"/>
              <a:pathLst>
                <a:path w="2802063" h="3707642" extrusionOk="0">
                  <a:moveTo>
                    <a:pt x="2800636" y="3707643"/>
                  </a:moveTo>
                  <a:lnTo>
                    <a:pt x="0" y="2092872"/>
                  </a:lnTo>
                  <a:lnTo>
                    <a:pt x="1428" y="23650"/>
                  </a:lnTo>
                  <a:cubicBezTo>
                    <a:pt x="1428" y="2453"/>
                    <a:pt x="16371" y="-6102"/>
                    <a:pt x="34742" y="4639"/>
                  </a:cubicBezTo>
                  <a:lnTo>
                    <a:pt x="2768750" y="1580818"/>
                  </a:lnTo>
                  <a:cubicBezTo>
                    <a:pt x="2788395" y="1593631"/>
                    <a:pt x="2800769" y="1615018"/>
                    <a:pt x="2802063" y="1638421"/>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2;p24">
              <a:extLst>
                <a:ext uri="{FF2B5EF4-FFF2-40B4-BE49-F238E27FC236}">
                  <a16:creationId xmlns:a16="http://schemas.microsoft.com/office/drawing/2014/main" id="{3BFE487F-406F-4066-969E-A00B72FC2A22}"/>
                </a:ext>
              </a:extLst>
            </p:cNvPr>
            <p:cNvSpPr/>
            <p:nvPr/>
          </p:nvSpPr>
          <p:spPr>
            <a:xfrm>
              <a:off x="3711283" y="669187"/>
              <a:ext cx="283071" cy="477189"/>
            </a:xfrm>
            <a:custGeom>
              <a:avLst/>
              <a:gdLst/>
              <a:ahLst/>
              <a:cxnLst/>
              <a:rect l="l" t="t" r="r" b="b"/>
              <a:pathLst>
                <a:path w="283071" h="477189" extrusionOk="0">
                  <a:moveTo>
                    <a:pt x="268604" y="475462"/>
                  </a:moveTo>
                  <a:lnTo>
                    <a:pt x="14468" y="328699"/>
                  </a:lnTo>
                  <a:cubicBezTo>
                    <a:pt x="5540" y="322277"/>
                    <a:pt x="181" y="312023"/>
                    <a:pt x="0" y="301038"/>
                  </a:cubicBezTo>
                  <a:lnTo>
                    <a:pt x="0" y="12646"/>
                  </a:lnTo>
                  <a:cubicBezTo>
                    <a:pt x="0" y="2000"/>
                    <a:pt x="6472" y="-2848"/>
                    <a:pt x="14468" y="1715"/>
                  </a:cubicBezTo>
                  <a:lnTo>
                    <a:pt x="268604" y="148572"/>
                  </a:lnTo>
                  <a:cubicBezTo>
                    <a:pt x="277551" y="154933"/>
                    <a:pt x="282919" y="165172"/>
                    <a:pt x="283071" y="176138"/>
                  </a:cubicBezTo>
                  <a:lnTo>
                    <a:pt x="283071" y="464531"/>
                  </a:lnTo>
                  <a:cubicBezTo>
                    <a:pt x="283071" y="474986"/>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3;p24">
              <a:extLst>
                <a:ext uri="{FF2B5EF4-FFF2-40B4-BE49-F238E27FC236}">
                  <a16:creationId xmlns:a16="http://schemas.microsoft.com/office/drawing/2014/main" id="{447DCAC7-3042-65EE-C2C6-0D031951954D}"/>
                </a:ext>
              </a:extLst>
            </p:cNvPr>
            <p:cNvSpPr/>
            <p:nvPr/>
          </p:nvSpPr>
          <p:spPr>
            <a:xfrm>
              <a:off x="4063456" y="872696"/>
              <a:ext cx="283832" cy="477419"/>
            </a:xfrm>
            <a:custGeom>
              <a:avLst/>
              <a:gdLst/>
              <a:ahLst/>
              <a:cxnLst/>
              <a:rect l="l" t="t" r="r" b="b"/>
              <a:pathLst>
                <a:path w="283832" h="477419" extrusionOk="0">
                  <a:moveTo>
                    <a:pt x="269365" y="475462"/>
                  </a:moveTo>
                  <a:lnTo>
                    <a:pt x="14468" y="328509"/>
                  </a:lnTo>
                  <a:cubicBezTo>
                    <a:pt x="5540" y="322087"/>
                    <a:pt x="181" y="311833"/>
                    <a:pt x="0" y="300848"/>
                  </a:cubicBezTo>
                  <a:lnTo>
                    <a:pt x="0" y="12646"/>
                  </a:lnTo>
                  <a:cubicBezTo>
                    <a:pt x="0" y="2000"/>
                    <a:pt x="6472" y="-2848"/>
                    <a:pt x="14468" y="1715"/>
                  </a:cubicBezTo>
                  <a:lnTo>
                    <a:pt x="269080" y="148572"/>
                  </a:lnTo>
                  <a:cubicBezTo>
                    <a:pt x="278217" y="154931"/>
                    <a:pt x="283709" y="165305"/>
                    <a:pt x="283833" y="176423"/>
                  </a:cubicBezTo>
                  <a:lnTo>
                    <a:pt x="283833" y="464531"/>
                  </a:lnTo>
                  <a:cubicBezTo>
                    <a:pt x="283833" y="475177"/>
                    <a:pt x="277360" y="480595"/>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4;p24">
              <a:extLst>
                <a:ext uri="{FF2B5EF4-FFF2-40B4-BE49-F238E27FC236}">
                  <a16:creationId xmlns:a16="http://schemas.microsoft.com/office/drawing/2014/main" id="{C55941C1-2405-9286-6273-5AD40BFC72CE}"/>
                </a:ext>
              </a:extLst>
            </p:cNvPr>
            <p:cNvSpPr/>
            <p:nvPr/>
          </p:nvSpPr>
          <p:spPr>
            <a:xfrm>
              <a:off x="4408015" y="1071223"/>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993"/>
                  </a:lnTo>
                  <a:cubicBezTo>
                    <a:pt x="278503" y="155354"/>
                    <a:pt x="283871" y="165592"/>
                    <a:pt x="284023" y="176559"/>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5;p24">
              <a:extLst>
                <a:ext uri="{FF2B5EF4-FFF2-40B4-BE49-F238E27FC236}">
                  <a16:creationId xmlns:a16="http://schemas.microsoft.com/office/drawing/2014/main" id="{1167D320-CD14-CDA9-33E5-08C01CB082EB}"/>
                </a:ext>
              </a:extLst>
            </p:cNvPr>
            <p:cNvSpPr/>
            <p:nvPr/>
          </p:nvSpPr>
          <p:spPr>
            <a:xfrm>
              <a:off x="3711283" y="1076206"/>
              <a:ext cx="283071" cy="477216"/>
            </a:xfrm>
            <a:custGeom>
              <a:avLst/>
              <a:gdLst/>
              <a:ahLst/>
              <a:cxnLst/>
              <a:rect l="l" t="t" r="r" b="b"/>
              <a:pathLst>
                <a:path w="283071" h="477216" extrusionOk="0">
                  <a:moveTo>
                    <a:pt x="268604" y="475462"/>
                  </a:moveTo>
                  <a:lnTo>
                    <a:pt x="14468" y="328699"/>
                  </a:lnTo>
                  <a:cubicBezTo>
                    <a:pt x="5540" y="322273"/>
                    <a:pt x="181" y="312027"/>
                    <a:pt x="0" y="301038"/>
                  </a:cubicBezTo>
                  <a:lnTo>
                    <a:pt x="0" y="12646"/>
                  </a:lnTo>
                  <a:cubicBezTo>
                    <a:pt x="0" y="2000"/>
                    <a:pt x="6472" y="-2848"/>
                    <a:pt x="14468" y="1715"/>
                  </a:cubicBezTo>
                  <a:lnTo>
                    <a:pt x="268604" y="148477"/>
                  </a:lnTo>
                  <a:cubicBezTo>
                    <a:pt x="277532" y="154899"/>
                    <a:pt x="282891" y="165154"/>
                    <a:pt x="283071" y="176138"/>
                  </a:cubicBezTo>
                  <a:lnTo>
                    <a:pt x="283071" y="464531"/>
                  </a:lnTo>
                  <a:cubicBezTo>
                    <a:pt x="283071" y="475177"/>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6;p24">
              <a:extLst>
                <a:ext uri="{FF2B5EF4-FFF2-40B4-BE49-F238E27FC236}">
                  <a16:creationId xmlns:a16="http://schemas.microsoft.com/office/drawing/2014/main" id="{8010B96F-692F-018C-D86B-AFFA5979E943}"/>
                </a:ext>
              </a:extLst>
            </p:cNvPr>
            <p:cNvSpPr/>
            <p:nvPr/>
          </p:nvSpPr>
          <p:spPr>
            <a:xfrm>
              <a:off x="4063456" y="1279716"/>
              <a:ext cx="283556" cy="477216"/>
            </a:xfrm>
            <a:custGeom>
              <a:avLst/>
              <a:gdLst/>
              <a:ahLst/>
              <a:cxnLst/>
              <a:rect l="l" t="t" r="r" b="b"/>
              <a:pathLst>
                <a:path w="283556" h="477216" extrusionOk="0">
                  <a:moveTo>
                    <a:pt x="269365" y="475462"/>
                  </a:moveTo>
                  <a:lnTo>
                    <a:pt x="14468" y="328699"/>
                  </a:lnTo>
                  <a:cubicBezTo>
                    <a:pt x="5540" y="322273"/>
                    <a:pt x="181" y="312027"/>
                    <a:pt x="0" y="301038"/>
                  </a:cubicBezTo>
                  <a:lnTo>
                    <a:pt x="0" y="12646"/>
                  </a:lnTo>
                  <a:cubicBezTo>
                    <a:pt x="0" y="2000"/>
                    <a:pt x="6472" y="-2848"/>
                    <a:pt x="14468" y="1715"/>
                  </a:cubicBezTo>
                  <a:lnTo>
                    <a:pt x="269080" y="148477"/>
                  </a:lnTo>
                  <a:cubicBezTo>
                    <a:pt x="278008" y="154903"/>
                    <a:pt x="283366" y="165150"/>
                    <a:pt x="283547" y="176138"/>
                  </a:cubicBezTo>
                  <a:lnTo>
                    <a:pt x="283547" y="464531"/>
                  </a:lnTo>
                  <a:cubicBezTo>
                    <a:pt x="283833" y="475177"/>
                    <a:pt x="277360" y="480119"/>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7;p24">
              <a:extLst>
                <a:ext uri="{FF2B5EF4-FFF2-40B4-BE49-F238E27FC236}">
                  <a16:creationId xmlns:a16="http://schemas.microsoft.com/office/drawing/2014/main" id="{7DDB770E-E2ED-EA39-B895-913529F0A6A8}"/>
                </a:ext>
              </a:extLst>
            </p:cNvPr>
            <p:cNvSpPr/>
            <p:nvPr/>
          </p:nvSpPr>
          <p:spPr>
            <a:xfrm>
              <a:off x="4098484" y="1260570"/>
              <a:ext cx="283570" cy="477216"/>
            </a:xfrm>
            <a:custGeom>
              <a:avLst/>
              <a:gdLst/>
              <a:ahLst/>
              <a:cxnLst/>
              <a:rect l="l" t="t" r="r" b="b"/>
              <a:pathLst>
                <a:path w="283570" h="477216" extrusionOk="0">
                  <a:moveTo>
                    <a:pt x="269079" y="475502"/>
                  </a:moveTo>
                  <a:lnTo>
                    <a:pt x="14468" y="328644"/>
                  </a:lnTo>
                  <a:cubicBezTo>
                    <a:pt x="5521" y="322285"/>
                    <a:pt x="152" y="312048"/>
                    <a:pt x="0" y="301079"/>
                  </a:cubicBezTo>
                  <a:lnTo>
                    <a:pt x="0" y="12686"/>
                  </a:lnTo>
                  <a:cubicBezTo>
                    <a:pt x="0" y="2040"/>
                    <a:pt x="6472" y="-2903"/>
                    <a:pt x="14468" y="1755"/>
                  </a:cubicBezTo>
                  <a:lnTo>
                    <a:pt x="269079" y="148518"/>
                  </a:lnTo>
                  <a:cubicBezTo>
                    <a:pt x="278008" y="154943"/>
                    <a:pt x="283366" y="165190"/>
                    <a:pt x="283547" y="176178"/>
                  </a:cubicBezTo>
                  <a:lnTo>
                    <a:pt x="283547" y="464571"/>
                  </a:lnTo>
                  <a:cubicBezTo>
                    <a:pt x="284023" y="475217"/>
                    <a:pt x="277075" y="480065"/>
                    <a:pt x="269079" y="47550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68;p24">
              <a:extLst>
                <a:ext uri="{FF2B5EF4-FFF2-40B4-BE49-F238E27FC236}">
                  <a16:creationId xmlns:a16="http://schemas.microsoft.com/office/drawing/2014/main" id="{C58379AA-A276-9482-EAF7-9222007611B2}"/>
                </a:ext>
              </a:extLst>
            </p:cNvPr>
            <p:cNvSpPr/>
            <p:nvPr/>
          </p:nvSpPr>
          <p:spPr>
            <a:xfrm>
              <a:off x="4408015" y="1478241"/>
              <a:ext cx="284023" cy="477161"/>
            </a:xfrm>
            <a:custGeom>
              <a:avLst/>
              <a:gdLst/>
              <a:ahLst/>
              <a:cxnLst/>
              <a:rect l="l" t="t" r="r" b="b"/>
              <a:pathLst>
                <a:path w="284023" h="477161" extrusionOk="0">
                  <a:moveTo>
                    <a:pt x="269556" y="475409"/>
                  </a:moveTo>
                  <a:lnTo>
                    <a:pt x="14468" y="328646"/>
                  </a:lnTo>
                  <a:cubicBezTo>
                    <a:pt x="5521" y="322287"/>
                    <a:pt x="152" y="312050"/>
                    <a:pt x="0" y="301080"/>
                  </a:cubicBezTo>
                  <a:lnTo>
                    <a:pt x="0" y="12593"/>
                  </a:lnTo>
                  <a:cubicBezTo>
                    <a:pt x="0" y="2042"/>
                    <a:pt x="6472" y="-2901"/>
                    <a:pt x="14468" y="1757"/>
                  </a:cubicBezTo>
                  <a:lnTo>
                    <a:pt x="269556" y="148519"/>
                  </a:lnTo>
                  <a:cubicBezTo>
                    <a:pt x="278503" y="154878"/>
                    <a:pt x="283871" y="165116"/>
                    <a:pt x="284023" y="176085"/>
                  </a:cubicBezTo>
                  <a:lnTo>
                    <a:pt x="284023" y="464382"/>
                  </a:lnTo>
                  <a:cubicBezTo>
                    <a:pt x="283547" y="475124"/>
                    <a:pt x="277075" y="480066"/>
                    <a:pt x="269556"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69;p24">
              <a:extLst>
                <a:ext uri="{FF2B5EF4-FFF2-40B4-BE49-F238E27FC236}">
                  <a16:creationId xmlns:a16="http://schemas.microsoft.com/office/drawing/2014/main" id="{D6C0CE03-179A-7C5F-8E7D-38795E37E12D}"/>
                </a:ext>
              </a:extLst>
            </p:cNvPr>
            <p:cNvSpPr/>
            <p:nvPr/>
          </p:nvSpPr>
          <p:spPr>
            <a:xfrm>
              <a:off x="3711283" y="1491834"/>
              <a:ext cx="283071" cy="477165"/>
            </a:xfrm>
            <a:custGeom>
              <a:avLst/>
              <a:gdLst/>
              <a:ahLst/>
              <a:cxnLst/>
              <a:rect l="l" t="t" r="r" b="b"/>
              <a:pathLst>
                <a:path w="283071" h="477165" extrusionOk="0">
                  <a:moveTo>
                    <a:pt x="268604" y="475409"/>
                  </a:moveTo>
                  <a:lnTo>
                    <a:pt x="14468" y="328646"/>
                  </a:lnTo>
                  <a:cubicBezTo>
                    <a:pt x="5521" y="322287"/>
                    <a:pt x="152" y="312050"/>
                    <a:pt x="0" y="301080"/>
                  </a:cubicBezTo>
                  <a:lnTo>
                    <a:pt x="0" y="12593"/>
                  </a:lnTo>
                  <a:cubicBezTo>
                    <a:pt x="0" y="2042"/>
                    <a:pt x="6472" y="-2901"/>
                    <a:pt x="14468" y="1757"/>
                  </a:cubicBezTo>
                  <a:lnTo>
                    <a:pt x="268604" y="148519"/>
                  </a:lnTo>
                  <a:cubicBezTo>
                    <a:pt x="277551" y="154878"/>
                    <a:pt x="282919" y="165116"/>
                    <a:pt x="283071" y="176085"/>
                  </a:cubicBezTo>
                  <a:lnTo>
                    <a:pt x="283071" y="464573"/>
                  </a:lnTo>
                  <a:cubicBezTo>
                    <a:pt x="283071" y="475123"/>
                    <a:pt x="276599" y="480066"/>
                    <a:pt x="268604"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2" name="Google Shape;1070;p24">
              <a:extLst>
                <a:ext uri="{FF2B5EF4-FFF2-40B4-BE49-F238E27FC236}">
                  <a16:creationId xmlns:a16="http://schemas.microsoft.com/office/drawing/2014/main" id="{96A2308C-DE0E-82C5-A4AF-C4AC89BA55B6}"/>
                </a:ext>
              </a:extLst>
            </p:cNvPr>
            <p:cNvSpPr/>
            <p:nvPr/>
          </p:nvSpPr>
          <p:spPr>
            <a:xfrm>
              <a:off x="3711283" y="1946286"/>
              <a:ext cx="980755" cy="657383"/>
            </a:xfrm>
            <a:custGeom>
              <a:avLst/>
              <a:gdLst/>
              <a:ahLst/>
              <a:cxnLst/>
              <a:rect l="l" t="t" r="r" b="b"/>
              <a:pathLst>
                <a:path w="980755" h="657383" extrusionOk="0">
                  <a:moveTo>
                    <a:pt x="966288" y="655629"/>
                  </a:moveTo>
                  <a:lnTo>
                    <a:pt x="14468" y="106884"/>
                  </a:lnTo>
                  <a:cubicBezTo>
                    <a:pt x="5540" y="100458"/>
                    <a:pt x="181" y="90212"/>
                    <a:pt x="0" y="79224"/>
                  </a:cubicBezTo>
                  <a:lnTo>
                    <a:pt x="0" y="12686"/>
                  </a:lnTo>
                  <a:cubicBezTo>
                    <a:pt x="0" y="2040"/>
                    <a:pt x="6472" y="-2903"/>
                    <a:pt x="14468" y="1755"/>
                  </a:cubicBezTo>
                  <a:lnTo>
                    <a:pt x="966288" y="550594"/>
                  </a:lnTo>
                  <a:cubicBezTo>
                    <a:pt x="975235" y="556954"/>
                    <a:pt x="980603" y="567191"/>
                    <a:pt x="980755" y="578160"/>
                  </a:cubicBezTo>
                  <a:lnTo>
                    <a:pt x="980755" y="644698"/>
                  </a:lnTo>
                  <a:cubicBezTo>
                    <a:pt x="980280" y="655344"/>
                    <a:pt x="973807" y="660286"/>
                    <a:pt x="966288" y="65562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1;p24">
              <a:extLst>
                <a:ext uri="{FF2B5EF4-FFF2-40B4-BE49-F238E27FC236}">
                  <a16:creationId xmlns:a16="http://schemas.microsoft.com/office/drawing/2014/main" id="{DA92884F-5A6F-0E7D-630F-C45075D1A4FB}"/>
                </a:ext>
              </a:extLst>
            </p:cNvPr>
            <p:cNvSpPr/>
            <p:nvPr/>
          </p:nvSpPr>
          <p:spPr>
            <a:xfrm>
              <a:off x="3715090" y="2139055"/>
              <a:ext cx="732044" cy="480371"/>
            </a:xfrm>
            <a:custGeom>
              <a:avLst/>
              <a:gdLst/>
              <a:ahLst/>
              <a:cxnLst/>
              <a:rect l="l" t="t" r="r" b="b"/>
              <a:pathLst>
                <a:path w="732044" h="480371" extrusionOk="0">
                  <a:moveTo>
                    <a:pt x="717577" y="478449"/>
                  </a:moveTo>
                  <a:lnTo>
                    <a:pt x="14468" y="73425"/>
                  </a:lnTo>
                  <a:cubicBezTo>
                    <a:pt x="5521" y="67066"/>
                    <a:pt x="152" y="56829"/>
                    <a:pt x="0" y="45860"/>
                  </a:cubicBezTo>
                  <a:lnTo>
                    <a:pt x="0" y="12686"/>
                  </a:lnTo>
                  <a:cubicBezTo>
                    <a:pt x="0" y="2040"/>
                    <a:pt x="6472" y="-2903"/>
                    <a:pt x="14468" y="1755"/>
                  </a:cubicBezTo>
                  <a:lnTo>
                    <a:pt x="717577" y="407064"/>
                  </a:lnTo>
                  <a:cubicBezTo>
                    <a:pt x="726505" y="413489"/>
                    <a:pt x="731864" y="423736"/>
                    <a:pt x="732045" y="434724"/>
                  </a:cubicBezTo>
                  <a:lnTo>
                    <a:pt x="732045" y="467708"/>
                  </a:lnTo>
                  <a:cubicBezTo>
                    <a:pt x="732045" y="478449"/>
                    <a:pt x="725572" y="483392"/>
                    <a:pt x="717577" y="47844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2;p24">
              <a:extLst>
                <a:ext uri="{FF2B5EF4-FFF2-40B4-BE49-F238E27FC236}">
                  <a16:creationId xmlns:a16="http://schemas.microsoft.com/office/drawing/2014/main" id="{FADA27A4-8EFF-2F03-3132-0EB0DF1389F0}"/>
                </a:ext>
              </a:extLst>
            </p:cNvPr>
            <p:cNvSpPr/>
            <p:nvPr/>
          </p:nvSpPr>
          <p:spPr>
            <a:xfrm>
              <a:off x="3715090" y="2264376"/>
              <a:ext cx="732044" cy="480312"/>
            </a:xfrm>
            <a:custGeom>
              <a:avLst/>
              <a:gdLst/>
              <a:ahLst/>
              <a:cxnLst/>
              <a:rect l="l" t="t" r="r" b="b"/>
              <a:pathLst>
                <a:path w="732044" h="480312" extrusionOk="0">
                  <a:moveTo>
                    <a:pt x="717577" y="478598"/>
                  </a:moveTo>
                  <a:lnTo>
                    <a:pt x="14468" y="73195"/>
                  </a:lnTo>
                  <a:cubicBezTo>
                    <a:pt x="5521" y="66836"/>
                    <a:pt x="152" y="56599"/>
                    <a:pt x="0" y="45629"/>
                  </a:cubicBezTo>
                  <a:lnTo>
                    <a:pt x="0" y="12646"/>
                  </a:lnTo>
                  <a:cubicBezTo>
                    <a:pt x="0" y="2000"/>
                    <a:pt x="6472" y="-2848"/>
                    <a:pt x="14468" y="1715"/>
                  </a:cubicBezTo>
                  <a:lnTo>
                    <a:pt x="717577" y="407023"/>
                  </a:lnTo>
                  <a:cubicBezTo>
                    <a:pt x="726505" y="413449"/>
                    <a:pt x="731864" y="423696"/>
                    <a:pt x="732045" y="434684"/>
                  </a:cubicBezTo>
                  <a:lnTo>
                    <a:pt x="732045" y="467667"/>
                  </a:lnTo>
                  <a:cubicBezTo>
                    <a:pt x="732045" y="478313"/>
                    <a:pt x="725572" y="483161"/>
                    <a:pt x="717577" y="4785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3;p24">
              <a:extLst>
                <a:ext uri="{FF2B5EF4-FFF2-40B4-BE49-F238E27FC236}">
                  <a16:creationId xmlns:a16="http://schemas.microsoft.com/office/drawing/2014/main" id="{796DB177-1409-4CDF-821C-9478A9BD2A3B}"/>
                </a:ext>
              </a:extLst>
            </p:cNvPr>
            <p:cNvSpPr/>
            <p:nvPr/>
          </p:nvSpPr>
          <p:spPr>
            <a:xfrm>
              <a:off x="3715090" y="2389467"/>
              <a:ext cx="599361" cy="403889"/>
            </a:xfrm>
            <a:custGeom>
              <a:avLst/>
              <a:gdLst/>
              <a:ahLst/>
              <a:cxnLst/>
              <a:rect l="l" t="t" r="r" b="b"/>
              <a:pathLst>
                <a:path w="599361" h="403889" extrusionOk="0">
                  <a:moveTo>
                    <a:pt x="584893" y="402175"/>
                  </a:moveTo>
                  <a:lnTo>
                    <a:pt x="14468" y="73195"/>
                  </a:lnTo>
                  <a:cubicBezTo>
                    <a:pt x="5521" y="66836"/>
                    <a:pt x="152" y="56599"/>
                    <a:pt x="0" y="45629"/>
                  </a:cubicBezTo>
                  <a:lnTo>
                    <a:pt x="0" y="12646"/>
                  </a:lnTo>
                  <a:cubicBezTo>
                    <a:pt x="0" y="2000"/>
                    <a:pt x="6472" y="-2848"/>
                    <a:pt x="14468" y="1715"/>
                  </a:cubicBezTo>
                  <a:lnTo>
                    <a:pt x="584893" y="330600"/>
                  </a:lnTo>
                  <a:cubicBezTo>
                    <a:pt x="593822" y="337026"/>
                    <a:pt x="599180" y="347272"/>
                    <a:pt x="599361" y="358261"/>
                  </a:cubicBezTo>
                  <a:lnTo>
                    <a:pt x="599361" y="391244"/>
                  </a:lnTo>
                  <a:cubicBezTo>
                    <a:pt x="599361" y="401890"/>
                    <a:pt x="592889" y="406738"/>
                    <a:pt x="584893" y="402175"/>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4;p24">
              <a:extLst>
                <a:ext uri="{FF2B5EF4-FFF2-40B4-BE49-F238E27FC236}">
                  <a16:creationId xmlns:a16="http://schemas.microsoft.com/office/drawing/2014/main" id="{4C033D97-6592-5235-452B-439CBCBC497D}"/>
                </a:ext>
              </a:extLst>
            </p:cNvPr>
            <p:cNvSpPr/>
            <p:nvPr/>
          </p:nvSpPr>
          <p:spPr>
            <a:xfrm>
              <a:off x="4855752" y="2612272"/>
              <a:ext cx="1403078" cy="900663"/>
            </a:xfrm>
            <a:custGeom>
              <a:avLst/>
              <a:gdLst/>
              <a:ahLst/>
              <a:cxnLst/>
              <a:rect l="l" t="t" r="r" b="b"/>
              <a:pathLst>
                <a:path w="1403078" h="900663" extrusionOk="0">
                  <a:moveTo>
                    <a:pt x="1388610" y="898735"/>
                  </a:moveTo>
                  <a:lnTo>
                    <a:pt x="14468" y="106749"/>
                  </a:lnTo>
                  <a:cubicBezTo>
                    <a:pt x="5520" y="100390"/>
                    <a:pt x="152" y="90152"/>
                    <a:pt x="0" y="79183"/>
                  </a:cubicBezTo>
                  <a:lnTo>
                    <a:pt x="0" y="12646"/>
                  </a:lnTo>
                  <a:cubicBezTo>
                    <a:pt x="0" y="2000"/>
                    <a:pt x="6472" y="-2848"/>
                    <a:pt x="14468" y="1715"/>
                  </a:cubicBezTo>
                  <a:lnTo>
                    <a:pt x="1388610" y="794177"/>
                  </a:lnTo>
                  <a:cubicBezTo>
                    <a:pt x="1397557" y="800536"/>
                    <a:pt x="1402926" y="810773"/>
                    <a:pt x="1403078" y="821742"/>
                  </a:cubicBezTo>
                  <a:lnTo>
                    <a:pt x="1403078" y="888280"/>
                  </a:lnTo>
                  <a:cubicBezTo>
                    <a:pt x="1403078" y="898735"/>
                    <a:pt x="1396606" y="903678"/>
                    <a:pt x="1388610" y="898735"/>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7" name="Google Shape;1075;p24">
              <a:extLst>
                <a:ext uri="{FF2B5EF4-FFF2-40B4-BE49-F238E27FC236}">
                  <a16:creationId xmlns:a16="http://schemas.microsoft.com/office/drawing/2014/main" id="{56F59E82-78B4-42AD-2E18-48343AC900AC}"/>
                </a:ext>
              </a:extLst>
            </p:cNvPr>
            <p:cNvSpPr/>
            <p:nvPr/>
          </p:nvSpPr>
          <p:spPr>
            <a:xfrm>
              <a:off x="4860130" y="2805136"/>
              <a:ext cx="1263255" cy="786670"/>
            </a:xfrm>
            <a:custGeom>
              <a:avLst/>
              <a:gdLst/>
              <a:ahLst/>
              <a:cxnLst/>
              <a:rect l="l" t="t" r="r" b="b"/>
              <a:pathLst>
                <a:path w="1263255" h="786670" extrusionOk="0">
                  <a:moveTo>
                    <a:pt x="1248788" y="784956"/>
                  </a:moveTo>
                  <a:lnTo>
                    <a:pt x="14468" y="73195"/>
                  </a:lnTo>
                  <a:cubicBezTo>
                    <a:pt x="5521" y="66836"/>
                    <a:pt x="152" y="56599"/>
                    <a:pt x="0" y="45629"/>
                  </a:cubicBezTo>
                  <a:lnTo>
                    <a:pt x="0" y="12646"/>
                  </a:lnTo>
                  <a:cubicBezTo>
                    <a:pt x="0" y="2000"/>
                    <a:pt x="6472" y="-2848"/>
                    <a:pt x="14468" y="1715"/>
                  </a:cubicBezTo>
                  <a:lnTo>
                    <a:pt x="1248788" y="713381"/>
                  </a:lnTo>
                  <a:cubicBezTo>
                    <a:pt x="1257716" y="719807"/>
                    <a:pt x="1263075" y="730053"/>
                    <a:pt x="1263256" y="741042"/>
                  </a:cubicBezTo>
                  <a:lnTo>
                    <a:pt x="1263256" y="774025"/>
                  </a:lnTo>
                  <a:cubicBezTo>
                    <a:pt x="1263256" y="784671"/>
                    <a:pt x="1256783" y="78951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8" name="Google Shape;1076;p24">
              <a:extLst>
                <a:ext uri="{FF2B5EF4-FFF2-40B4-BE49-F238E27FC236}">
                  <a16:creationId xmlns:a16="http://schemas.microsoft.com/office/drawing/2014/main" id="{894B9D4D-B3A7-0640-D410-BB96D859C52F}"/>
                </a:ext>
              </a:extLst>
            </p:cNvPr>
            <p:cNvSpPr/>
            <p:nvPr/>
          </p:nvSpPr>
          <p:spPr>
            <a:xfrm>
              <a:off x="4860130" y="2930227"/>
              <a:ext cx="1263255" cy="786839"/>
            </a:xfrm>
            <a:custGeom>
              <a:avLst/>
              <a:gdLst/>
              <a:ahLst/>
              <a:cxnLst/>
              <a:rect l="l" t="t" r="r" b="b"/>
              <a:pathLst>
                <a:path w="1263255" h="786839" extrusionOk="0">
                  <a:moveTo>
                    <a:pt x="1248788" y="784956"/>
                  </a:moveTo>
                  <a:lnTo>
                    <a:pt x="14468" y="73290"/>
                  </a:lnTo>
                  <a:cubicBezTo>
                    <a:pt x="5540" y="66864"/>
                    <a:pt x="181" y="56617"/>
                    <a:pt x="0" y="45629"/>
                  </a:cubicBezTo>
                  <a:lnTo>
                    <a:pt x="0" y="12646"/>
                  </a:lnTo>
                  <a:cubicBezTo>
                    <a:pt x="0" y="2000"/>
                    <a:pt x="6472" y="-2848"/>
                    <a:pt x="14468" y="1714"/>
                  </a:cubicBezTo>
                  <a:lnTo>
                    <a:pt x="1248788" y="713856"/>
                  </a:lnTo>
                  <a:cubicBezTo>
                    <a:pt x="1257735" y="720215"/>
                    <a:pt x="1263104" y="730453"/>
                    <a:pt x="1263256" y="741422"/>
                  </a:cubicBezTo>
                  <a:lnTo>
                    <a:pt x="1263256" y="774405"/>
                  </a:lnTo>
                  <a:cubicBezTo>
                    <a:pt x="1263256" y="784671"/>
                    <a:pt x="1256783" y="78989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7;p24">
              <a:extLst>
                <a:ext uri="{FF2B5EF4-FFF2-40B4-BE49-F238E27FC236}">
                  <a16:creationId xmlns:a16="http://schemas.microsoft.com/office/drawing/2014/main" id="{13611F65-5286-F66D-472A-82FD866EF62A}"/>
                </a:ext>
              </a:extLst>
            </p:cNvPr>
            <p:cNvSpPr/>
            <p:nvPr/>
          </p:nvSpPr>
          <p:spPr>
            <a:xfrm>
              <a:off x="4860130" y="3055222"/>
              <a:ext cx="1034438" cy="654829"/>
            </a:xfrm>
            <a:custGeom>
              <a:avLst/>
              <a:gdLst/>
              <a:ahLst/>
              <a:cxnLst/>
              <a:rect l="l" t="t" r="r" b="b"/>
              <a:pathLst>
                <a:path w="1034438" h="654829" extrusionOk="0">
                  <a:moveTo>
                    <a:pt x="1019971" y="653117"/>
                  </a:moveTo>
                  <a:lnTo>
                    <a:pt x="14468" y="73290"/>
                  </a:lnTo>
                  <a:cubicBezTo>
                    <a:pt x="5540" y="66864"/>
                    <a:pt x="181" y="56618"/>
                    <a:pt x="0" y="45629"/>
                  </a:cubicBezTo>
                  <a:lnTo>
                    <a:pt x="0" y="12646"/>
                  </a:lnTo>
                  <a:cubicBezTo>
                    <a:pt x="0" y="2000"/>
                    <a:pt x="6472" y="-2848"/>
                    <a:pt x="14468" y="1715"/>
                  </a:cubicBezTo>
                  <a:lnTo>
                    <a:pt x="1019971" y="581542"/>
                  </a:lnTo>
                  <a:cubicBezTo>
                    <a:pt x="1028880" y="587929"/>
                    <a:pt x="1034248" y="598157"/>
                    <a:pt x="1034438" y="609107"/>
                  </a:cubicBezTo>
                  <a:lnTo>
                    <a:pt x="1034438" y="642091"/>
                  </a:lnTo>
                  <a:cubicBezTo>
                    <a:pt x="1034438" y="652832"/>
                    <a:pt x="1027871" y="657679"/>
                    <a:pt x="1019971" y="65311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78;p24">
              <a:extLst>
                <a:ext uri="{FF2B5EF4-FFF2-40B4-BE49-F238E27FC236}">
                  <a16:creationId xmlns:a16="http://schemas.microsoft.com/office/drawing/2014/main" id="{C15EE92B-6F90-C861-9172-66065AA1DB2D}"/>
                </a:ext>
              </a:extLst>
            </p:cNvPr>
            <p:cNvSpPr/>
            <p:nvPr/>
          </p:nvSpPr>
          <p:spPr>
            <a:xfrm>
              <a:off x="4063456" y="1695343"/>
              <a:ext cx="283556" cy="477207"/>
            </a:xfrm>
            <a:custGeom>
              <a:avLst/>
              <a:gdLst/>
              <a:ahLst/>
              <a:cxnLst/>
              <a:rect l="l" t="t" r="r" b="b"/>
              <a:pathLst>
                <a:path w="283556" h="477207" extrusionOk="0">
                  <a:moveTo>
                    <a:pt x="269365" y="475409"/>
                  </a:moveTo>
                  <a:lnTo>
                    <a:pt x="14468" y="328646"/>
                  </a:lnTo>
                  <a:cubicBezTo>
                    <a:pt x="5521" y="322287"/>
                    <a:pt x="152" y="312050"/>
                    <a:pt x="0" y="301080"/>
                  </a:cubicBezTo>
                  <a:lnTo>
                    <a:pt x="0" y="12593"/>
                  </a:lnTo>
                  <a:cubicBezTo>
                    <a:pt x="0" y="2042"/>
                    <a:pt x="6472" y="-2901"/>
                    <a:pt x="14468" y="1757"/>
                  </a:cubicBezTo>
                  <a:lnTo>
                    <a:pt x="269080" y="148519"/>
                  </a:lnTo>
                  <a:cubicBezTo>
                    <a:pt x="278027" y="154878"/>
                    <a:pt x="283395" y="165116"/>
                    <a:pt x="283547" y="176085"/>
                  </a:cubicBezTo>
                  <a:lnTo>
                    <a:pt x="283547" y="464573"/>
                  </a:lnTo>
                  <a:cubicBezTo>
                    <a:pt x="283833" y="475409"/>
                    <a:pt x="277360" y="480066"/>
                    <a:pt x="269365"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79;p24">
              <a:extLst>
                <a:ext uri="{FF2B5EF4-FFF2-40B4-BE49-F238E27FC236}">
                  <a16:creationId xmlns:a16="http://schemas.microsoft.com/office/drawing/2014/main" id="{5A588497-0835-D5C1-7B1B-D4584ED0878D}"/>
                </a:ext>
              </a:extLst>
            </p:cNvPr>
            <p:cNvSpPr/>
            <p:nvPr/>
          </p:nvSpPr>
          <p:spPr>
            <a:xfrm>
              <a:off x="4408015" y="1893817"/>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518"/>
                  </a:lnTo>
                  <a:cubicBezTo>
                    <a:pt x="278484" y="154943"/>
                    <a:pt x="283842" y="165190"/>
                    <a:pt x="284023" y="176178"/>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0;p24">
              <a:extLst>
                <a:ext uri="{FF2B5EF4-FFF2-40B4-BE49-F238E27FC236}">
                  <a16:creationId xmlns:a16="http://schemas.microsoft.com/office/drawing/2014/main" id="{89717636-97AF-109B-DC07-776E72D0D5FE}"/>
                </a:ext>
              </a:extLst>
            </p:cNvPr>
            <p:cNvSpPr/>
            <p:nvPr/>
          </p:nvSpPr>
          <p:spPr>
            <a:xfrm>
              <a:off x="4855752" y="1988490"/>
              <a:ext cx="1403078" cy="1286379"/>
            </a:xfrm>
            <a:custGeom>
              <a:avLst/>
              <a:gdLst/>
              <a:ahLst/>
              <a:cxnLst/>
              <a:rect l="l" t="t" r="r" b="b"/>
              <a:pathLst>
                <a:path w="1403078" h="1286379" extrusionOk="0">
                  <a:moveTo>
                    <a:pt x="1388610" y="1284884"/>
                  </a:moveTo>
                  <a:lnTo>
                    <a:pt x="14468" y="492137"/>
                  </a:lnTo>
                  <a:cubicBezTo>
                    <a:pt x="5520" y="485777"/>
                    <a:pt x="152" y="475540"/>
                    <a:pt x="0" y="464571"/>
                  </a:cubicBezTo>
                  <a:lnTo>
                    <a:pt x="0" y="12686"/>
                  </a:lnTo>
                  <a:cubicBezTo>
                    <a:pt x="0" y="2040"/>
                    <a:pt x="6472" y="-2903"/>
                    <a:pt x="14468" y="1755"/>
                  </a:cubicBezTo>
                  <a:lnTo>
                    <a:pt x="1388610" y="794027"/>
                  </a:lnTo>
                  <a:cubicBezTo>
                    <a:pt x="1397539" y="800452"/>
                    <a:pt x="1402897" y="810699"/>
                    <a:pt x="1403078" y="821687"/>
                  </a:cubicBezTo>
                  <a:lnTo>
                    <a:pt x="1403078" y="1273572"/>
                  </a:lnTo>
                  <a:cubicBezTo>
                    <a:pt x="1403078" y="1284218"/>
                    <a:pt x="1396606" y="1289066"/>
                    <a:pt x="1388610" y="12848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1;p24">
              <a:extLst>
                <a:ext uri="{FF2B5EF4-FFF2-40B4-BE49-F238E27FC236}">
                  <a16:creationId xmlns:a16="http://schemas.microsoft.com/office/drawing/2014/main" id="{0B65F621-312C-7E1D-1888-C6FF5EA632F4}"/>
                </a:ext>
              </a:extLst>
            </p:cNvPr>
            <p:cNvSpPr/>
            <p:nvPr/>
          </p:nvSpPr>
          <p:spPr>
            <a:xfrm>
              <a:off x="4846614" y="1414848"/>
              <a:ext cx="423274" cy="545612"/>
            </a:xfrm>
            <a:custGeom>
              <a:avLst/>
              <a:gdLst/>
              <a:ahLst/>
              <a:cxnLst/>
              <a:rect l="l" t="t" r="r" b="b"/>
              <a:pathLst>
                <a:path w="423274" h="545612" extrusionOk="0">
                  <a:moveTo>
                    <a:pt x="211685" y="516844"/>
                  </a:moveTo>
                  <a:cubicBezTo>
                    <a:pt x="94991" y="449546"/>
                    <a:pt x="0" y="285389"/>
                    <a:pt x="0" y="150793"/>
                  </a:cubicBezTo>
                  <a:cubicBezTo>
                    <a:pt x="0" y="16197"/>
                    <a:pt x="95182" y="-38459"/>
                    <a:pt x="211685" y="28744"/>
                  </a:cubicBezTo>
                  <a:cubicBezTo>
                    <a:pt x="328187" y="95947"/>
                    <a:pt x="423274" y="260295"/>
                    <a:pt x="423274" y="394795"/>
                  </a:cubicBezTo>
                  <a:cubicBezTo>
                    <a:pt x="423274" y="529296"/>
                    <a:pt x="328283" y="584142"/>
                    <a:pt x="211685" y="516844"/>
                  </a:cubicBezTo>
                  <a:close/>
                  <a:moveTo>
                    <a:pt x="211685" y="99274"/>
                  </a:moveTo>
                  <a:cubicBezTo>
                    <a:pt x="128686" y="51747"/>
                    <a:pt x="61202" y="90434"/>
                    <a:pt x="61202" y="186058"/>
                  </a:cubicBezTo>
                  <a:cubicBezTo>
                    <a:pt x="61202" y="281682"/>
                    <a:pt x="128686" y="398502"/>
                    <a:pt x="211685" y="446314"/>
                  </a:cubicBezTo>
                  <a:cubicBezTo>
                    <a:pt x="294683" y="494126"/>
                    <a:pt x="362167" y="455249"/>
                    <a:pt x="362167" y="359531"/>
                  </a:cubicBezTo>
                  <a:cubicBezTo>
                    <a:pt x="362167" y="263811"/>
                    <a:pt x="294493" y="147561"/>
                    <a:pt x="211685" y="9927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2;p24">
              <a:extLst>
                <a:ext uri="{FF2B5EF4-FFF2-40B4-BE49-F238E27FC236}">
                  <a16:creationId xmlns:a16="http://schemas.microsoft.com/office/drawing/2014/main" id="{EC30E6A2-FD04-36DE-9BB8-A2433D2E05DE}"/>
                </a:ext>
              </a:extLst>
            </p:cNvPr>
            <p:cNvSpPr/>
            <p:nvPr/>
          </p:nvSpPr>
          <p:spPr>
            <a:xfrm>
              <a:off x="4846614" y="1414848"/>
              <a:ext cx="423274" cy="545629"/>
            </a:xfrm>
            <a:custGeom>
              <a:avLst/>
              <a:gdLst/>
              <a:ahLst/>
              <a:cxnLst/>
              <a:rect l="l" t="t" r="r" b="b"/>
              <a:pathLst>
                <a:path w="423274" h="545629" extrusionOk="0">
                  <a:moveTo>
                    <a:pt x="211685" y="516844"/>
                  </a:moveTo>
                  <a:cubicBezTo>
                    <a:pt x="94991" y="449546"/>
                    <a:pt x="0" y="285389"/>
                    <a:pt x="0" y="150793"/>
                  </a:cubicBezTo>
                  <a:cubicBezTo>
                    <a:pt x="0" y="16197"/>
                    <a:pt x="95182" y="-38459"/>
                    <a:pt x="211685" y="28744"/>
                  </a:cubicBezTo>
                  <a:lnTo>
                    <a:pt x="211685" y="99274"/>
                  </a:lnTo>
                  <a:cubicBezTo>
                    <a:pt x="128686" y="51747"/>
                    <a:pt x="61202" y="90434"/>
                    <a:pt x="61202" y="186058"/>
                  </a:cubicBezTo>
                  <a:cubicBezTo>
                    <a:pt x="61202" y="281682"/>
                    <a:pt x="128686" y="398502"/>
                    <a:pt x="211685" y="446314"/>
                  </a:cubicBezTo>
                  <a:cubicBezTo>
                    <a:pt x="294683" y="494126"/>
                    <a:pt x="362167" y="455249"/>
                    <a:pt x="362167" y="359531"/>
                  </a:cubicBezTo>
                  <a:lnTo>
                    <a:pt x="423274" y="394795"/>
                  </a:lnTo>
                  <a:cubicBezTo>
                    <a:pt x="423179" y="529391"/>
                    <a:pt x="328283" y="584142"/>
                    <a:pt x="211685" y="516844"/>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3;p24">
              <a:extLst>
                <a:ext uri="{FF2B5EF4-FFF2-40B4-BE49-F238E27FC236}">
                  <a16:creationId xmlns:a16="http://schemas.microsoft.com/office/drawing/2014/main" id="{0BFF7476-83D5-09CF-0283-9B70A6F34A90}"/>
                </a:ext>
              </a:extLst>
            </p:cNvPr>
            <p:cNvSpPr/>
            <p:nvPr/>
          </p:nvSpPr>
          <p:spPr>
            <a:xfrm>
              <a:off x="5340323" y="1699604"/>
              <a:ext cx="423179" cy="545654"/>
            </a:xfrm>
            <a:custGeom>
              <a:avLst/>
              <a:gdLst/>
              <a:ahLst/>
              <a:cxnLst/>
              <a:rect l="l" t="t" r="r" b="b"/>
              <a:pathLst>
                <a:path w="423179" h="545654" extrusionOk="0">
                  <a:moveTo>
                    <a:pt x="211589" y="516869"/>
                  </a:moveTo>
                  <a:cubicBezTo>
                    <a:pt x="94896" y="449571"/>
                    <a:pt x="0" y="285318"/>
                    <a:pt x="0" y="150817"/>
                  </a:cubicBezTo>
                  <a:cubicBezTo>
                    <a:pt x="0" y="16316"/>
                    <a:pt x="95182" y="-38529"/>
                    <a:pt x="211589" y="28769"/>
                  </a:cubicBezTo>
                  <a:cubicBezTo>
                    <a:pt x="327997" y="96066"/>
                    <a:pt x="423179" y="260224"/>
                    <a:pt x="423179" y="394820"/>
                  </a:cubicBezTo>
                  <a:cubicBezTo>
                    <a:pt x="423179" y="529416"/>
                    <a:pt x="328283" y="584167"/>
                    <a:pt x="211589" y="516869"/>
                  </a:cubicBezTo>
                  <a:close/>
                  <a:moveTo>
                    <a:pt x="211589" y="99298"/>
                  </a:moveTo>
                  <a:cubicBezTo>
                    <a:pt x="128591" y="51772"/>
                    <a:pt x="61107" y="90363"/>
                    <a:pt x="61107" y="186082"/>
                  </a:cubicBezTo>
                  <a:cubicBezTo>
                    <a:pt x="61107" y="281801"/>
                    <a:pt x="128591" y="398432"/>
                    <a:pt x="211589" y="446339"/>
                  </a:cubicBezTo>
                  <a:cubicBezTo>
                    <a:pt x="294588" y="494246"/>
                    <a:pt x="362072" y="455274"/>
                    <a:pt x="362072" y="359555"/>
                  </a:cubicBezTo>
                  <a:cubicBezTo>
                    <a:pt x="362072" y="263836"/>
                    <a:pt x="294588" y="147110"/>
                    <a:pt x="211589"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6" name="Google Shape;1084;p24">
              <a:extLst>
                <a:ext uri="{FF2B5EF4-FFF2-40B4-BE49-F238E27FC236}">
                  <a16:creationId xmlns:a16="http://schemas.microsoft.com/office/drawing/2014/main" id="{55CE2659-B572-2CD9-B4F9-FC42057ACCF8}"/>
                </a:ext>
              </a:extLst>
            </p:cNvPr>
            <p:cNvSpPr/>
            <p:nvPr/>
          </p:nvSpPr>
          <p:spPr>
            <a:xfrm>
              <a:off x="5340323" y="1699604"/>
              <a:ext cx="332185" cy="545952"/>
            </a:xfrm>
            <a:custGeom>
              <a:avLst/>
              <a:gdLst/>
              <a:ahLst/>
              <a:cxnLst/>
              <a:rect l="l" t="t" r="r" b="b"/>
              <a:pathLst>
                <a:path w="332185" h="545952" extrusionOk="0">
                  <a:moveTo>
                    <a:pt x="211589" y="516869"/>
                  </a:moveTo>
                  <a:cubicBezTo>
                    <a:pt x="94896" y="449571"/>
                    <a:pt x="0" y="285318"/>
                    <a:pt x="0" y="150817"/>
                  </a:cubicBezTo>
                  <a:cubicBezTo>
                    <a:pt x="0" y="16316"/>
                    <a:pt x="95182" y="-38529"/>
                    <a:pt x="211589" y="28769"/>
                  </a:cubicBezTo>
                  <a:lnTo>
                    <a:pt x="211589" y="99298"/>
                  </a:lnTo>
                  <a:cubicBezTo>
                    <a:pt x="128591" y="51772"/>
                    <a:pt x="61107" y="90363"/>
                    <a:pt x="61107" y="186082"/>
                  </a:cubicBezTo>
                  <a:cubicBezTo>
                    <a:pt x="61107" y="281801"/>
                    <a:pt x="128591" y="398432"/>
                    <a:pt x="211589" y="446339"/>
                  </a:cubicBezTo>
                  <a:cubicBezTo>
                    <a:pt x="242429" y="464114"/>
                    <a:pt x="272030" y="470483"/>
                    <a:pt x="297253" y="465350"/>
                  </a:cubicBezTo>
                  <a:lnTo>
                    <a:pt x="332185" y="543389"/>
                  </a:lnTo>
                  <a:cubicBezTo>
                    <a:pt x="296682" y="550898"/>
                    <a:pt x="254993" y="541868"/>
                    <a:pt x="211589" y="5168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7" name="Google Shape;1085;p24">
              <a:extLst>
                <a:ext uri="{FF2B5EF4-FFF2-40B4-BE49-F238E27FC236}">
                  <a16:creationId xmlns:a16="http://schemas.microsoft.com/office/drawing/2014/main" id="{8F320526-8919-57DC-4943-3E9BA9814274}"/>
                </a:ext>
              </a:extLst>
            </p:cNvPr>
            <p:cNvSpPr/>
            <p:nvPr/>
          </p:nvSpPr>
          <p:spPr>
            <a:xfrm>
              <a:off x="5834032" y="1984194"/>
              <a:ext cx="423559" cy="545654"/>
            </a:xfrm>
            <a:custGeom>
              <a:avLst/>
              <a:gdLst/>
              <a:ahLst/>
              <a:cxnLst/>
              <a:rect l="l" t="t" r="r" b="b"/>
              <a:pathLst>
                <a:path w="423559" h="545654" extrusionOk="0">
                  <a:moveTo>
                    <a:pt x="211590" y="516869"/>
                  </a:moveTo>
                  <a:cubicBezTo>
                    <a:pt x="94896" y="449571"/>
                    <a:pt x="0" y="285318"/>
                    <a:pt x="0" y="150817"/>
                  </a:cubicBezTo>
                  <a:cubicBezTo>
                    <a:pt x="0" y="16317"/>
                    <a:pt x="95182" y="-38529"/>
                    <a:pt x="211590" y="28769"/>
                  </a:cubicBezTo>
                  <a:cubicBezTo>
                    <a:pt x="327997" y="96066"/>
                    <a:pt x="423560" y="260224"/>
                    <a:pt x="423560" y="394820"/>
                  </a:cubicBezTo>
                  <a:cubicBezTo>
                    <a:pt x="423560" y="529416"/>
                    <a:pt x="328378" y="584167"/>
                    <a:pt x="211590" y="516869"/>
                  </a:cubicBezTo>
                  <a:close/>
                  <a:moveTo>
                    <a:pt x="211590" y="99298"/>
                  </a:moveTo>
                  <a:cubicBezTo>
                    <a:pt x="128686" y="51772"/>
                    <a:pt x="61107" y="90363"/>
                    <a:pt x="61107" y="186082"/>
                  </a:cubicBezTo>
                  <a:cubicBezTo>
                    <a:pt x="61107" y="281801"/>
                    <a:pt x="128686" y="398432"/>
                    <a:pt x="211590" y="446339"/>
                  </a:cubicBezTo>
                  <a:cubicBezTo>
                    <a:pt x="294493" y="494246"/>
                    <a:pt x="362072" y="455274"/>
                    <a:pt x="362072" y="359555"/>
                  </a:cubicBezTo>
                  <a:cubicBezTo>
                    <a:pt x="362072" y="263836"/>
                    <a:pt x="294588" y="147110"/>
                    <a:pt x="211590"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6;p24">
              <a:extLst>
                <a:ext uri="{FF2B5EF4-FFF2-40B4-BE49-F238E27FC236}">
                  <a16:creationId xmlns:a16="http://schemas.microsoft.com/office/drawing/2014/main" id="{2AAE3E81-E562-5424-A106-202E916E4DC1}"/>
                </a:ext>
              </a:extLst>
            </p:cNvPr>
            <p:cNvSpPr/>
            <p:nvPr/>
          </p:nvSpPr>
          <p:spPr>
            <a:xfrm>
              <a:off x="5834032" y="1984177"/>
              <a:ext cx="211589" cy="286951"/>
            </a:xfrm>
            <a:custGeom>
              <a:avLst/>
              <a:gdLst/>
              <a:ahLst/>
              <a:cxnLst/>
              <a:rect l="l" t="t" r="r" b="b"/>
              <a:pathLst>
                <a:path w="211589" h="286951" extrusionOk="0">
                  <a:moveTo>
                    <a:pt x="27412" y="286951"/>
                  </a:moveTo>
                  <a:cubicBezTo>
                    <a:pt x="10194" y="243588"/>
                    <a:pt x="904" y="197477"/>
                    <a:pt x="0" y="150835"/>
                  </a:cubicBezTo>
                  <a:cubicBezTo>
                    <a:pt x="0" y="16239"/>
                    <a:pt x="95182" y="-38512"/>
                    <a:pt x="211590" y="28786"/>
                  </a:cubicBezTo>
                  <a:lnTo>
                    <a:pt x="211590" y="99315"/>
                  </a:lnTo>
                  <a:cubicBezTo>
                    <a:pt x="128686" y="51789"/>
                    <a:pt x="61107" y="90380"/>
                    <a:pt x="61107" y="186099"/>
                  </a:cubicBezTo>
                  <a:cubicBezTo>
                    <a:pt x="61830" y="219254"/>
                    <a:pt x="68540" y="252000"/>
                    <a:pt x="80905" y="2827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7;p24">
              <a:extLst>
                <a:ext uri="{FF2B5EF4-FFF2-40B4-BE49-F238E27FC236}">
                  <a16:creationId xmlns:a16="http://schemas.microsoft.com/office/drawing/2014/main" id="{1A18D046-7E3D-3F4C-5BBD-BC6E5524F09A}"/>
                </a:ext>
              </a:extLst>
            </p:cNvPr>
            <p:cNvSpPr/>
            <p:nvPr/>
          </p:nvSpPr>
          <p:spPr>
            <a:xfrm>
              <a:off x="5029839" y="4705642"/>
              <a:ext cx="429841" cy="247899"/>
            </a:xfrm>
            <a:custGeom>
              <a:avLst/>
              <a:gdLst/>
              <a:ahLst/>
              <a:cxnLst/>
              <a:rect l="l" t="t" r="r" b="b"/>
              <a:pathLst>
                <a:path w="429841" h="247899" extrusionOk="0">
                  <a:moveTo>
                    <a:pt x="429842" y="123950"/>
                  </a:moveTo>
                  <a:cubicBezTo>
                    <a:pt x="429842" y="192405"/>
                    <a:pt x="333619" y="247900"/>
                    <a:pt x="214921" y="247900"/>
                  </a:cubicBezTo>
                  <a:cubicBezTo>
                    <a:pt x="96224" y="247900"/>
                    <a:pt x="0" y="192406"/>
                    <a:pt x="0" y="123950"/>
                  </a:cubicBezTo>
                  <a:cubicBezTo>
                    <a:pt x="0" y="55494"/>
                    <a:pt x="96224"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88;p24">
              <a:extLst>
                <a:ext uri="{FF2B5EF4-FFF2-40B4-BE49-F238E27FC236}">
                  <a16:creationId xmlns:a16="http://schemas.microsoft.com/office/drawing/2014/main" id="{BFDA4960-ABF4-8E5E-C721-1A690274A6D7}"/>
                </a:ext>
              </a:extLst>
            </p:cNvPr>
            <p:cNvSpPr/>
            <p:nvPr/>
          </p:nvSpPr>
          <p:spPr>
            <a:xfrm>
              <a:off x="2757750" y="4754499"/>
              <a:ext cx="429841" cy="247899"/>
            </a:xfrm>
            <a:custGeom>
              <a:avLst/>
              <a:gdLst/>
              <a:ahLst/>
              <a:cxnLst/>
              <a:rect l="l" t="t" r="r" b="b"/>
              <a:pathLst>
                <a:path w="429841" h="247899" extrusionOk="0">
                  <a:moveTo>
                    <a:pt x="429842" y="123950"/>
                  </a:moveTo>
                  <a:cubicBezTo>
                    <a:pt x="429842" y="192405"/>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89;p24">
              <a:extLst>
                <a:ext uri="{FF2B5EF4-FFF2-40B4-BE49-F238E27FC236}">
                  <a16:creationId xmlns:a16="http://schemas.microsoft.com/office/drawing/2014/main" id="{040533B5-0543-F447-D166-1FBD9FC91DC8}"/>
                </a:ext>
              </a:extLst>
            </p:cNvPr>
            <p:cNvSpPr/>
            <p:nvPr/>
          </p:nvSpPr>
          <p:spPr>
            <a:xfrm>
              <a:off x="2012475" y="3630110"/>
              <a:ext cx="429841" cy="247899"/>
            </a:xfrm>
            <a:custGeom>
              <a:avLst/>
              <a:gdLst/>
              <a:ahLst/>
              <a:cxnLst/>
              <a:rect l="l" t="t" r="r" b="b"/>
              <a:pathLst>
                <a:path w="429841" h="247899" extrusionOk="0">
                  <a:moveTo>
                    <a:pt x="429842" y="123950"/>
                  </a:moveTo>
                  <a:cubicBezTo>
                    <a:pt x="429842" y="192406"/>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0;p24">
              <a:extLst>
                <a:ext uri="{FF2B5EF4-FFF2-40B4-BE49-F238E27FC236}">
                  <a16:creationId xmlns:a16="http://schemas.microsoft.com/office/drawing/2014/main" id="{73A3CEAA-3858-474B-21C6-F55D7C62D79E}"/>
                </a:ext>
              </a:extLst>
            </p:cNvPr>
            <p:cNvSpPr/>
            <p:nvPr/>
          </p:nvSpPr>
          <p:spPr>
            <a:xfrm>
              <a:off x="5244274" y="4799933"/>
              <a:ext cx="116580" cy="90224"/>
            </a:xfrm>
            <a:custGeom>
              <a:avLst/>
              <a:gdLst/>
              <a:ahLst/>
              <a:cxnLst/>
              <a:rect l="l" t="t" r="r" b="b"/>
              <a:pathLst>
                <a:path w="116580" h="90224" extrusionOk="0">
                  <a:moveTo>
                    <a:pt x="107376" y="2"/>
                  </a:moveTo>
                  <a:cubicBezTo>
                    <a:pt x="93384" y="11314"/>
                    <a:pt x="72729" y="953"/>
                    <a:pt x="71682" y="1998"/>
                  </a:cubicBezTo>
                  <a:cubicBezTo>
                    <a:pt x="55302" y="17235"/>
                    <a:pt x="38074" y="31550"/>
                    <a:pt x="20094" y="44868"/>
                  </a:cubicBezTo>
                  <a:cubicBezTo>
                    <a:pt x="11432" y="51711"/>
                    <a:pt x="-2179" y="60932"/>
                    <a:pt x="296" y="74049"/>
                  </a:cubicBezTo>
                  <a:cubicBezTo>
                    <a:pt x="4674" y="97622"/>
                    <a:pt x="42366" y="90398"/>
                    <a:pt x="56644" y="83554"/>
                  </a:cubicBezTo>
                  <a:cubicBezTo>
                    <a:pt x="70921" y="76711"/>
                    <a:pt x="82438" y="64544"/>
                    <a:pt x="95954" y="56084"/>
                  </a:cubicBezTo>
                  <a:cubicBezTo>
                    <a:pt x="105472" y="50095"/>
                    <a:pt x="114990" y="47054"/>
                    <a:pt x="116513" y="34887"/>
                  </a:cubicBezTo>
                  <a:cubicBezTo>
                    <a:pt x="117370" y="27187"/>
                    <a:pt x="109850" y="-283"/>
                    <a:pt x="107376" y="2"/>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3" name="Google Shape;1091;p24">
              <a:extLst>
                <a:ext uri="{FF2B5EF4-FFF2-40B4-BE49-F238E27FC236}">
                  <a16:creationId xmlns:a16="http://schemas.microsoft.com/office/drawing/2014/main" id="{3339D2AF-579D-4A0D-07CB-5EDC5B04934E}"/>
                </a:ext>
              </a:extLst>
            </p:cNvPr>
            <p:cNvSpPr/>
            <p:nvPr/>
          </p:nvSpPr>
          <p:spPr>
            <a:xfrm>
              <a:off x="5244760" y="4829592"/>
              <a:ext cx="116051" cy="60483"/>
            </a:xfrm>
            <a:custGeom>
              <a:avLst/>
              <a:gdLst/>
              <a:ahLst/>
              <a:cxnLst/>
              <a:rect l="l" t="t" r="r" b="b"/>
              <a:pathLst>
                <a:path w="116051" h="60483" extrusionOk="0">
                  <a:moveTo>
                    <a:pt x="115837" y="0"/>
                  </a:moveTo>
                  <a:cubicBezTo>
                    <a:pt x="113933" y="11597"/>
                    <a:pt x="104605" y="14828"/>
                    <a:pt x="95087" y="20722"/>
                  </a:cubicBezTo>
                  <a:cubicBezTo>
                    <a:pt x="81381" y="29182"/>
                    <a:pt x="69388" y="41443"/>
                    <a:pt x="55110" y="48572"/>
                  </a:cubicBezTo>
                  <a:cubicBezTo>
                    <a:pt x="40833" y="55701"/>
                    <a:pt x="9233" y="61880"/>
                    <a:pt x="0" y="45055"/>
                  </a:cubicBezTo>
                  <a:cubicBezTo>
                    <a:pt x="5045" y="67773"/>
                    <a:pt x="42071" y="60644"/>
                    <a:pt x="56157" y="53515"/>
                  </a:cubicBezTo>
                  <a:cubicBezTo>
                    <a:pt x="70244" y="46386"/>
                    <a:pt x="81952" y="34505"/>
                    <a:pt x="95468" y="26045"/>
                  </a:cubicBezTo>
                  <a:cubicBezTo>
                    <a:pt x="104986" y="20056"/>
                    <a:pt x="114504" y="17015"/>
                    <a:pt x="116027" y="4848"/>
                  </a:cubicBezTo>
                  <a:cubicBezTo>
                    <a:pt x="116093" y="3232"/>
                    <a:pt x="116027" y="1606"/>
                    <a:pt x="11583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4" name="Google Shape;1092;p24">
              <a:extLst>
                <a:ext uri="{FF2B5EF4-FFF2-40B4-BE49-F238E27FC236}">
                  <a16:creationId xmlns:a16="http://schemas.microsoft.com/office/drawing/2014/main" id="{D7D5A202-F99B-9742-971D-5E5EB93860A0}"/>
                </a:ext>
              </a:extLst>
            </p:cNvPr>
            <p:cNvSpPr/>
            <p:nvPr/>
          </p:nvSpPr>
          <p:spPr>
            <a:xfrm>
              <a:off x="5124630" y="4754816"/>
              <a:ext cx="116569" cy="86887"/>
            </a:xfrm>
            <a:custGeom>
              <a:avLst/>
              <a:gdLst/>
              <a:ahLst/>
              <a:cxnLst/>
              <a:rect l="l" t="t" r="r" b="b"/>
              <a:pathLst>
                <a:path w="116569" h="86887" extrusionOk="0">
                  <a:moveTo>
                    <a:pt x="105663" y="63"/>
                  </a:moveTo>
                  <a:cubicBezTo>
                    <a:pt x="91671" y="11470"/>
                    <a:pt x="67590" y="-982"/>
                    <a:pt x="66162" y="63"/>
                  </a:cubicBezTo>
                  <a:cubicBezTo>
                    <a:pt x="51656" y="14825"/>
                    <a:pt x="36275" y="28693"/>
                    <a:pt x="20094" y="41602"/>
                  </a:cubicBezTo>
                  <a:cubicBezTo>
                    <a:pt x="11432" y="48446"/>
                    <a:pt x="-2179" y="57666"/>
                    <a:pt x="296" y="70783"/>
                  </a:cubicBezTo>
                  <a:cubicBezTo>
                    <a:pt x="4674" y="94261"/>
                    <a:pt x="42367" y="87037"/>
                    <a:pt x="56644" y="80288"/>
                  </a:cubicBezTo>
                  <a:cubicBezTo>
                    <a:pt x="70921" y="73540"/>
                    <a:pt x="82438" y="61278"/>
                    <a:pt x="95954" y="52818"/>
                  </a:cubicBezTo>
                  <a:cubicBezTo>
                    <a:pt x="105472" y="46830"/>
                    <a:pt x="114990" y="43313"/>
                    <a:pt x="116513" y="31621"/>
                  </a:cubicBezTo>
                  <a:cubicBezTo>
                    <a:pt x="117370" y="23922"/>
                    <a:pt x="108137" y="-222"/>
                    <a:pt x="105663" y="6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3;p24">
              <a:extLst>
                <a:ext uri="{FF2B5EF4-FFF2-40B4-BE49-F238E27FC236}">
                  <a16:creationId xmlns:a16="http://schemas.microsoft.com/office/drawing/2014/main" id="{383162F3-A6A5-4694-4911-2D0E1F0DD390}"/>
                </a:ext>
              </a:extLst>
            </p:cNvPr>
            <p:cNvSpPr/>
            <p:nvPr/>
          </p:nvSpPr>
          <p:spPr>
            <a:xfrm>
              <a:off x="5124926" y="4782825"/>
              <a:ext cx="116097" cy="60673"/>
            </a:xfrm>
            <a:custGeom>
              <a:avLst/>
              <a:gdLst/>
              <a:ahLst/>
              <a:cxnLst/>
              <a:rect l="l" t="t" r="r" b="b"/>
              <a:pathLst>
                <a:path w="116097" h="60673" extrusionOk="0">
                  <a:moveTo>
                    <a:pt x="115741" y="0"/>
                  </a:moveTo>
                  <a:cubicBezTo>
                    <a:pt x="114218" y="11407"/>
                    <a:pt x="104700" y="14828"/>
                    <a:pt x="95182" y="20912"/>
                  </a:cubicBezTo>
                  <a:cubicBezTo>
                    <a:pt x="81476" y="29372"/>
                    <a:pt x="69388" y="41634"/>
                    <a:pt x="55205" y="48858"/>
                  </a:cubicBezTo>
                  <a:cubicBezTo>
                    <a:pt x="41023" y="56082"/>
                    <a:pt x="9233" y="62070"/>
                    <a:pt x="0" y="45246"/>
                  </a:cubicBezTo>
                  <a:cubicBezTo>
                    <a:pt x="5045" y="67964"/>
                    <a:pt x="42071" y="60835"/>
                    <a:pt x="56157" y="53706"/>
                  </a:cubicBezTo>
                  <a:cubicBezTo>
                    <a:pt x="70244" y="46577"/>
                    <a:pt x="82047" y="34695"/>
                    <a:pt x="95468" y="26235"/>
                  </a:cubicBezTo>
                  <a:cubicBezTo>
                    <a:pt x="104986" y="20246"/>
                    <a:pt x="114504" y="16730"/>
                    <a:pt x="116027" y="5133"/>
                  </a:cubicBezTo>
                  <a:cubicBezTo>
                    <a:pt x="116179" y="3413"/>
                    <a:pt x="116084" y="1692"/>
                    <a:pt x="115741"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4;p24">
              <a:extLst>
                <a:ext uri="{FF2B5EF4-FFF2-40B4-BE49-F238E27FC236}">
                  <a16:creationId xmlns:a16="http://schemas.microsoft.com/office/drawing/2014/main" id="{321A30E8-377D-247A-2BBC-6362EA42AA83}"/>
                </a:ext>
              </a:extLst>
            </p:cNvPr>
            <p:cNvSpPr/>
            <p:nvPr/>
          </p:nvSpPr>
          <p:spPr>
            <a:xfrm>
              <a:off x="5154433" y="4234936"/>
              <a:ext cx="200389" cy="574156"/>
            </a:xfrm>
            <a:custGeom>
              <a:avLst/>
              <a:gdLst/>
              <a:ahLst/>
              <a:cxnLst/>
              <a:rect l="l" t="t" r="r" b="b"/>
              <a:pathLst>
                <a:path w="200389" h="574156" extrusionOk="0">
                  <a:moveTo>
                    <a:pt x="197978" y="49713"/>
                  </a:moveTo>
                  <a:cubicBezTo>
                    <a:pt x="197312" y="70815"/>
                    <a:pt x="190745" y="162447"/>
                    <a:pt x="187794" y="211304"/>
                  </a:cubicBezTo>
                  <a:cubicBezTo>
                    <a:pt x="184843" y="260162"/>
                    <a:pt x="184177" y="319285"/>
                    <a:pt x="184177" y="319285"/>
                  </a:cubicBezTo>
                  <a:cubicBezTo>
                    <a:pt x="184177" y="319285"/>
                    <a:pt x="192553" y="354645"/>
                    <a:pt x="197978" y="396183"/>
                  </a:cubicBezTo>
                  <a:cubicBezTo>
                    <a:pt x="203404" y="437722"/>
                    <a:pt x="197978" y="568896"/>
                    <a:pt x="197978" y="568896"/>
                  </a:cubicBezTo>
                  <a:cubicBezTo>
                    <a:pt x="187080" y="575911"/>
                    <a:pt x="173088" y="575911"/>
                    <a:pt x="162190" y="568896"/>
                  </a:cubicBezTo>
                  <a:cubicBezTo>
                    <a:pt x="162190" y="568896"/>
                    <a:pt x="139822" y="464337"/>
                    <a:pt x="129448" y="416810"/>
                  </a:cubicBezTo>
                  <a:cubicBezTo>
                    <a:pt x="119073" y="369283"/>
                    <a:pt x="117359" y="342193"/>
                    <a:pt x="111934" y="312916"/>
                  </a:cubicBezTo>
                  <a:cubicBezTo>
                    <a:pt x="105462" y="277462"/>
                    <a:pt x="91375" y="111973"/>
                    <a:pt x="91375" y="111973"/>
                  </a:cubicBezTo>
                  <a:lnTo>
                    <a:pt x="85759" y="111973"/>
                  </a:lnTo>
                  <a:lnTo>
                    <a:pt x="70815" y="298753"/>
                  </a:lnTo>
                  <a:cubicBezTo>
                    <a:pt x="75479" y="312508"/>
                    <a:pt x="78668" y="326718"/>
                    <a:pt x="80334" y="341147"/>
                  </a:cubicBezTo>
                  <a:cubicBezTo>
                    <a:pt x="84426" y="371660"/>
                    <a:pt x="76050" y="524696"/>
                    <a:pt x="76050" y="524696"/>
                  </a:cubicBezTo>
                  <a:cubicBezTo>
                    <a:pt x="63896" y="531473"/>
                    <a:pt x="48952" y="530846"/>
                    <a:pt x="37406" y="523080"/>
                  </a:cubicBezTo>
                  <a:cubicBezTo>
                    <a:pt x="37406" y="523080"/>
                    <a:pt x="0" y="320331"/>
                    <a:pt x="0" y="289533"/>
                  </a:cubicBezTo>
                  <a:cubicBezTo>
                    <a:pt x="0" y="269097"/>
                    <a:pt x="3522" y="0"/>
                    <a:pt x="3522"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5;p24">
              <a:extLst>
                <a:ext uri="{FF2B5EF4-FFF2-40B4-BE49-F238E27FC236}">
                  <a16:creationId xmlns:a16="http://schemas.microsoft.com/office/drawing/2014/main" id="{DD8EDB46-7F98-3F39-B317-675133FE7E23}"/>
                </a:ext>
              </a:extLst>
            </p:cNvPr>
            <p:cNvSpPr/>
            <p:nvPr/>
          </p:nvSpPr>
          <p:spPr>
            <a:xfrm>
              <a:off x="5199628" y="3876679"/>
              <a:ext cx="128464" cy="124722"/>
            </a:xfrm>
            <a:custGeom>
              <a:avLst/>
              <a:gdLst/>
              <a:ahLst/>
              <a:cxnLst/>
              <a:rect l="l" t="t" r="r" b="b"/>
              <a:pathLst>
                <a:path w="128464" h="124722" extrusionOk="0">
                  <a:moveTo>
                    <a:pt x="102147" y="0"/>
                  </a:moveTo>
                  <a:cubicBezTo>
                    <a:pt x="102147" y="0"/>
                    <a:pt x="99767" y="46006"/>
                    <a:pt x="100814" y="50093"/>
                  </a:cubicBezTo>
                  <a:cubicBezTo>
                    <a:pt x="101861" y="54181"/>
                    <a:pt x="121945" y="67678"/>
                    <a:pt x="127846" y="72431"/>
                  </a:cubicBezTo>
                  <a:cubicBezTo>
                    <a:pt x="133747" y="77183"/>
                    <a:pt x="95960" y="114445"/>
                    <a:pt x="77590" y="122904"/>
                  </a:cubicBezTo>
                  <a:cubicBezTo>
                    <a:pt x="59220" y="131364"/>
                    <a:pt x="1444" y="109122"/>
                    <a:pt x="112" y="80606"/>
                  </a:cubicBezTo>
                  <a:cubicBezTo>
                    <a:pt x="-1221" y="52089"/>
                    <a:pt x="9630" y="28136"/>
                    <a:pt x="19148" y="26900"/>
                  </a:cubicBezTo>
                  <a:cubicBezTo>
                    <a:pt x="28666" y="25665"/>
                    <a:pt x="102147" y="0"/>
                    <a:pt x="102147" y="0"/>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6;p24">
              <a:extLst>
                <a:ext uri="{FF2B5EF4-FFF2-40B4-BE49-F238E27FC236}">
                  <a16:creationId xmlns:a16="http://schemas.microsoft.com/office/drawing/2014/main" id="{1C16EDE2-637D-751E-0391-0F51EDEEB8BF}"/>
                </a:ext>
              </a:extLst>
            </p:cNvPr>
            <p:cNvSpPr/>
            <p:nvPr/>
          </p:nvSpPr>
          <p:spPr>
            <a:xfrm>
              <a:off x="4996526" y="3906336"/>
              <a:ext cx="182485" cy="357686"/>
            </a:xfrm>
            <a:custGeom>
              <a:avLst/>
              <a:gdLst/>
              <a:ahLst/>
              <a:cxnLst/>
              <a:rect l="l" t="t" r="r" b="b"/>
              <a:pathLst>
                <a:path w="182485" h="357686" extrusionOk="0">
                  <a:moveTo>
                    <a:pt x="179037" y="55702"/>
                  </a:moveTo>
                  <a:cubicBezTo>
                    <a:pt x="176277" y="35455"/>
                    <a:pt x="189697" y="16159"/>
                    <a:pt x="176752" y="0"/>
                  </a:cubicBezTo>
                  <a:cubicBezTo>
                    <a:pt x="131255" y="44485"/>
                    <a:pt x="136966" y="162352"/>
                    <a:pt x="126687" y="237634"/>
                  </a:cubicBezTo>
                  <a:cubicBezTo>
                    <a:pt x="92897" y="272899"/>
                    <a:pt x="25032" y="307594"/>
                    <a:pt x="5901" y="316243"/>
                  </a:cubicBezTo>
                  <a:cubicBezTo>
                    <a:pt x="2379" y="317764"/>
                    <a:pt x="-572" y="319475"/>
                    <a:pt x="95" y="323182"/>
                  </a:cubicBezTo>
                  <a:cubicBezTo>
                    <a:pt x="2665" y="335739"/>
                    <a:pt x="8061" y="347535"/>
                    <a:pt x="15895" y="357687"/>
                  </a:cubicBezTo>
                  <a:cubicBezTo>
                    <a:pt x="60821" y="338676"/>
                    <a:pt x="93183" y="327270"/>
                    <a:pt x="149150" y="274040"/>
                  </a:cubicBezTo>
                  <a:cubicBezTo>
                    <a:pt x="154509" y="268175"/>
                    <a:pt x="159287" y="261806"/>
                    <a:pt x="163427" y="255029"/>
                  </a:cubicBezTo>
                  <a:cubicBezTo>
                    <a:pt x="179608" y="207502"/>
                    <a:pt x="183605" y="90776"/>
                    <a:pt x="179037" y="5570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7;p24">
              <a:extLst>
                <a:ext uri="{FF2B5EF4-FFF2-40B4-BE49-F238E27FC236}">
                  <a16:creationId xmlns:a16="http://schemas.microsoft.com/office/drawing/2014/main" id="{C99B88E4-306F-66F3-8920-597CB82F34F7}"/>
                </a:ext>
              </a:extLst>
            </p:cNvPr>
            <p:cNvSpPr/>
            <p:nvPr/>
          </p:nvSpPr>
          <p:spPr>
            <a:xfrm>
              <a:off x="5154414" y="3894094"/>
              <a:ext cx="208226" cy="419055"/>
            </a:xfrm>
            <a:custGeom>
              <a:avLst/>
              <a:gdLst/>
              <a:ahLst/>
              <a:cxnLst/>
              <a:rect l="l" t="t" r="r" b="b"/>
              <a:pathLst>
                <a:path w="208226" h="419055" extrusionOk="0">
                  <a:moveTo>
                    <a:pt x="152500" y="40568"/>
                  </a:moveTo>
                  <a:cubicBezTo>
                    <a:pt x="152500" y="40568"/>
                    <a:pt x="119091" y="90376"/>
                    <a:pt x="72357" y="95033"/>
                  </a:cubicBezTo>
                  <a:cubicBezTo>
                    <a:pt x="57699" y="80585"/>
                    <a:pt x="56366" y="29066"/>
                    <a:pt x="76736" y="12527"/>
                  </a:cubicBezTo>
                  <a:cubicBezTo>
                    <a:pt x="76736" y="12527"/>
                    <a:pt x="57699" y="-2491"/>
                    <a:pt x="45135" y="360"/>
                  </a:cubicBezTo>
                  <a:cubicBezTo>
                    <a:pt x="31448" y="8744"/>
                    <a:pt x="21301" y="21823"/>
                    <a:pt x="16580" y="37146"/>
                  </a:cubicBezTo>
                  <a:cubicBezTo>
                    <a:pt x="4702" y="71346"/>
                    <a:pt x="-885" y="107419"/>
                    <a:pt x="114" y="143606"/>
                  </a:cubicBezTo>
                  <a:cubicBezTo>
                    <a:pt x="875" y="192463"/>
                    <a:pt x="114" y="341698"/>
                    <a:pt x="114" y="341698"/>
                  </a:cubicBezTo>
                  <a:cubicBezTo>
                    <a:pt x="114" y="341698"/>
                    <a:pt x="6681" y="373256"/>
                    <a:pt x="48942" y="396734"/>
                  </a:cubicBezTo>
                  <a:cubicBezTo>
                    <a:pt x="91203" y="420212"/>
                    <a:pt x="122423" y="422493"/>
                    <a:pt x="151073" y="415745"/>
                  </a:cubicBezTo>
                  <a:cubicBezTo>
                    <a:pt x="174678" y="410231"/>
                    <a:pt x="194190" y="401866"/>
                    <a:pt x="202376" y="384757"/>
                  </a:cubicBezTo>
                  <a:cubicBezTo>
                    <a:pt x="200282" y="350538"/>
                    <a:pt x="184957" y="261187"/>
                    <a:pt x="190668" y="218223"/>
                  </a:cubicBezTo>
                  <a:cubicBezTo>
                    <a:pt x="196379" y="175259"/>
                    <a:pt x="205517" y="143036"/>
                    <a:pt x="207801" y="108246"/>
                  </a:cubicBezTo>
                  <a:cubicBezTo>
                    <a:pt x="210086" y="73456"/>
                    <a:pt x="203233" y="74122"/>
                    <a:pt x="185814" y="61765"/>
                  </a:cubicBezTo>
                  <a:cubicBezTo>
                    <a:pt x="175239" y="53904"/>
                    <a:pt x="164103" y="46813"/>
                    <a:pt x="152500" y="4056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0" name="Google Shape;1098;p24">
              <a:extLst>
                <a:ext uri="{FF2B5EF4-FFF2-40B4-BE49-F238E27FC236}">
                  <a16:creationId xmlns:a16="http://schemas.microsoft.com/office/drawing/2014/main" id="{1F4AAA2D-B050-231A-8B49-4740FABAAF73}"/>
                </a:ext>
              </a:extLst>
            </p:cNvPr>
            <p:cNvSpPr/>
            <p:nvPr/>
          </p:nvSpPr>
          <p:spPr>
            <a:xfrm>
              <a:off x="5194395" y="3747198"/>
              <a:ext cx="138431" cy="168252"/>
            </a:xfrm>
            <a:custGeom>
              <a:avLst/>
              <a:gdLst/>
              <a:ahLst/>
              <a:cxnLst/>
              <a:rect l="l" t="t" r="r" b="b"/>
              <a:pathLst>
                <a:path w="138431" h="168252" extrusionOk="0">
                  <a:moveTo>
                    <a:pt x="3060" y="60853"/>
                  </a:moveTo>
                  <a:lnTo>
                    <a:pt x="3060" y="60853"/>
                  </a:lnTo>
                  <a:cubicBezTo>
                    <a:pt x="8581" y="25112"/>
                    <a:pt x="34375" y="-1978"/>
                    <a:pt x="71211" y="113"/>
                  </a:cubicBezTo>
                  <a:cubicBezTo>
                    <a:pt x="110416" y="2252"/>
                    <a:pt x="140465" y="35740"/>
                    <a:pt x="138324" y="74892"/>
                  </a:cubicBezTo>
                  <a:cubicBezTo>
                    <a:pt x="138314" y="74930"/>
                    <a:pt x="138314" y="74978"/>
                    <a:pt x="138314" y="75016"/>
                  </a:cubicBezTo>
                  <a:cubicBezTo>
                    <a:pt x="137105" y="96983"/>
                    <a:pt x="125655" y="117105"/>
                    <a:pt x="107380" y="129386"/>
                  </a:cubicBezTo>
                  <a:cubicBezTo>
                    <a:pt x="106057" y="134804"/>
                    <a:pt x="104144" y="140071"/>
                    <a:pt x="101669" y="145070"/>
                  </a:cubicBezTo>
                  <a:cubicBezTo>
                    <a:pt x="88629" y="160279"/>
                    <a:pt x="49128" y="169689"/>
                    <a:pt x="37802" y="168073"/>
                  </a:cubicBezTo>
                  <a:cubicBezTo>
                    <a:pt x="23981" y="166847"/>
                    <a:pt x="12322" y="157313"/>
                    <a:pt x="8391" y="144025"/>
                  </a:cubicBezTo>
                  <a:cubicBezTo>
                    <a:pt x="-3793" y="115984"/>
                    <a:pt x="15" y="78533"/>
                    <a:pt x="3060" y="6085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099;p24">
              <a:extLst>
                <a:ext uri="{FF2B5EF4-FFF2-40B4-BE49-F238E27FC236}">
                  <a16:creationId xmlns:a16="http://schemas.microsoft.com/office/drawing/2014/main" id="{C9E2661B-3FA4-F7D5-F5A4-375FA12BFECB}"/>
                </a:ext>
              </a:extLst>
            </p:cNvPr>
            <p:cNvSpPr/>
            <p:nvPr/>
          </p:nvSpPr>
          <p:spPr>
            <a:xfrm>
              <a:off x="5199668" y="3732408"/>
              <a:ext cx="146095" cy="144175"/>
            </a:xfrm>
            <a:custGeom>
              <a:avLst/>
              <a:gdLst/>
              <a:ahLst/>
              <a:cxnLst/>
              <a:rect l="l" t="t" r="r" b="b"/>
              <a:pathLst>
                <a:path w="146095" h="144175" extrusionOk="0">
                  <a:moveTo>
                    <a:pt x="102106" y="144176"/>
                  </a:moveTo>
                  <a:lnTo>
                    <a:pt x="102106" y="144176"/>
                  </a:lnTo>
                  <a:lnTo>
                    <a:pt x="98680" y="113093"/>
                  </a:lnTo>
                  <a:cubicBezTo>
                    <a:pt x="98680" y="113093"/>
                    <a:pt x="124189" y="47126"/>
                    <a:pt x="63939" y="59768"/>
                  </a:cubicBezTo>
                  <a:cubicBezTo>
                    <a:pt x="24152" y="68133"/>
                    <a:pt x="14158" y="71745"/>
                    <a:pt x="2070" y="45130"/>
                  </a:cubicBezTo>
                  <a:cubicBezTo>
                    <a:pt x="-10018" y="18515"/>
                    <a:pt x="32624" y="-5534"/>
                    <a:pt x="83355" y="1120"/>
                  </a:cubicBezTo>
                  <a:cubicBezTo>
                    <a:pt x="119563" y="4913"/>
                    <a:pt x="146823" y="35777"/>
                    <a:pt x="146081" y="72125"/>
                  </a:cubicBezTo>
                  <a:cubicBezTo>
                    <a:pt x="144748" y="91706"/>
                    <a:pt x="139513" y="131439"/>
                    <a:pt x="102106" y="14417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0;p24">
              <a:extLst>
                <a:ext uri="{FF2B5EF4-FFF2-40B4-BE49-F238E27FC236}">
                  <a16:creationId xmlns:a16="http://schemas.microsoft.com/office/drawing/2014/main" id="{2925E22B-5CE1-4CAE-9CD3-C142BD10976B}"/>
                </a:ext>
              </a:extLst>
            </p:cNvPr>
            <p:cNvSpPr/>
            <p:nvPr/>
          </p:nvSpPr>
          <p:spPr>
            <a:xfrm>
              <a:off x="5186268" y="3976961"/>
              <a:ext cx="186859" cy="320520"/>
            </a:xfrm>
            <a:custGeom>
              <a:avLst/>
              <a:gdLst/>
              <a:ahLst/>
              <a:cxnLst/>
              <a:rect l="l" t="t" r="r" b="b"/>
              <a:pathLst>
                <a:path w="186859" h="320520" extrusionOk="0">
                  <a:moveTo>
                    <a:pt x="186131" y="4943"/>
                  </a:moveTo>
                  <a:cubicBezTo>
                    <a:pt x="168713" y="0"/>
                    <a:pt x="182039" y="4088"/>
                    <a:pt x="168713" y="0"/>
                  </a:cubicBezTo>
                  <a:cubicBezTo>
                    <a:pt x="123216" y="44485"/>
                    <a:pt x="128832" y="120813"/>
                    <a:pt x="118552" y="196286"/>
                  </a:cubicBezTo>
                  <a:cubicBezTo>
                    <a:pt x="93424" y="237729"/>
                    <a:pt x="241" y="293906"/>
                    <a:pt x="241" y="293906"/>
                  </a:cubicBezTo>
                  <a:cubicBezTo>
                    <a:pt x="-901" y="301986"/>
                    <a:pt x="1859" y="304362"/>
                    <a:pt x="11948" y="320521"/>
                  </a:cubicBezTo>
                  <a:cubicBezTo>
                    <a:pt x="63842" y="300693"/>
                    <a:pt x="111042" y="270295"/>
                    <a:pt x="150533" y="231266"/>
                  </a:cubicBezTo>
                  <a:cubicBezTo>
                    <a:pt x="152818" y="229174"/>
                    <a:pt x="156054" y="228604"/>
                    <a:pt x="157006" y="225752"/>
                  </a:cubicBezTo>
                  <a:cubicBezTo>
                    <a:pt x="172901" y="177655"/>
                    <a:pt x="190700" y="40018"/>
                    <a:pt x="186131" y="494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1;p24">
              <a:extLst>
                <a:ext uri="{FF2B5EF4-FFF2-40B4-BE49-F238E27FC236}">
                  <a16:creationId xmlns:a16="http://schemas.microsoft.com/office/drawing/2014/main" id="{3759152B-08DE-2CE2-3DF1-78FE6A6CCAF4}"/>
                </a:ext>
              </a:extLst>
            </p:cNvPr>
            <p:cNvSpPr/>
            <p:nvPr/>
          </p:nvSpPr>
          <p:spPr>
            <a:xfrm>
              <a:off x="4957596" y="4074866"/>
              <a:ext cx="216348" cy="290578"/>
            </a:xfrm>
            <a:custGeom>
              <a:avLst/>
              <a:gdLst/>
              <a:ahLst/>
              <a:cxnLst/>
              <a:rect l="l" t="t" r="r" b="b"/>
              <a:pathLst>
                <a:path w="216348" h="290578" extrusionOk="0">
                  <a:moveTo>
                    <a:pt x="0" y="0"/>
                  </a:moveTo>
                  <a:lnTo>
                    <a:pt x="67770" y="231360"/>
                  </a:lnTo>
                  <a:lnTo>
                    <a:pt x="216349" y="290579"/>
                  </a:lnTo>
                  <a:lnTo>
                    <a:pt x="162190" y="65302"/>
                  </a:lnTo>
                  <a:lnTo>
                    <a:pt x="0"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2;p24">
              <a:extLst>
                <a:ext uri="{FF2B5EF4-FFF2-40B4-BE49-F238E27FC236}">
                  <a16:creationId xmlns:a16="http://schemas.microsoft.com/office/drawing/2014/main" id="{FE93E351-D57C-3775-D88D-C6C9C43A6A85}"/>
                </a:ext>
              </a:extLst>
            </p:cNvPr>
            <p:cNvSpPr/>
            <p:nvPr/>
          </p:nvSpPr>
          <p:spPr>
            <a:xfrm>
              <a:off x="5101717" y="4257084"/>
              <a:ext cx="109578" cy="53390"/>
            </a:xfrm>
            <a:custGeom>
              <a:avLst/>
              <a:gdLst/>
              <a:ahLst/>
              <a:cxnLst/>
              <a:rect l="l" t="t" r="r" b="b"/>
              <a:pathLst>
                <a:path w="109578" h="53390" extrusionOk="0">
                  <a:moveTo>
                    <a:pt x="108112" y="15494"/>
                  </a:moveTo>
                  <a:cubicBezTo>
                    <a:pt x="105923" y="7604"/>
                    <a:pt x="100212" y="9505"/>
                    <a:pt x="93739" y="11502"/>
                  </a:cubicBezTo>
                  <a:cubicBezTo>
                    <a:pt x="86772" y="14353"/>
                    <a:pt x="79100" y="15019"/>
                    <a:pt x="71752" y="13403"/>
                  </a:cubicBezTo>
                  <a:cubicBezTo>
                    <a:pt x="66003" y="10627"/>
                    <a:pt x="60683" y="7043"/>
                    <a:pt x="55952" y="2757"/>
                  </a:cubicBezTo>
                  <a:cubicBezTo>
                    <a:pt x="53077" y="1017"/>
                    <a:pt x="49794" y="67"/>
                    <a:pt x="46434" y="0"/>
                  </a:cubicBezTo>
                  <a:cubicBezTo>
                    <a:pt x="46434" y="1996"/>
                    <a:pt x="49860" y="13688"/>
                    <a:pt x="49860" y="13688"/>
                  </a:cubicBezTo>
                  <a:cubicBezTo>
                    <a:pt x="49860" y="13688"/>
                    <a:pt x="17308" y="13688"/>
                    <a:pt x="13977" y="13688"/>
                  </a:cubicBezTo>
                  <a:cubicBezTo>
                    <a:pt x="11045" y="13070"/>
                    <a:pt x="8171" y="14952"/>
                    <a:pt x="7552" y="17880"/>
                  </a:cubicBezTo>
                  <a:cubicBezTo>
                    <a:pt x="7200" y="19572"/>
                    <a:pt x="7676" y="21339"/>
                    <a:pt x="8837" y="22623"/>
                  </a:cubicBezTo>
                  <a:cubicBezTo>
                    <a:pt x="8104" y="22680"/>
                    <a:pt x="7381" y="22680"/>
                    <a:pt x="6648" y="22623"/>
                  </a:cubicBezTo>
                  <a:cubicBezTo>
                    <a:pt x="-15" y="21102"/>
                    <a:pt x="-2870" y="31368"/>
                    <a:pt x="3792" y="32889"/>
                  </a:cubicBezTo>
                  <a:cubicBezTo>
                    <a:pt x="5582" y="33231"/>
                    <a:pt x="7399" y="33487"/>
                    <a:pt x="9218" y="33649"/>
                  </a:cubicBezTo>
                  <a:cubicBezTo>
                    <a:pt x="4839" y="35360"/>
                    <a:pt x="3792" y="42584"/>
                    <a:pt x="9218" y="43154"/>
                  </a:cubicBezTo>
                  <a:lnTo>
                    <a:pt x="10836" y="43154"/>
                  </a:lnTo>
                  <a:cubicBezTo>
                    <a:pt x="11645" y="43373"/>
                    <a:pt x="12501" y="43373"/>
                    <a:pt x="13310" y="43154"/>
                  </a:cubicBezTo>
                  <a:lnTo>
                    <a:pt x="14262" y="43154"/>
                  </a:lnTo>
                  <a:cubicBezTo>
                    <a:pt x="13701" y="46358"/>
                    <a:pt x="15852" y="49418"/>
                    <a:pt x="19059" y="49970"/>
                  </a:cubicBezTo>
                  <a:cubicBezTo>
                    <a:pt x="19107" y="49979"/>
                    <a:pt x="19164" y="49989"/>
                    <a:pt x="19212" y="49998"/>
                  </a:cubicBezTo>
                  <a:cubicBezTo>
                    <a:pt x="35107" y="52089"/>
                    <a:pt x="58522" y="58458"/>
                    <a:pt x="72894" y="45341"/>
                  </a:cubicBezTo>
                  <a:cubicBezTo>
                    <a:pt x="82774" y="44295"/>
                    <a:pt x="92416" y="41662"/>
                    <a:pt x="101449" y="37546"/>
                  </a:cubicBezTo>
                  <a:cubicBezTo>
                    <a:pt x="110491" y="33839"/>
                    <a:pt x="110777" y="24904"/>
                    <a:pt x="108112" y="15494"/>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3;p24">
              <a:extLst>
                <a:ext uri="{FF2B5EF4-FFF2-40B4-BE49-F238E27FC236}">
                  <a16:creationId xmlns:a16="http://schemas.microsoft.com/office/drawing/2014/main" id="{C004EE84-DB90-0D06-98E5-B73B895C72BF}"/>
                </a:ext>
              </a:extLst>
            </p:cNvPr>
            <p:cNvSpPr/>
            <p:nvPr/>
          </p:nvSpPr>
          <p:spPr>
            <a:xfrm>
              <a:off x="4984781" y="4223327"/>
              <a:ext cx="67863" cy="55821"/>
            </a:xfrm>
            <a:custGeom>
              <a:avLst/>
              <a:gdLst/>
              <a:ahLst/>
              <a:cxnLst/>
              <a:rect l="l" t="t" r="r" b="b"/>
              <a:pathLst>
                <a:path w="67863" h="55821" extrusionOk="0">
                  <a:moveTo>
                    <a:pt x="62477" y="30335"/>
                  </a:moveTo>
                  <a:lnTo>
                    <a:pt x="60192" y="30335"/>
                  </a:lnTo>
                  <a:cubicBezTo>
                    <a:pt x="62420" y="28253"/>
                    <a:pt x="62534" y="24764"/>
                    <a:pt x="60459" y="22540"/>
                  </a:cubicBezTo>
                  <a:cubicBezTo>
                    <a:pt x="59564" y="21590"/>
                    <a:pt x="58355" y="20981"/>
                    <a:pt x="57051" y="20829"/>
                  </a:cubicBezTo>
                  <a:cubicBezTo>
                    <a:pt x="53720" y="20829"/>
                    <a:pt x="20216" y="13890"/>
                    <a:pt x="20216" y="13890"/>
                  </a:cubicBezTo>
                  <a:lnTo>
                    <a:pt x="16123" y="108"/>
                  </a:lnTo>
                  <a:cubicBezTo>
                    <a:pt x="16123" y="-653"/>
                    <a:pt x="10317" y="2864"/>
                    <a:pt x="10127" y="2959"/>
                  </a:cubicBezTo>
                  <a:cubicBezTo>
                    <a:pt x="4406" y="6723"/>
                    <a:pt x="694" y="12873"/>
                    <a:pt x="37" y="19689"/>
                  </a:cubicBezTo>
                  <a:cubicBezTo>
                    <a:pt x="-400" y="29232"/>
                    <a:pt x="3035" y="38557"/>
                    <a:pt x="9555" y="45543"/>
                  </a:cubicBezTo>
                  <a:cubicBezTo>
                    <a:pt x="15638" y="51503"/>
                    <a:pt x="23785" y="54906"/>
                    <a:pt x="32304" y="55049"/>
                  </a:cubicBezTo>
                  <a:cubicBezTo>
                    <a:pt x="36302" y="55049"/>
                    <a:pt x="40204" y="55049"/>
                    <a:pt x="43726" y="55809"/>
                  </a:cubicBezTo>
                  <a:cubicBezTo>
                    <a:pt x="46981" y="56018"/>
                    <a:pt x="49789" y="53556"/>
                    <a:pt x="49998" y="50305"/>
                  </a:cubicBezTo>
                  <a:cubicBezTo>
                    <a:pt x="49998" y="50210"/>
                    <a:pt x="50008" y="50106"/>
                    <a:pt x="50008" y="50011"/>
                  </a:cubicBezTo>
                  <a:lnTo>
                    <a:pt x="51055" y="50011"/>
                  </a:lnTo>
                  <a:cubicBezTo>
                    <a:pt x="51835" y="50201"/>
                    <a:pt x="52654" y="50201"/>
                    <a:pt x="53435" y="50011"/>
                  </a:cubicBezTo>
                  <a:lnTo>
                    <a:pt x="55148" y="50011"/>
                  </a:lnTo>
                  <a:cubicBezTo>
                    <a:pt x="60859" y="50011"/>
                    <a:pt x="61334" y="42977"/>
                    <a:pt x="57432" y="40505"/>
                  </a:cubicBezTo>
                  <a:cubicBezTo>
                    <a:pt x="59240" y="40505"/>
                    <a:pt x="61049" y="40505"/>
                    <a:pt x="62953" y="40505"/>
                  </a:cubicBezTo>
                  <a:cubicBezTo>
                    <a:pt x="69901" y="40885"/>
                    <a:pt x="69234" y="30239"/>
                    <a:pt x="62477" y="30335"/>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6" name="Google Shape;1104;p24">
              <a:extLst>
                <a:ext uri="{FF2B5EF4-FFF2-40B4-BE49-F238E27FC236}">
                  <a16:creationId xmlns:a16="http://schemas.microsoft.com/office/drawing/2014/main" id="{3B1A3696-B66F-1EDD-0475-8B547E0E0DE8}"/>
                </a:ext>
              </a:extLst>
            </p:cNvPr>
            <p:cNvSpPr/>
            <p:nvPr/>
          </p:nvSpPr>
          <p:spPr>
            <a:xfrm>
              <a:off x="5132255" y="3894454"/>
              <a:ext cx="67293" cy="97715"/>
            </a:xfrm>
            <a:custGeom>
              <a:avLst/>
              <a:gdLst/>
              <a:ahLst/>
              <a:cxnLst/>
              <a:rect l="l" t="t" r="r" b="b"/>
              <a:pathLst>
                <a:path w="67293" h="97715" extrusionOk="0">
                  <a:moveTo>
                    <a:pt x="24367" y="97715"/>
                  </a:moveTo>
                  <a:cubicBezTo>
                    <a:pt x="15153" y="97344"/>
                    <a:pt x="6435" y="93466"/>
                    <a:pt x="0" y="86879"/>
                  </a:cubicBezTo>
                  <a:cubicBezTo>
                    <a:pt x="1333" y="69769"/>
                    <a:pt x="23224" y="4848"/>
                    <a:pt x="67294" y="0"/>
                  </a:cubicBezTo>
                  <a:cubicBezTo>
                    <a:pt x="55310" y="8431"/>
                    <a:pt x="45811" y="19923"/>
                    <a:pt x="39786" y="33269"/>
                  </a:cubicBezTo>
                  <a:cubicBezTo>
                    <a:pt x="33000" y="54323"/>
                    <a:pt x="27841" y="75872"/>
                    <a:pt x="24367" y="9771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5;p24">
              <a:extLst>
                <a:ext uri="{FF2B5EF4-FFF2-40B4-BE49-F238E27FC236}">
                  <a16:creationId xmlns:a16="http://schemas.microsoft.com/office/drawing/2014/main" id="{0F79D3F3-45C2-7202-1418-088924B3FFFC}"/>
                </a:ext>
              </a:extLst>
            </p:cNvPr>
            <p:cNvSpPr/>
            <p:nvPr/>
          </p:nvSpPr>
          <p:spPr>
            <a:xfrm>
              <a:off x="5305132" y="3960902"/>
              <a:ext cx="81740" cy="121566"/>
            </a:xfrm>
            <a:custGeom>
              <a:avLst/>
              <a:gdLst/>
              <a:ahLst/>
              <a:cxnLst/>
              <a:rect l="l" t="t" r="r" b="b"/>
              <a:pathLst>
                <a:path w="81740" h="121566" extrusionOk="0">
                  <a:moveTo>
                    <a:pt x="75168" y="117100"/>
                  </a:moveTo>
                  <a:cubicBezTo>
                    <a:pt x="75168" y="117100"/>
                    <a:pt x="31289" y="132214"/>
                    <a:pt x="355" y="106834"/>
                  </a:cubicBezTo>
                  <a:cubicBezTo>
                    <a:pt x="-2977" y="101036"/>
                    <a:pt x="18249" y="26514"/>
                    <a:pt x="18249" y="26514"/>
                  </a:cubicBezTo>
                  <a:cubicBezTo>
                    <a:pt x="18249" y="26514"/>
                    <a:pt x="36714" y="-11507"/>
                    <a:pt x="65840" y="3511"/>
                  </a:cubicBezTo>
                  <a:cubicBezTo>
                    <a:pt x="94966" y="18530"/>
                    <a:pt x="75168" y="117100"/>
                    <a:pt x="75168" y="11710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6;p24">
              <a:extLst>
                <a:ext uri="{FF2B5EF4-FFF2-40B4-BE49-F238E27FC236}">
                  <a16:creationId xmlns:a16="http://schemas.microsoft.com/office/drawing/2014/main" id="{730D7D06-103F-FC7F-0409-6D8280872691}"/>
                </a:ext>
              </a:extLst>
            </p:cNvPr>
            <p:cNvSpPr/>
            <p:nvPr/>
          </p:nvSpPr>
          <p:spPr>
            <a:xfrm>
              <a:off x="2821998" y="4049582"/>
              <a:ext cx="101559" cy="177370"/>
            </a:xfrm>
            <a:custGeom>
              <a:avLst/>
              <a:gdLst/>
              <a:ahLst/>
              <a:cxnLst/>
              <a:rect l="l" t="t" r="r" b="b"/>
              <a:pathLst>
                <a:path w="101559" h="177370" extrusionOk="0">
                  <a:moveTo>
                    <a:pt x="0" y="0"/>
                  </a:moveTo>
                  <a:cubicBezTo>
                    <a:pt x="0" y="0"/>
                    <a:pt x="6092" y="90966"/>
                    <a:pt x="17989" y="104084"/>
                  </a:cubicBezTo>
                  <a:cubicBezTo>
                    <a:pt x="29887" y="117201"/>
                    <a:pt x="70340" y="126136"/>
                    <a:pt x="70340" y="126136"/>
                  </a:cubicBezTo>
                  <a:lnTo>
                    <a:pt x="101559" y="177370"/>
                  </a:lnTo>
                  <a:cubicBezTo>
                    <a:pt x="101559" y="177370"/>
                    <a:pt x="73005" y="14543"/>
                    <a:pt x="66913" y="10646"/>
                  </a:cubicBezTo>
                  <a:cubicBezTo>
                    <a:pt x="60821" y="6749"/>
                    <a:pt x="0" y="0"/>
                    <a:pt x="0"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7;p24">
              <a:extLst>
                <a:ext uri="{FF2B5EF4-FFF2-40B4-BE49-F238E27FC236}">
                  <a16:creationId xmlns:a16="http://schemas.microsoft.com/office/drawing/2014/main" id="{05EB30F0-2318-2AD0-1C5C-5DA6EC2A4BB4}"/>
                </a:ext>
              </a:extLst>
            </p:cNvPr>
            <p:cNvSpPr/>
            <p:nvPr/>
          </p:nvSpPr>
          <p:spPr>
            <a:xfrm>
              <a:off x="2814097" y="3945071"/>
              <a:ext cx="67769" cy="130685"/>
            </a:xfrm>
            <a:custGeom>
              <a:avLst/>
              <a:gdLst/>
              <a:ahLst/>
              <a:cxnLst/>
              <a:rect l="l" t="t" r="r" b="b"/>
              <a:pathLst>
                <a:path w="67769" h="130685" extrusionOk="0">
                  <a:moveTo>
                    <a:pt x="67770" y="3183"/>
                  </a:moveTo>
                  <a:cubicBezTo>
                    <a:pt x="52097" y="-4127"/>
                    <a:pt x="33430" y="1529"/>
                    <a:pt x="24462" y="16300"/>
                  </a:cubicBezTo>
                  <a:cubicBezTo>
                    <a:pt x="12945" y="35311"/>
                    <a:pt x="1047" y="100328"/>
                    <a:pt x="0" y="111354"/>
                  </a:cubicBezTo>
                  <a:cubicBezTo>
                    <a:pt x="0" y="111354"/>
                    <a:pt x="16086" y="133597"/>
                    <a:pt x="40167" y="13036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08;p24">
              <a:extLst>
                <a:ext uri="{FF2B5EF4-FFF2-40B4-BE49-F238E27FC236}">
                  <a16:creationId xmlns:a16="http://schemas.microsoft.com/office/drawing/2014/main" id="{5361C48A-E3C0-E5C6-7D03-842260D17011}"/>
                </a:ext>
              </a:extLst>
            </p:cNvPr>
            <p:cNvSpPr/>
            <p:nvPr/>
          </p:nvSpPr>
          <p:spPr>
            <a:xfrm>
              <a:off x="2966810" y="4837262"/>
              <a:ext cx="145801" cy="82247"/>
            </a:xfrm>
            <a:custGeom>
              <a:avLst/>
              <a:gdLst/>
              <a:ahLst/>
              <a:cxnLst/>
              <a:rect l="l" t="t" r="r" b="b"/>
              <a:pathLst>
                <a:path w="145801" h="82247" extrusionOk="0">
                  <a:moveTo>
                    <a:pt x="7003" y="19800"/>
                  </a:moveTo>
                  <a:cubicBezTo>
                    <a:pt x="23964" y="24458"/>
                    <a:pt x="42087" y="22272"/>
                    <a:pt x="57449" y="13717"/>
                  </a:cubicBezTo>
                  <a:cubicBezTo>
                    <a:pt x="69537" y="13717"/>
                    <a:pt x="135498" y="-14134"/>
                    <a:pt x="144446" y="9535"/>
                  </a:cubicBezTo>
                  <a:cubicBezTo>
                    <a:pt x="152346" y="30256"/>
                    <a:pt x="123791" y="49457"/>
                    <a:pt x="108562" y="53164"/>
                  </a:cubicBezTo>
                  <a:cubicBezTo>
                    <a:pt x="75248" y="61244"/>
                    <a:pt x="50596" y="77783"/>
                    <a:pt x="37175" y="80635"/>
                  </a:cubicBezTo>
                  <a:cubicBezTo>
                    <a:pt x="27657" y="82726"/>
                    <a:pt x="14332" y="84057"/>
                    <a:pt x="6432" y="76262"/>
                  </a:cubicBezTo>
                  <a:cubicBezTo>
                    <a:pt x="-2515" y="66852"/>
                    <a:pt x="-1944" y="32157"/>
                    <a:pt x="7003" y="1980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09;p24">
              <a:extLst>
                <a:ext uri="{FF2B5EF4-FFF2-40B4-BE49-F238E27FC236}">
                  <a16:creationId xmlns:a16="http://schemas.microsoft.com/office/drawing/2014/main" id="{60BCE8D2-A4FA-B4EF-5336-415A0B795C1F}"/>
                </a:ext>
              </a:extLst>
            </p:cNvPr>
            <p:cNvSpPr/>
            <p:nvPr/>
          </p:nvSpPr>
          <p:spPr>
            <a:xfrm>
              <a:off x="2969244" y="4850979"/>
              <a:ext cx="143767" cy="68530"/>
            </a:xfrm>
            <a:custGeom>
              <a:avLst/>
              <a:gdLst/>
              <a:ahLst/>
              <a:cxnLst/>
              <a:rect l="l" t="t" r="r" b="b"/>
              <a:pathLst>
                <a:path w="143767" h="68530" extrusionOk="0">
                  <a:moveTo>
                    <a:pt x="35122" y="61119"/>
                  </a:moveTo>
                  <a:cubicBezTo>
                    <a:pt x="48543" y="58363"/>
                    <a:pt x="73195" y="42109"/>
                    <a:pt x="106509" y="33649"/>
                  </a:cubicBezTo>
                  <a:cubicBezTo>
                    <a:pt x="119263" y="30607"/>
                    <a:pt x="141250" y="16634"/>
                    <a:pt x="143535" y="0"/>
                  </a:cubicBezTo>
                  <a:cubicBezTo>
                    <a:pt x="146485" y="19011"/>
                    <a:pt x="120691" y="36025"/>
                    <a:pt x="106509" y="39447"/>
                  </a:cubicBezTo>
                  <a:cubicBezTo>
                    <a:pt x="73195" y="47527"/>
                    <a:pt x="48543" y="64066"/>
                    <a:pt x="35122" y="66918"/>
                  </a:cubicBezTo>
                  <a:cubicBezTo>
                    <a:pt x="25604" y="69009"/>
                    <a:pt x="12278" y="70340"/>
                    <a:pt x="4378" y="62545"/>
                  </a:cubicBezTo>
                  <a:cubicBezTo>
                    <a:pt x="2265" y="60292"/>
                    <a:pt x="761" y="57545"/>
                    <a:pt x="0" y="54561"/>
                  </a:cubicBezTo>
                  <a:cubicBezTo>
                    <a:pt x="10013" y="62156"/>
                    <a:pt x="23034" y="64589"/>
                    <a:pt x="35122" y="61119"/>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0;p24">
              <a:extLst>
                <a:ext uri="{FF2B5EF4-FFF2-40B4-BE49-F238E27FC236}">
                  <a16:creationId xmlns:a16="http://schemas.microsoft.com/office/drawing/2014/main" id="{A61BAE96-F9A3-54E2-E193-C4703C6597D7}"/>
                </a:ext>
              </a:extLst>
            </p:cNvPr>
            <p:cNvSpPr/>
            <p:nvPr/>
          </p:nvSpPr>
          <p:spPr>
            <a:xfrm>
              <a:off x="2864165" y="4805303"/>
              <a:ext cx="146191" cy="82209"/>
            </a:xfrm>
            <a:custGeom>
              <a:avLst/>
              <a:gdLst/>
              <a:ahLst/>
              <a:cxnLst/>
              <a:rect l="l" t="t" r="r" b="b"/>
              <a:pathLst>
                <a:path w="146191" h="82209" extrusionOk="0">
                  <a:moveTo>
                    <a:pt x="7327" y="19726"/>
                  </a:moveTo>
                  <a:cubicBezTo>
                    <a:pt x="24287" y="24431"/>
                    <a:pt x="42423" y="22245"/>
                    <a:pt x="57774" y="13642"/>
                  </a:cubicBezTo>
                  <a:cubicBezTo>
                    <a:pt x="69957" y="13642"/>
                    <a:pt x="135823" y="-14113"/>
                    <a:pt x="144865" y="9555"/>
                  </a:cubicBezTo>
                  <a:cubicBezTo>
                    <a:pt x="152670" y="30277"/>
                    <a:pt x="124116" y="49477"/>
                    <a:pt x="108886" y="53185"/>
                  </a:cubicBezTo>
                  <a:cubicBezTo>
                    <a:pt x="75573" y="61169"/>
                    <a:pt x="50921" y="77804"/>
                    <a:pt x="37595" y="80560"/>
                  </a:cubicBezTo>
                  <a:cubicBezTo>
                    <a:pt x="27601" y="82651"/>
                    <a:pt x="14656" y="84077"/>
                    <a:pt x="6756" y="76283"/>
                  </a:cubicBezTo>
                  <a:cubicBezTo>
                    <a:pt x="-2762" y="66872"/>
                    <a:pt x="-1905" y="32178"/>
                    <a:pt x="7327" y="19726"/>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1;p24">
              <a:extLst>
                <a:ext uri="{FF2B5EF4-FFF2-40B4-BE49-F238E27FC236}">
                  <a16:creationId xmlns:a16="http://schemas.microsoft.com/office/drawing/2014/main" id="{E812223B-6B95-C39E-EE7F-01329CF78521}"/>
                </a:ext>
              </a:extLst>
            </p:cNvPr>
            <p:cNvSpPr/>
            <p:nvPr/>
          </p:nvSpPr>
          <p:spPr>
            <a:xfrm>
              <a:off x="2866543" y="4818565"/>
              <a:ext cx="143767" cy="68566"/>
            </a:xfrm>
            <a:custGeom>
              <a:avLst/>
              <a:gdLst/>
              <a:ahLst/>
              <a:cxnLst/>
              <a:rect l="l" t="t" r="r" b="b"/>
              <a:pathLst>
                <a:path w="143767" h="68566" extrusionOk="0">
                  <a:moveTo>
                    <a:pt x="35217" y="61215"/>
                  </a:moveTo>
                  <a:cubicBezTo>
                    <a:pt x="48543" y="58363"/>
                    <a:pt x="73290" y="42204"/>
                    <a:pt x="106509" y="33744"/>
                  </a:cubicBezTo>
                  <a:cubicBezTo>
                    <a:pt x="119263" y="30702"/>
                    <a:pt x="141345" y="16730"/>
                    <a:pt x="143534" y="0"/>
                  </a:cubicBezTo>
                  <a:cubicBezTo>
                    <a:pt x="146485" y="19011"/>
                    <a:pt x="120691" y="36025"/>
                    <a:pt x="106509" y="39542"/>
                  </a:cubicBezTo>
                  <a:cubicBezTo>
                    <a:pt x="73195" y="47527"/>
                    <a:pt x="48543" y="64161"/>
                    <a:pt x="35217" y="66918"/>
                  </a:cubicBezTo>
                  <a:cubicBezTo>
                    <a:pt x="25223" y="69009"/>
                    <a:pt x="12278" y="70435"/>
                    <a:pt x="4378" y="62640"/>
                  </a:cubicBezTo>
                  <a:cubicBezTo>
                    <a:pt x="2320" y="60350"/>
                    <a:pt x="821" y="57622"/>
                    <a:pt x="0" y="54656"/>
                  </a:cubicBezTo>
                  <a:cubicBezTo>
                    <a:pt x="10052" y="62251"/>
                    <a:pt x="23099" y="64684"/>
                    <a:pt x="35217" y="61215"/>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2;p24">
              <a:extLst>
                <a:ext uri="{FF2B5EF4-FFF2-40B4-BE49-F238E27FC236}">
                  <a16:creationId xmlns:a16="http://schemas.microsoft.com/office/drawing/2014/main" id="{AD263784-B3A5-69E0-9656-BE3C55589076}"/>
                </a:ext>
              </a:extLst>
            </p:cNvPr>
            <p:cNvSpPr/>
            <p:nvPr/>
          </p:nvSpPr>
          <p:spPr>
            <a:xfrm>
              <a:off x="2858160" y="4267254"/>
              <a:ext cx="210834" cy="594226"/>
            </a:xfrm>
            <a:custGeom>
              <a:avLst/>
              <a:gdLst/>
              <a:ahLst/>
              <a:cxnLst/>
              <a:rect l="l" t="t" r="r" b="b"/>
              <a:pathLst>
                <a:path w="210834" h="594226" extrusionOk="0">
                  <a:moveTo>
                    <a:pt x="6098" y="372610"/>
                  </a:moveTo>
                  <a:cubicBezTo>
                    <a:pt x="8933" y="348172"/>
                    <a:pt x="14031" y="324057"/>
                    <a:pt x="21327" y="300559"/>
                  </a:cubicBezTo>
                  <a:cubicBezTo>
                    <a:pt x="21327" y="300559"/>
                    <a:pt x="16759" y="238299"/>
                    <a:pt x="14474" y="179271"/>
                  </a:cubicBezTo>
                  <a:cubicBezTo>
                    <a:pt x="11904" y="112734"/>
                    <a:pt x="-11320" y="53420"/>
                    <a:pt x="6955" y="0"/>
                  </a:cubicBezTo>
                  <a:lnTo>
                    <a:pt x="210835" y="45340"/>
                  </a:lnTo>
                  <a:cubicBezTo>
                    <a:pt x="210835" y="45340"/>
                    <a:pt x="201317" y="312821"/>
                    <a:pt x="198176" y="345140"/>
                  </a:cubicBezTo>
                  <a:cubicBezTo>
                    <a:pt x="196596" y="370310"/>
                    <a:pt x="193417" y="395366"/>
                    <a:pt x="188657" y="420137"/>
                  </a:cubicBezTo>
                  <a:cubicBezTo>
                    <a:pt x="179139" y="471941"/>
                    <a:pt x="168955" y="587907"/>
                    <a:pt x="168955" y="587907"/>
                  </a:cubicBezTo>
                  <a:cubicBezTo>
                    <a:pt x="147063" y="600644"/>
                    <a:pt x="114987" y="590188"/>
                    <a:pt x="114987" y="590188"/>
                  </a:cubicBezTo>
                  <a:cubicBezTo>
                    <a:pt x="114987" y="590188"/>
                    <a:pt x="114987" y="445041"/>
                    <a:pt x="116224" y="407685"/>
                  </a:cubicBezTo>
                  <a:cubicBezTo>
                    <a:pt x="117937" y="362059"/>
                    <a:pt x="119365" y="365576"/>
                    <a:pt x="119365" y="365576"/>
                  </a:cubicBezTo>
                  <a:lnTo>
                    <a:pt x="112512" y="251987"/>
                  </a:lnTo>
                  <a:lnTo>
                    <a:pt x="108038" y="195525"/>
                  </a:lnTo>
                  <a:cubicBezTo>
                    <a:pt x="108038" y="195525"/>
                    <a:pt x="102327" y="236969"/>
                    <a:pt x="98520" y="273945"/>
                  </a:cubicBezTo>
                  <a:cubicBezTo>
                    <a:pt x="95284" y="306263"/>
                    <a:pt x="87479" y="335444"/>
                    <a:pt x="78722" y="395613"/>
                  </a:cubicBezTo>
                  <a:cubicBezTo>
                    <a:pt x="71203" y="447703"/>
                    <a:pt x="63398" y="554068"/>
                    <a:pt x="63398" y="554068"/>
                  </a:cubicBezTo>
                  <a:cubicBezTo>
                    <a:pt x="41506" y="566710"/>
                    <a:pt x="12000" y="557965"/>
                    <a:pt x="12000" y="557965"/>
                  </a:cubicBezTo>
                  <a:cubicBezTo>
                    <a:pt x="12000" y="557965"/>
                    <a:pt x="197" y="417856"/>
                    <a:pt x="6098" y="37261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3;p24">
              <a:extLst>
                <a:ext uri="{FF2B5EF4-FFF2-40B4-BE49-F238E27FC236}">
                  <a16:creationId xmlns:a16="http://schemas.microsoft.com/office/drawing/2014/main" id="{B0FD3ED3-6117-925D-F3B0-807530657FD5}"/>
                </a:ext>
              </a:extLst>
            </p:cNvPr>
            <p:cNvSpPr/>
            <p:nvPr/>
          </p:nvSpPr>
          <p:spPr>
            <a:xfrm>
              <a:off x="2884049" y="3772563"/>
              <a:ext cx="155365" cy="247695"/>
            </a:xfrm>
            <a:custGeom>
              <a:avLst/>
              <a:gdLst/>
              <a:ahLst/>
              <a:cxnLst/>
              <a:rect l="l" t="t" r="r" b="b"/>
              <a:pathLst>
                <a:path w="155365" h="247695" extrusionOk="0">
                  <a:moveTo>
                    <a:pt x="8859" y="177022"/>
                  </a:moveTo>
                  <a:cubicBezTo>
                    <a:pt x="24564" y="177782"/>
                    <a:pt x="36271" y="181869"/>
                    <a:pt x="38270" y="177022"/>
                  </a:cubicBezTo>
                  <a:cubicBezTo>
                    <a:pt x="39966" y="168895"/>
                    <a:pt x="41174" y="160673"/>
                    <a:pt x="41887" y="152403"/>
                  </a:cubicBezTo>
                  <a:cubicBezTo>
                    <a:pt x="40078" y="147840"/>
                    <a:pt x="38460" y="142897"/>
                    <a:pt x="38460" y="142897"/>
                  </a:cubicBezTo>
                  <a:cubicBezTo>
                    <a:pt x="18662" y="130826"/>
                    <a:pt x="12476" y="109439"/>
                    <a:pt x="9906" y="84535"/>
                  </a:cubicBezTo>
                  <a:cubicBezTo>
                    <a:pt x="5527" y="42046"/>
                    <a:pt x="28942" y="4880"/>
                    <a:pt x="71013" y="412"/>
                  </a:cubicBezTo>
                  <a:cubicBezTo>
                    <a:pt x="111084" y="-3770"/>
                    <a:pt x="140495" y="24365"/>
                    <a:pt x="148396" y="62862"/>
                  </a:cubicBezTo>
                  <a:cubicBezTo>
                    <a:pt x="152584" y="81873"/>
                    <a:pt x="161055" y="117899"/>
                    <a:pt x="149633" y="149171"/>
                  </a:cubicBezTo>
                  <a:cubicBezTo>
                    <a:pt x="143256" y="166756"/>
                    <a:pt x="135070" y="180634"/>
                    <a:pt x="126884" y="183295"/>
                  </a:cubicBezTo>
                  <a:cubicBezTo>
                    <a:pt x="118946" y="183143"/>
                    <a:pt x="111027" y="182449"/>
                    <a:pt x="103184" y="181204"/>
                  </a:cubicBezTo>
                  <a:lnTo>
                    <a:pt x="103184" y="181204"/>
                  </a:lnTo>
                  <a:cubicBezTo>
                    <a:pt x="103184" y="181204"/>
                    <a:pt x="101090" y="192991"/>
                    <a:pt x="99662" y="200215"/>
                  </a:cubicBezTo>
                  <a:cubicBezTo>
                    <a:pt x="98235" y="207439"/>
                    <a:pt x="98711" y="211716"/>
                    <a:pt x="113844" y="221031"/>
                  </a:cubicBezTo>
                  <a:cubicBezTo>
                    <a:pt x="128978" y="230347"/>
                    <a:pt x="91001" y="249548"/>
                    <a:pt x="66253" y="247551"/>
                  </a:cubicBezTo>
                  <a:cubicBezTo>
                    <a:pt x="41506" y="245555"/>
                    <a:pt x="13523" y="230727"/>
                    <a:pt x="5908" y="214758"/>
                  </a:cubicBezTo>
                  <a:cubicBezTo>
                    <a:pt x="-2754" y="197553"/>
                    <a:pt x="-1992" y="176451"/>
                    <a:pt x="8859" y="177022"/>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4;p24">
              <a:extLst>
                <a:ext uri="{FF2B5EF4-FFF2-40B4-BE49-F238E27FC236}">
                  <a16:creationId xmlns:a16="http://schemas.microsoft.com/office/drawing/2014/main" id="{501EA225-51AC-2E10-33CF-6DD1BC3342C1}"/>
                </a:ext>
              </a:extLst>
            </p:cNvPr>
            <p:cNvSpPr/>
            <p:nvPr/>
          </p:nvSpPr>
          <p:spPr>
            <a:xfrm>
              <a:off x="2832349" y="3948237"/>
              <a:ext cx="239208" cy="394751"/>
            </a:xfrm>
            <a:custGeom>
              <a:avLst/>
              <a:gdLst/>
              <a:ahLst/>
              <a:cxnLst/>
              <a:rect l="l" t="t" r="r" b="b"/>
              <a:pathLst>
                <a:path w="239208" h="394751" extrusionOk="0">
                  <a:moveTo>
                    <a:pt x="83308" y="3725"/>
                  </a:moveTo>
                  <a:cubicBezTo>
                    <a:pt x="78930" y="14561"/>
                    <a:pt x="90066" y="27868"/>
                    <a:pt x="119667" y="37088"/>
                  </a:cubicBezTo>
                  <a:cubicBezTo>
                    <a:pt x="149269" y="46308"/>
                    <a:pt x="151839" y="34427"/>
                    <a:pt x="151839" y="34427"/>
                  </a:cubicBezTo>
                  <a:cubicBezTo>
                    <a:pt x="171408" y="43257"/>
                    <a:pt x="190473" y="53162"/>
                    <a:pt x="208948" y="64083"/>
                  </a:cubicBezTo>
                  <a:cubicBezTo>
                    <a:pt x="226652" y="76441"/>
                    <a:pt x="234552" y="112371"/>
                    <a:pt x="236932" y="172920"/>
                  </a:cubicBezTo>
                  <a:cubicBezTo>
                    <a:pt x="239692" y="242974"/>
                    <a:pt x="239977" y="346963"/>
                    <a:pt x="237598" y="364928"/>
                  </a:cubicBezTo>
                  <a:cubicBezTo>
                    <a:pt x="237598" y="364928"/>
                    <a:pt x="204475" y="398007"/>
                    <a:pt x="161452" y="394490"/>
                  </a:cubicBezTo>
                  <a:cubicBezTo>
                    <a:pt x="118430" y="390973"/>
                    <a:pt x="47234" y="353427"/>
                    <a:pt x="30196" y="324435"/>
                  </a:cubicBezTo>
                  <a:cubicBezTo>
                    <a:pt x="30196" y="263031"/>
                    <a:pt x="37906" y="253050"/>
                    <a:pt x="27912" y="217595"/>
                  </a:cubicBezTo>
                  <a:cubicBezTo>
                    <a:pt x="5068" y="136514"/>
                    <a:pt x="-6925" y="103531"/>
                    <a:pt x="4212" y="49540"/>
                  </a:cubicBezTo>
                  <a:cubicBezTo>
                    <a:pt x="13730" y="5150"/>
                    <a:pt x="26103" y="-363"/>
                    <a:pt x="43712" y="17"/>
                  </a:cubicBezTo>
                  <a:cubicBezTo>
                    <a:pt x="56967" y="550"/>
                    <a:pt x="70185" y="1785"/>
                    <a:pt x="83308" y="3725"/>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7" name="Google Shape;1115;p24">
              <a:extLst>
                <a:ext uri="{FF2B5EF4-FFF2-40B4-BE49-F238E27FC236}">
                  <a16:creationId xmlns:a16="http://schemas.microsoft.com/office/drawing/2014/main" id="{28BF09DC-CE27-02D2-D9BA-27D0902B5931}"/>
                </a:ext>
              </a:extLst>
            </p:cNvPr>
            <p:cNvSpPr/>
            <p:nvPr/>
          </p:nvSpPr>
          <p:spPr>
            <a:xfrm>
              <a:off x="3011886" y="4098914"/>
              <a:ext cx="63391" cy="288487"/>
            </a:xfrm>
            <a:custGeom>
              <a:avLst/>
              <a:gdLst/>
              <a:ahLst/>
              <a:cxnLst/>
              <a:rect l="l" t="t" r="r" b="b"/>
              <a:pathLst>
                <a:path w="63391" h="288487" extrusionOk="0">
                  <a:moveTo>
                    <a:pt x="21226" y="268241"/>
                  </a:moveTo>
                  <a:lnTo>
                    <a:pt x="0" y="24144"/>
                  </a:lnTo>
                  <a:lnTo>
                    <a:pt x="45592" y="0"/>
                  </a:lnTo>
                  <a:lnTo>
                    <a:pt x="63391" y="14923"/>
                  </a:lnTo>
                  <a:lnTo>
                    <a:pt x="57109" y="234117"/>
                  </a:lnTo>
                  <a:lnTo>
                    <a:pt x="57109" y="234117"/>
                  </a:lnTo>
                  <a:lnTo>
                    <a:pt x="57109" y="240200"/>
                  </a:lnTo>
                  <a:lnTo>
                    <a:pt x="57109" y="240200"/>
                  </a:lnTo>
                  <a:lnTo>
                    <a:pt x="57109" y="247995"/>
                  </a:lnTo>
                  <a:cubicBezTo>
                    <a:pt x="57109" y="247995"/>
                    <a:pt x="58061" y="266435"/>
                    <a:pt x="23224" y="288488"/>
                  </a:cubicBezTo>
                  <a:cubicBezTo>
                    <a:pt x="23224" y="288488"/>
                    <a:pt x="22653" y="282689"/>
                    <a:pt x="22177" y="277271"/>
                  </a:cubicBezTo>
                  <a:lnTo>
                    <a:pt x="22177" y="277271"/>
                  </a:lnTo>
                  <a:lnTo>
                    <a:pt x="21321" y="267766"/>
                  </a:ln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6;p24">
              <a:extLst>
                <a:ext uri="{FF2B5EF4-FFF2-40B4-BE49-F238E27FC236}">
                  <a16:creationId xmlns:a16="http://schemas.microsoft.com/office/drawing/2014/main" id="{0033E393-F282-041E-DE16-91930DD61AD6}"/>
                </a:ext>
              </a:extLst>
            </p:cNvPr>
            <p:cNvSpPr/>
            <p:nvPr/>
          </p:nvSpPr>
          <p:spPr>
            <a:xfrm>
              <a:off x="2997806" y="3997207"/>
              <a:ext cx="83658" cy="135231"/>
            </a:xfrm>
            <a:custGeom>
              <a:avLst/>
              <a:gdLst/>
              <a:ahLst/>
              <a:cxnLst/>
              <a:rect l="l" t="t" r="r" b="b"/>
              <a:pathLst>
                <a:path w="83658" h="135231" extrusionOk="0">
                  <a:moveTo>
                    <a:pt x="29880" y="0"/>
                  </a:moveTo>
                  <a:cubicBezTo>
                    <a:pt x="53390" y="0"/>
                    <a:pt x="67953" y="11977"/>
                    <a:pt x="74140" y="48192"/>
                  </a:cubicBezTo>
                  <a:cubicBezTo>
                    <a:pt x="80327" y="84408"/>
                    <a:pt x="83658" y="114064"/>
                    <a:pt x="83658" y="114064"/>
                  </a:cubicBezTo>
                  <a:cubicBezTo>
                    <a:pt x="72826" y="126070"/>
                    <a:pt x="57807" y="133484"/>
                    <a:pt x="41683" y="134786"/>
                  </a:cubicBezTo>
                  <a:cubicBezTo>
                    <a:pt x="13128" y="137923"/>
                    <a:pt x="4943" y="123475"/>
                    <a:pt x="4943" y="123475"/>
                  </a:cubicBezTo>
                  <a:cubicBezTo>
                    <a:pt x="4943" y="123475"/>
                    <a:pt x="1897" y="85929"/>
                    <a:pt x="374" y="60359"/>
                  </a:cubicBezTo>
                  <a:cubicBezTo>
                    <a:pt x="-1149" y="34790"/>
                    <a:pt x="755" y="570"/>
                    <a:pt x="29880" y="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7;p24">
              <a:extLst>
                <a:ext uri="{FF2B5EF4-FFF2-40B4-BE49-F238E27FC236}">
                  <a16:creationId xmlns:a16="http://schemas.microsoft.com/office/drawing/2014/main" id="{0D83295D-9785-5528-5E25-4CF368C309C7}"/>
                </a:ext>
              </a:extLst>
            </p:cNvPr>
            <p:cNvSpPr/>
            <p:nvPr/>
          </p:nvSpPr>
          <p:spPr>
            <a:xfrm>
              <a:off x="2888823" y="3761654"/>
              <a:ext cx="150557" cy="165637"/>
            </a:xfrm>
            <a:custGeom>
              <a:avLst/>
              <a:gdLst/>
              <a:ahLst/>
              <a:cxnLst/>
              <a:rect l="l" t="t" r="r" b="b"/>
              <a:pathLst>
                <a:path w="150557" h="165637" extrusionOk="0">
                  <a:moveTo>
                    <a:pt x="142099" y="68353"/>
                  </a:moveTo>
                  <a:cubicBezTo>
                    <a:pt x="142099" y="68353"/>
                    <a:pt x="178840" y="12557"/>
                    <a:pt x="99172" y="1150"/>
                  </a:cubicBezTo>
                  <a:cubicBezTo>
                    <a:pt x="42063" y="-7024"/>
                    <a:pt x="4752" y="29667"/>
                    <a:pt x="468" y="69874"/>
                  </a:cubicBezTo>
                  <a:cubicBezTo>
                    <a:pt x="-3624" y="107896"/>
                    <a:pt x="19981" y="147723"/>
                    <a:pt x="37018" y="163502"/>
                  </a:cubicBezTo>
                  <a:cubicBezTo>
                    <a:pt x="53749" y="167751"/>
                    <a:pt x="71464" y="165612"/>
                    <a:pt x="86703" y="157514"/>
                  </a:cubicBezTo>
                  <a:cubicBezTo>
                    <a:pt x="87636" y="147115"/>
                    <a:pt x="87988" y="136678"/>
                    <a:pt x="87750" y="126241"/>
                  </a:cubicBezTo>
                  <a:cubicBezTo>
                    <a:pt x="87750" y="126241"/>
                    <a:pt x="59862" y="67308"/>
                    <a:pt x="142099" y="6835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18;p24">
              <a:extLst>
                <a:ext uri="{FF2B5EF4-FFF2-40B4-BE49-F238E27FC236}">
                  <a16:creationId xmlns:a16="http://schemas.microsoft.com/office/drawing/2014/main" id="{A3491B38-837B-FA11-F9B6-36EF13E07B18}"/>
                </a:ext>
              </a:extLst>
            </p:cNvPr>
            <p:cNvSpPr/>
            <p:nvPr/>
          </p:nvSpPr>
          <p:spPr>
            <a:xfrm>
              <a:off x="2091982" y="2625612"/>
              <a:ext cx="210167" cy="307273"/>
            </a:xfrm>
            <a:custGeom>
              <a:avLst/>
              <a:gdLst/>
              <a:ahLst/>
              <a:cxnLst/>
              <a:rect l="l" t="t" r="r" b="b"/>
              <a:pathLst>
                <a:path w="210167" h="307273" extrusionOk="0">
                  <a:moveTo>
                    <a:pt x="136175" y="10238"/>
                  </a:moveTo>
                  <a:cubicBezTo>
                    <a:pt x="127799" y="-3260"/>
                    <a:pt x="63836" y="-12100"/>
                    <a:pt x="42801" y="41986"/>
                  </a:cubicBezTo>
                  <a:cubicBezTo>
                    <a:pt x="34806" y="62517"/>
                    <a:pt x="36043" y="114987"/>
                    <a:pt x="29380" y="147875"/>
                  </a:cubicBezTo>
                  <a:cubicBezTo>
                    <a:pt x="22718" y="180764"/>
                    <a:pt x="7013" y="199489"/>
                    <a:pt x="1397" y="226199"/>
                  </a:cubicBezTo>
                  <a:cubicBezTo>
                    <a:pt x="-4219" y="252910"/>
                    <a:pt x="4919" y="297775"/>
                    <a:pt x="69452" y="305664"/>
                  </a:cubicBezTo>
                  <a:cubicBezTo>
                    <a:pt x="133985" y="313554"/>
                    <a:pt x="183670" y="290931"/>
                    <a:pt x="198709" y="270399"/>
                  </a:cubicBezTo>
                  <a:cubicBezTo>
                    <a:pt x="213748" y="249868"/>
                    <a:pt x="214224" y="206238"/>
                    <a:pt x="198709" y="182855"/>
                  </a:cubicBezTo>
                  <a:cubicBezTo>
                    <a:pt x="183194" y="159472"/>
                    <a:pt x="170916" y="140366"/>
                    <a:pt x="171297" y="109854"/>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19;p24">
              <a:extLst>
                <a:ext uri="{FF2B5EF4-FFF2-40B4-BE49-F238E27FC236}">
                  <a16:creationId xmlns:a16="http://schemas.microsoft.com/office/drawing/2014/main" id="{A1544D4E-644B-7D7C-26B2-5C88C6410B12}"/>
                </a:ext>
              </a:extLst>
            </p:cNvPr>
            <p:cNvSpPr/>
            <p:nvPr/>
          </p:nvSpPr>
          <p:spPr>
            <a:xfrm>
              <a:off x="2269538" y="2847336"/>
              <a:ext cx="39152" cy="227300"/>
            </a:xfrm>
            <a:custGeom>
              <a:avLst/>
              <a:gdLst/>
              <a:ahLst/>
              <a:cxnLst/>
              <a:rect l="l" t="t" r="r" b="b"/>
              <a:pathLst>
                <a:path w="39152" h="227300" extrusionOk="0">
                  <a:moveTo>
                    <a:pt x="35145" y="14835"/>
                  </a:moveTo>
                  <a:cubicBezTo>
                    <a:pt x="35145" y="14835"/>
                    <a:pt x="50279" y="121866"/>
                    <a:pt x="21725" y="197909"/>
                  </a:cubicBezTo>
                  <a:cubicBezTo>
                    <a:pt x="-6830" y="273952"/>
                    <a:pt x="975" y="178423"/>
                    <a:pt x="975" y="178423"/>
                  </a:cubicBezTo>
                  <a:lnTo>
                    <a:pt x="7923" y="155705"/>
                  </a:lnTo>
                  <a:cubicBezTo>
                    <a:pt x="7923" y="155705"/>
                    <a:pt x="13634" y="68446"/>
                    <a:pt x="11255" y="47059"/>
                  </a:cubicBezTo>
                  <a:cubicBezTo>
                    <a:pt x="8875" y="25672"/>
                    <a:pt x="9446" y="7231"/>
                    <a:pt x="7923" y="5520"/>
                  </a:cubicBezTo>
                  <a:cubicBezTo>
                    <a:pt x="6400" y="3809"/>
                    <a:pt x="13539" y="387"/>
                    <a:pt x="16585" y="7"/>
                  </a:cubicBezTo>
                  <a:cubicBezTo>
                    <a:pt x="19631" y="-373"/>
                    <a:pt x="35145" y="14835"/>
                    <a:pt x="35145" y="1483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2" name="Google Shape;1120;p24">
              <a:extLst>
                <a:ext uri="{FF2B5EF4-FFF2-40B4-BE49-F238E27FC236}">
                  <a16:creationId xmlns:a16="http://schemas.microsoft.com/office/drawing/2014/main" id="{6C788183-0AB1-939E-92AB-5466C1AA1A4A}"/>
                </a:ext>
              </a:extLst>
            </p:cNvPr>
            <p:cNvSpPr/>
            <p:nvPr/>
          </p:nvSpPr>
          <p:spPr>
            <a:xfrm>
              <a:off x="2185896" y="2622782"/>
              <a:ext cx="100407" cy="124097"/>
            </a:xfrm>
            <a:custGeom>
              <a:avLst/>
              <a:gdLst/>
              <a:ahLst/>
              <a:cxnLst/>
              <a:rect l="l" t="t" r="r" b="b"/>
              <a:pathLst>
                <a:path w="100407" h="124097" extrusionOk="0">
                  <a:moveTo>
                    <a:pt x="0" y="3657"/>
                  </a:moveTo>
                  <a:cubicBezTo>
                    <a:pt x="0" y="3657"/>
                    <a:pt x="48162" y="-10126"/>
                    <a:pt x="77288" y="15824"/>
                  </a:cubicBezTo>
                  <a:cubicBezTo>
                    <a:pt x="96918" y="33855"/>
                    <a:pt x="104879" y="61297"/>
                    <a:pt x="97942" y="87019"/>
                  </a:cubicBezTo>
                  <a:cubicBezTo>
                    <a:pt x="94040" y="102227"/>
                    <a:pt x="86235" y="122949"/>
                    <a:pt x="74147" y="124090"/>
                  </a:cubicBezTo>
                  <a:cubicBezTo>
                    <a:pt x="62059" y="125230"/>
                    <a:pt x="0" y="3657"/>
                    <a:pt x="0" y="3657"/>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1;p24">
              <a:extLst>
                <a:ext uri="{FF2B5EF4-FFF2-40B4-BE49-F238E27FC236}">
                  <a16:creationId xmlns:a16="http://schemas.microsoft.com/office/drawing/2014/main" id="{9BFD41F6-ED94-98AC-826A-F3CCCF5529B0}"/>
                </a:ext>
              </a:extLst>
            </p:cNvPr>
            <p:cNvSpPr/>
            <p:nvPr/>
          </p:nvSpPr>
          <p:spPr>
            <a:xfrm>
              <a:off x="2142363" y="2757613"/>
              <a:ext cx="124104" cy="138364"/>
            </a:xfrm>
            <a:custGeom>
              <a:avLst/>
              <a:gdLst/>
              <a:ahLst/>
              <a:cxnLst/>
              <a:rect l="l" t="t" r="r" b="b"/>
              <a:pathLst>
                <a:path w="124104" h="138364" extrusionOk="0">
                  <a:moveTo>
                    <a:pt x="25163" y="0"/>
                  </a:moveTo>
                  <a:cubicBezTo>
                    <a:pt x="25163" y="0"/>
                    <a:pt x="28304" y="53515"/>
                    <a:pt x="27352" y="57032"/>
                  </a:cubicBezTo>
                  <a:cubicBezTo>
                    <a:pt x="26400" y="60549"/>
                    <a:pt x="6221" y="64826"/>
                    <a:pt x="606" y="69484"/>
                  </a:cubicBezTo>
                  <a:cubicBezTo>
                    <a:pt x="-5010" y="74142"/>
                    <a:pt x="29826" y="128513"/>
                    <a:pt x="47530" y="136592"/>
                  </a:cubicBezTo>
                  <a:cubicBezTo>
                    <a:pt x="65234" y="144671"/>
                    <a:pt x="119964" y="124045"/>
                    <a:pt x="123676" y="96860"/>
                  </a:cubicBezTo>
                  <a:cubicBezTo>
                    <a:pt x="127198" y="71766"/>
                    <a:pt x="108066" y="52279"/>
                    <a:pt x="100642" y="45531"/>
                  </a:cubicBezTo>
                  <a:cubicBezTo>
                    <a:pt x="95603" y="45179"/>
                    <a:pt x="90547" y="45179"/>
                    <a:pt x="85508" y="45531"/>
                  </a:cubicBezTo>
                  <a:lnTo>
                    <a:pt x="83890" y="19486"/>
                  </a:lnTo>
                  <a:cubicBezTo>
                    <a:pt x="60475" y="11977"/>
                    <a:pt x="25163" y="0"/>
                    <a:pt x="25163"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2;p24">
              <a:extLst>
                <a:ext uri="{FF2B5EF4-FFF2-40B4-BE49-F238E27FC236}">
                  <a16:creationId xmlns:a16="http://schemas.microsoft.com/office/drawing/2014/main" id="{82C9792A-E782-90BA-A8AD-4C108C0CDEA8}"/>
                </a:ext>
              </a:extLst>
            </p:cNvPr>
            <p:cNvSpPr/>
            <p:nvPr/>
          </p:nvSpPr>
          <p:spPr>
            <a:xfrm>
              <a:off x="2121718" y="2803072"/>
              <a:ext cx="180978" cy="208003"/>
            </a:xfrm>
            <a:custGeom>
              <a:avLst/>
              <a:gdLst/>
              <a:ahLst/>
              <a:cxnLst/>
              <a:rect l="l" t="t" r="r" b="b"/>
              <a:pathLst>
                <a:path w="180978" h="208003" extrusionOk="0">
                  <a:moveTo>
                    <a:pt x="38384" y="17181"/>
                  </a:moveTo>
                  <a:cubicBezTo>
                    <a:pt x="23345" y="19557"/>
                    <a:pt x="6117" y="27542"/>
                    <a:pt x="3738" y="36192"/>
                  </a:cubicBezTo>
                  <a:cubicBezTo>
                    <a:pt x="-2445" y="65896"/>
                    <a:pt x="-938" y="96684"/>
                    <a:pt x="8116" y="125637"/>
                  </a:cubicBezTo>
                  <a:cubicBezTo>
                    <a:pt x="21156" y="160046"/>
                    <a:pt x="29913" y="182004"/>
                    <a:pt x="37432" y="196832"/>
                  </a:cubicBezTo>
                  <a:cubicBezTo>
                    <a:pt x="37432" y="196832"/>
                    <a:pt x="102632" y="224778"/>
                    <a:pt x="155268" y="192270"/>
                  </a:cubicBezTo>
                  <a:cubicBezTo>
                    <a:pt x="155268" y="192270"/>
                    <a:pt x="158789" y="155294"/>
                    <a:pt x="159075" y="135238"/>
                  </a:cubicBezTo>
                  <a:cubicBezTo>
                    <a:pt x="207618" y="92939"/>
                    <a:pt x="166118" y="40849"/>
                    <a:pt x="125000" y="356"/>
                  </a:cubicBezTo>
                  <a:cubicBezTo>
                    <a:pt x="120062" y="-119"/>
                    <a:pt x="115089" y="-119"/>
                    <a:pt x="110151" y="356"/>
                  </a:cubicBezTo>
                  <a:cubicBezTo>
                    <a:pt x="110151" y="356"/>
                    <a:pt x="146892" y="43606"/>
                    <a:pt x="121383" y="68225"/>
                  </a:cubicBezTo>
                  <a:cubicBezTo>
                    <a:pt x="66748" y="51495"/>
                    <a:pt x="55898" y="26971"/>
                    <a:pt x="38384" y="17181"/>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3;p24">
              <a:extLst>
                <a:ext uri="{FF2B5EF4-FFF2-40B4-BE49-F238E27FC236}">
                  <a16:creationId xmlns:a16="http://schemas.microsoft.com/office/drawing/2014/main" id="{B0935819-00EB-725C-D3CB-983D68A7C968}"/>
                </a:ext>
              </a:extLst>
            </p:cNvPr>
            <p:cNvSpPr/>
            <p:nvPr/>
          </p:nvSpPr>
          <p:spPr>
            <a:xfrm>
              <a:off x="2137334" y="2632700"/>
              <a:ext cx="133195" cy="163980"/>
            </a:xfrm>
            <a:custGeom>
              <a:avLst/>
              <a:gdLst/>
              <a:ahLst/>
              <a:cxnLst/>
              <a:rect l="l" t="t" r="r" b="b"/>
              <a:pathLst>
                <a:path w="133195" h="163980" extrusionOk="0">
                  <a:moveTo>
                    <a:pt x="130419" y="58471"/>
                  </a:moveTo>
                  <a:lnTo>
                    <a:pt x="130419" y="58471"/>
                  </a:lnTo>
                  <a:cubicBezTo>
                    <a:pt x="124993" y="24061"/>
                    <a:pt x="100056" y="-1888"/>
                    <a:pt x="64553" y="108"/>
                  </a:cubicBezTo>
                  <a:cubicBezTo>
                    <a:pt x="26762" y="2399"/>
                    <a:pt x="-2053" y="34793"/>
                    <a:pt x="115" y="72539"/>
                  </a:cubicBezTo>
                  <a:cubicBezTo>
                    <a:pt x="1384" y="93736"/>
                    <a:pt x="12514" y="113117"/>
                    <a:pt x="30192" y="124913"/>
                  </a:cubicBezTo>
                  <a:cubicBezTo>
                    <a:pt x="31439" y="130103"/>
                    <a:pt x="33258" y="135141"/>
                    <a:pt x="35618" y="139932"/>
                  </a:cubicBezTo>
                  <a:cubicBezTo>
                    <a:pt x="48277" y="154570"/>
                    <a:pt x="81686" y="163885"/>
                    <a:pt x="92727" y="163980"/>
                  </a:cubicBezTo>
                  <a:cubicBezTo>
                    <a:pt x="102245" y="163980"/>
                    <a:pt x="110526" y="155235"/>
                    <a:pt x="119473" y="140407"/>
                  </a:cubicBezTo>
                  <a:cubicBezTo>
                    <a:pt x="138033" y="109610"/>
                    <a:pt x="133369" y="75485"/>
                    <a:pt x="130419" y="58471"/>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4;p24">
              <a:extLst>
                <a:ext uri="{FF2B5EF4-FFF2-40B4-BE49-F238E27FC236}">
                  <a16:creationId xmlns:a16="http://schemas.microsoft.com/office/drawing/2014/main" id="{471227BA-F321-C96D-4C46-DBFB63A82C7B}"/>
                </a:ext>
              </a:extLst>
            </p:cNvPr>
            <p:cNvSpPr/>
            <p:nvPr/>
          </p:nvSpPr>
          <p:spPr>
            <a:xfrm>
              <a:off x="2131362" y="2631771"/>
              <a:ext cx="133630" cy="125556"/>
            </a:xfrm>
            <a:custGeom>
              <a:avLst/>
              <a:gdLst/>
              <a:ahLst/>
              <a:cxnLst/>
              <a:rect l="l" t="t" r="r" b="b"/>
              <a:pathLst>
                <a:path w="133630" h="125556" extrusionOk="0">
                  <a:moveTo>
                    <a:pt x="59484" y="1702"/>
                  </a:moveTo>
                  <a:cubicBezTo>
                    <a:pt x="34546" y="6549"/>
                    <a:pt x="14082" y="13583"/>
                    <a:pt x="7324" y="38012"/>
                  </a:cubicBezTo>
                  <a:cubicBezTo>
                    <a:pt x="2660" y="54837"/>
                    <a:pt x="-3432" y="86965"/>
                    <a:pt x="2375" y="100462"/>
                  </a:cubicBezTo>
                  <a:lnTo>
                    <a:pt x="5991" y="109968"/>
                  </a:lnTo>
                  <a:lnTo>
                    <a:pt x="36164" y="125557"/>
                  </a:lnTo>
                  <a:cubicBezTo>
                    <a:pt x="36164" y="125557"/>
                    <a:pt x="50251" y="113770"/>
                    <a:pt x="45682" y="79456"/>
                  </a:cubicBezTo>
                  <a:cubicBezTo>
                    <a:pt x="45808" y="74807"/>
                    <a:pt x="47261" y="70283"/>
                    <a:pt x="49870" y="66433"/>
                  </a:cubicBezTo>
                  <a:cubicBezTo>
                    <a:pt x="51779" y="63173"/>
                    <a:pt x="53189" y="59646"/>
                    <a:pt x="54058" y="55977"/>
                  </a:cubicBezTo>
                  <a:cubicBezTo>
                    <a:pt x="57624" y="46681"/>
                    <a:pt x="64649" y="39124"/>
                    <a:pt x="73666" y="34875"/>
                  </a:cubicBezTo>
                  <a:cubicBezTo>
                    <a:pt x="96129" y="22233"/>
                    <a:pt x="129062" y="33164"/>
                    <a:pt x="133631" y="37727"/>
                  </a:cubicBezTo>
                  <a:cubicBezTo>
                    <a:pt x="120538" y="9734"/>
                    <a:pt x="89617" y="-5285"/>
                    <a:pt x="59484" y="1702"/>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5;p24">
              <a:extLst>
                <a:ext uri="{FF2B5EF4-FFF2-40B4-BE49-F238E27FC236}">
                  <a16:creationId xmlns:a16="http://schemas.microsoft.com/office/drawing/2014/main" id="{D83E4CC8-FCC3-21F1-86AE-6E35A853C97D}"/>
                </a:ext>
              </a:extLst>
            </p:cNvPr>
            <p:cNvSpPr/>
            <p:nvPr/>
          </p:nvSpPr>
          <p:spPr>
            <a:xfrm>
              <a:off x="2137527" y="3718507"/>
              <a:ext cx="105640" cy="80438"/>
            </a:xfrm>
            <a:custGeom>
              <a:avLst/>
              <a:gdLst/>
              <a:ahLst/>
              <a:cxnLst/>
              <a:rect l="l" t="t" r="r" b="b"/>
              <a:pathLst>
                <a:path w="105640" h="80438" extrusionOk="0">
                  <a:moveTo>
                    <a:pt x="8202" y="3"/>
                  </a:moveTo>
                  <a:cubicBezTo>
                    <a:pt x="20862" y="10269"/>
                    <a:pt x="40469" y="3139"/>
                    <a:pt x="41421" y="4090"/>
                  </a:cubicBezTo>
                  <a:cubicBezTo>
                    <a:pt x="56092" y="16761"/>
                    <a:pt x="71439" y="28623"/>
                    <a:pt x="87394" y="39640"/>
                  </a:cubicBezTo>
                  <a:cubicBezTo>
                    <a:pt x="95294" y="45818"/>
                    <a:pt x="107572" y="54088"/>
                    <a:pt x="105383" y="65970"/>
                  </a:cubicBezTo>
                  <a:cubicBezTo>
                    <a:pt x="101386" y="87167"/>
                    <a:pt x="67310" y="80608"/>
                    <a:pt x="54461" y="74145"/>
                  </a:cubicBezTo>
                  <a:cubicBezTo>
                    <a:pt x="41611" y="67681"/>
                    <a:pt x="31141" y="56845"/>
                    <a:pt x="19053" y="49335"/>
                  </a:cubicBezTo>
                  <a:cubicBezTo>
                    <a:pt x="10392" y="44012"/>
                    <a:pt x="1825" y="41161"/>
                    <a:pt x="17" y="30325"/>
                  </a:cubicBezTo>
                  <a:cubicBezTo>
                    <a:pt x="-364" y="23386"/>
                    <a:pt x="5823" y="-283"/>
                    <a:pt x="8202" y="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6;p24">
              <a:extLst>
                <a:ext uri="{FF2B5EF4-FFF2-40B4-BE49-F238E27FC236}">
                  <a16:creationId xmlns:a16="http://schemas.microsoft.com/office/drawing/2014/main" id="{A794BC42-DB85-1E50-D120-30BE99C701EA}"/>
                </a:ext>
              </a:extLst>
            </p:cNvPr>
            <p:cNvSpPr/>
            <p:nvPr/>
          </p:nvSpPr>
          <p:spPr>
            <a:xfrm>
              <a:off x="2137841" y="3744079"/>
              <a:ext cx="105259" cy="54863"/>
            </a:xfrm>
            <a:custGeom>
              <a:avLst/>
              <a:gdLst/>
              <a:ahLst/>
              <a:cxnLst/>
              <a:rect l="l" t="t" r="r" b="b"/>
              <a:pathLst>
                <a:path w="105259" h="54863" extrusionOk="0">
                  <a:moveTo>
                    <a:pt x="369" y="0"/>
                  </a:moveTo>
                  <a:cubicBezTo>
                    <a:pt x="1987" y="10456"/>
                    <a:pt x="10458" y="13308"/>
                    <a:pt x="19405" y="19011"/>
                  </a:cubicBezTo>
                  <a:cubicBezTo>
                    <a:pt x="31779" y="26615"/>
                    <a:pt x="42629" y="38021"/>
                    <a:pt x="55479" y="44200"/>
                  </a:cubicBezTo>
                  <a:cubicBezTo>
                    <a:pt x="68329" y="50379"/>
                    <a:pt x="96883" y="56082"/>
                    <a:pt x="105259" y="40968"/>
                  </a:cubicBezTo>
                  <a:cubicBezTo>
                    <a:pt x="100690" y="61405"/>
                    <a:pt x="67186" y="55036"/>
                    <a:pt x="54527" y="48573"/>
                  </a:cubicBezTo>
                  <a:cubicBezTo>
                    <a:pt x="41868" y="42109"/>
                    <a:pt x="31208" y="31273"/>
                    <a:pt x="19119" y="23763"/>
                  </a:cubicBezTo>
                  <a:cubicBezTo>
                    <a:pt x="10458" y="18440"/>
                    <a:pt x="1891" y="15589"/>
                    <a:pt x="83" y="4753"/>
                  </a:cubicBezTo>
                  <a:cubicBezTo>
                    <a:pt x="-89" y="3165"/>
                    <a:pt x="7" y="1559"/>
                    <a:pt x="369"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7;p24">
              <a:extLst>
                <a:ext uri="{FF2B5EF4-FFF2-40B4-BE49-F238E27FC236}">
                  <a16:creationId xmlns:a16="http://schemas.microsoft.com/office/drawing/2014/main" id="{210761D7-F5F0-EB26-ECC8-AB28D878EB56}"/>
                </a:ext>
              </a:extLst>
            </p:cNvPr>
            <p:cNvSpPr/>
            <p:nvPr/>
          </p:nvSpPr>
          <p:spPr>
            <a:xfrm>
              <a:off x="2226539" y="3701115"/>
              <a:ext cx="96273" cy="74358"/>
            </a:xfrm>
            <a:custGeom>
              <a:avLst/>
              <a:gdLst/>
              <a:ahLst/>
              <a:cxnLst/>
              <a:rect l="l" t="t" r="r" b="b"/>
              <a:pathLst>
                <a:path w="96273" h="74358" extrusionOk="0">
                  <a:moveTo>
                    <a:pt x="7519" y="0"/>
                  </a:moveTo>
                  <a:cubicBezTo>
                    <a:pt x="19132" y="9505"/>
                    <a:pt x="36074" y="4087"/>
                    <a:pt x="37407" y="4943"/>
                  </a:cubicBezTo>
                  <a:cubicBezTo>
                    <a:pt x="50869" y="16473"/>
                    <a:pt x="64979" y="27233"/>
                    <a:pt x="79667" y="37166"/>
                  </a:cubicBezTo>
                  <a:cubicBezTo>
                    <a:pt x="86806" y="42774"/>
                    <a:pt x="98037" y="50378"/>
                    <a:pt x="96039" y="61215"/>
                  </a:cubicBezTo>
                  <a:cubicBezTo>
                    <a:pt x="92422" y="80225"/>
                    <a:pt x="61202" y="74712"/>
                    <a:pt x="49495" y="68724"/>
                  </a:cubicBezTo>
                  <a:cubicBezTo>
                    <a:pt x="37787" y="62735"/>
                    <a:pt x="28079" y="52945"/>
                    <a:pt x="16942" y="46006"/>
                  </a:cubicBezTo>
                  <a:cubicBezTo>
                    <a:pt x="9042" y="41158"/>
                    <a:pt x="1237" y="38592"/>
                    <a:pt x="0" y="28516"/>
                  </a:cubicBezTo>
                  <a:cubicBezTo>
                    <a:pt x="386" y="18574"/>
                    <a:pt x="2954" y="8840"/>
                    <a:pt x="7519" y="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28;p24">
              <a:extLst>
                <a:ext uri="{FF2B5EF4-FFF2-40B4-BE49-F238E27FC236}">
                  <a16:creationId xmlns:a16="http://schemas.microsoft.com/office/drawing/2014/main" id="{D4C75EF7-B120-02DF-8CCA-F5F413A9BD91}"/>
                </a:ext>
              </a:extLst>
            </p:cNvPr>
            <p:cNvSpPr/>
            <p:nvPr/>
          </p:nvSpPr>
          <p:spPr>
            <a:xfrm>
              <a:off x="2226484" y="3725354"/>
              <a:ext cx="95903" cy="50071"/>
            </a:xfrm>
            <a:custGeom>
              <a:avLst/>
              <a:gdLst/>
              <a:ahLst/>
              <a:cxnLst/>
              <a:rect l="l" t="t" r="r" b="b"/>
              <a:pathLst>
                <a:path w="95903" h="50071" extrusionOk="0">
                  <a:moveTo>
                    <a:pt x="245" y="0"/>
                  </a:moveTo>
                  <a:cubicBezTo>
                    <a:pt x="1768" y="9505"/>
                    <a:pt x="9763" y="12262"/>
                    <a:pt x="17283" y="17110"/>
                  </a:cubicBezTo>
                  <a:cubicBezTo>
                    <a:pt x="28609" y="24144"/>
                    <a:pt x="38604" y="34219"/>
                    <a:pt x="50311" y="40208"/>
                  </a:cubicBezTo>
                  <a:cubicBezTo>
                    <a:pt x="62018" y="46196"/>
                    <a:pt x="88384" y="51139"/>
                    <a:pt x="95903" y="37261"/>
                  </a:cubicBezTo>
                  <a:cubicBezTo>
                    <a:pt x="91810" y="56272"/>
                    <a:pt x="61162" y="50093"/>
                    <a:pt x="49549" y="44200"/>
                  </a:cubicBezTo>
                  <a:cubicBezTo>
                    <a:pt x="37937" y="38307"/>
                    <a:pt x="28134" y="28421"/>
                    <a:pt x="16997" y="21482"/>
                  </a:cubicBezTo>
                  <a:cubicBezTo>
                    <a:pt x="9097" y="16634"/>
                    <a:pt x="1292" y="14068"/>
                    <a:pt x="55" y="3992"/>
                  </a:cubicBezTo>
                  <a:cubicBezTo>
                    <a:pt x="-59" y="2661"/>
                    <a:pt x="5" y="1321"/>
                    <a:pt x="24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29;p24">
              <a:extLst>
                <a:ext uri="{FF2B5EF4-FFF2-40B4-BE49-F238E27FC236}">
                  <a16:creationId xmlns:a16="http://schemas.microsoft.com/office/drawing/2014/main" id="{F01CF6E3-63DE-70D0-E7D6-06F1187F50AA}"/>
                </a:ext>
              </a:extLst>
            </p:cNvPr>
            <p:cNvSpPr/>
            <p:nvPr/>
          </p:nvSpPr>
          <p:spPr>
            <a:xfrm>
              <a:off x="2101518" y="3008174"/>
              <a:ext cx="205910" cy="717579"/>
            </a:xfrm>
            <a:custGeom>
              <a:avLst/>
              <a:gdLst/>
              <a:ahLst/>
              <a:cxnLst/>
              <a:rect l="l" t="t" r="r" b="b"/>
              <a:pathLst>
                <a:path w="205910" h="717579" extrusionOk="0">
                  <a:moveTo>
                    <a:pt x="200595" y="106555"/>
                  </a:moveTo>
                  <a:cubicBezTo>
                    <a:pt x="194980" y="63115"/>
                    <a:pt x="178989" y="0"/>
                    <a:pt x="178989" y="0"/>
                  </a:cubicBezTo>
                  <a:cubicBezTo>
                    <a:pt x="163827" y="7043"/>
                    <a:pt x="147437" y="11083"/>
                    <a:pt x="130732" y="11882"/>
                  </a:cubicBezTo>
                  <a:cubicBezTo>
                    <a:pt x="106230" y="11825"/>
                    <a:pt x="81788" y="9467"/>
                    <a:pt x="57727" y="4848"/>
                  </a:cubicBezTo>
                  <a:cubicBezTo>
                    <a:pt x="49855" y="18526"/>
                    <a:pt x="41277" y="31786"/>
                    <a:pt x="32028" y="44580"/>
                  </a:cubicBezTo>
                  <a:cubicBezTo>
                    <a:pt x="19464" y="61975"/>
                    <a:pt x="-4998" y="100091"/>
                    <a:pt x="904" y="166629"/>
                  </a:cubicBezTo>
                  <a:cubicBezTo>
                    <a:pt x="4806" y="210163"/>
                    <a:pt x="29458" y="394758"/>
                    <a:pt x="29458" y="394758"/>
                  </a:cubicBezTo>
                  <a:cubicBezTo>
                    <a:pt x="19982" y="425830"/>
                    <a:pt x="14951" y="458092"/>
                    <a:pt x="14515" y="490572"/>
                  </a:cubicBezTo>
                  <a:cubicBezTo>
                    <a:pt x="16767" y="529163"/>
                    <a:pt x="21857" y="567546"/>
                    <a:pt x="29744" y="605396"/>
                  </a:cubicBezTo>
                  <a:lnTo>
                    <a:pt x="44307" y="709955"/>
                  </a:lnTo>
                  <a:cubicBezTo>
                    <a:pt x="44307" y="709955"/>
                    <a:pt x="63343" y="723928"/>
                    <a:pt x="77525" y="714043"/>
                  </a:cubicBezTo>
                  <a:lnTo>
                    <a:pt x="75812" y="611385"/>
                  </a:lnTo>
                  <a:cubicBezTo>
                    <a:pt x="77430" y="586291"/>
                    <a:pt x="79905" y="549220"/>
                    <a:pt x="81523" y="525837"/>
                  </a:cubicBezTo>
                  <a:cubicBezTo>
                    <a:pt x="84188" y="487340"/>
                    <a:pt x="91041" y="426125"/>
                    <a:pt x="93040" y="410917"/>
                  </a:cubicBezTo>
                  <a:cubicBezTo>
                    <a:pt x="95039" y="395708"/>
                    <a:pt x="99988" y="368903"/>
                    <a:pt x="102558" y="338961"/>
                  </a:cubicBezTo>
                  <a:cubicBezTo>
                    <a:pt x="105128" y="309019"/>
                    <a:pt x="116169" y="156933"/>
                    <a:pt x="116169" y="156933"/>
                  </a:cubicBezTo>
                  <a:lnTo>
                    <a:pt x="117787" y="185449"/>
                  </a:lnTo>
                  <a:cubicBezTo>
                    <a:pt x="117787" y="185449"/>
                    <a:pt x="119215" y="231741"/>
                    <a:pt x="125878" y="288773"/>
                  </a:cubicBezTo>
                  <a:cubicBezTo>
                    <a:pt x="132540" y="345805"/>
                    <a:pt x="134920" y="371089"/>
                    <a:pt x="134920" y="371089"/>
                  </a:cubicBezTo>
                  <a:cubicBezTo>
                    <a:pt x="128461" y="382524"/>
                    <a:pt x="123865" y="394910"/>
                    <a:pt x="121309" y="407780"/>
                  </a:cubicBezTo>
                  <a:cubicBezTo>
                    <a:pt x="120167" y="420042"/>
                    <a:pt x="105985" y="517567"/>
                    <a:pt x="114456" y="567185"/>
                  </a:cubicBezTo>
                  <a:lnTo>
                    <a:pt x="131779" y="693321"/>
                  </a:lnTo>
                  <a:cubicBezTo>
                    <a:pt x="140538" y="699338"/>
                    <a:pt x="151655" y="700783"/>
                    <a:pt x="161666" y="697218"/>
                  </a:cubicBezTo>
                  <a:lnTo>
                    <a:pt x="171850" y="570131"/>
                  </a:lnTo>
                  <a:cubicBezTo>
                    <a:pt x="178704" y="521749"/>
                    <a:pt x="193171" y="419186"/>
                    <a:pt x="195360" y="405879"/>
                  </a:cubicBezTo>
                  <a:cubicBezTo>
                    <a:pt x="200276" y="379007"/>
                    <a:pt x="203171" y="351812"/>
                    <a:pt x="204022" y="324513"/>
                  </a:cubicBezTo>
                  <a:cubicBezTo>
                    <a:pt x="207394" y="251863"/>
                    <a:pt x="206250" y="179071"/>
                    <a:pt x="200595" y="10655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0;p24">
              <a:extLst>
                <a:ext uri="{FF2B5EF4-FFF2-40B4-BE49-F238E27FC236}">
                  <a16:creationId xmlns:a16="http://schemas.microsoft.com/office/drawing/2014/main" id="{C5ACC7D5-A6F5-3B9B-08ED-C7564DABB10B}"/>
                </a:ext>
              </a:extLst>
            </p:cNvPr>
            <p:cNvSpPr/>
            <p:nvPr/>
          </p:nvSpPr>
          <p:spPr>
            <a:xfrm>
              <a:off x="2096876" y="2994106"/>
              <a:ext cx="219176" cy="477454"/>
            </a:xfrm>
            <a:custGeom>
              <a:avLst/>
              <a:gdLst/>
              <a:ahLst/>
              <a:cxnLst/>
              <a:rect l="l" t="t" r="r" b="b"/>
              <a:pathLst>
                <a:path w="219176" h="477454" extrusionOk="0">
                  <a:moveTo>
                    <a:pt x="62274" y="5418"/>
                  </a:moveTo>
                  <a:lnTo>
                    <a:pt x="24773" y="80606"/>
                  </a:lnTo>
                  <a:cubicBezTo>
                    <a:pt x="24773" y="80606"/>
                    <a:pt x="-32337" y="164158"/>
                    <a:pt x="26867" y="378979"/>
                  </a:cubicBezTo>
                  <a:lnTo>
                    <a:pt x="15730" y="445516"/>
                  </a:lnTo>
                  <a:cubicBezTo>
                    <a:pt x="15730" y="445516"/>
                    <a:pt x="127855" y="517377"/>
                    <a:pt x="202953" y="445516"/>
                  </a:cubicBezTo>
                  <a:cubicBezTo>
                    <a:pt x="202953" y="445516"/>
                    <a:pt x="228938" y="247044"/>
                    <a:pt x="215137" y="155508"/>
                  </a:cubicBezTo>
                  <a:cubicBezTo>
                    <a:pt x="207420" y="102867"/>
                    <a:pt x="195743" y="50882"/>
                    <a:pt x="180205" y="0"/>
                  </a:cubicBezTo>
                  <a:cubicBezTo>
                    <a:pt x="180205" y="0"/>
                    <a:pt x="161835" y="20246"/>
                    <a:pt x="67224" y="6844"/>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1;p24">
              <a:extLst>
                <a:ext uri="{FF2B5EF4-FFF2-40B4-BE49-F238E27FC236}">
                  <a16:creationId xmlns:a16="http://schemas.microsoft.com/office/drawing/2014/main" id="{1335415E-B91D-7DCC-055C-06A15FD9ACB4}"/>
                </a:ext>
              </a:extLst>
            </p:cNvPr>
            <p:cNvSpPr/>
            <p:nvPr/>
          </p:nvSpPr>
          <p:spPr>
            <a:xfrm>
              <a:off x="2115642" y="2850934"/>
              <a:ext cx="316003" cy="274536"/>
            </a:xfrm>
            <a:custGeom>
              <a:avLst/>
              <a:gdLst/>
              <a:ahLst/>
              <a:cxnLst/>
              <a:rect l="l" t="t" r="r" b="b"/>
              <a:pathLst>
                <a:path w="316003" h="274536" extrusionOk="0">
                  <a:moveTo>
                    <a:pt x="278037" y="202010"/>
                  </a:moveTo>
                  <a:cubicBezTo>
                    <a:pt x="268463" y="202400"/>
                    <a:pt x="258924" y="203417"/>
                    <a:pt x="249482" y="205052"/>
                  </a:cubicBezTo>
                  <a:cubicBezTo>
                    <a:pt x="240488" y="207875"/>
                    <a:pt x="231117" y="209320"/>
                    <a:pt x="221689" y="209329"/>
                  </a:cubicBezTo>
                  <a:cubicBezTo>
                    <a:pt x="211410" y="209329"/>
                    <a:pt x="182760" y="195071"/>
                    <a:pt x="158203" y="177867"/>
                  </a:cubicBezTo>
                  <a:cubicBezTo>
                    <a:pt x="131540" y="157867"/>
                    <a:pt x="108492" y="133467"/>
                    <a:pt x="90052" y="105721"/>
                  </a:cubicBezTo>
                  <a:cubicBezTo>
                    <a:pt x="70714" y="76112"/>
                    <a:pt x="53873" y="44963"/>
                    <a:pt x="39701" y="12568"/>
                  </a:cubicBezTo>
                  <a:cubicBezTo>
                    <a:pt x="31706" y="-10435"/>
                    <a:pt x="31896" y="5249"/>
                    <a:pt x="18285" y="4869"/>
                  </a:cubicBezTo>
                  <a:cubicBezTo>
                    <a:pt x="2199" y="4869"/>
                    <a:pt x="-6367" y="10382"/>
                    <a:pt x="5626" y="41655"/>
                  </a:cubicBezTo>
                  <a:cubicBezTo>
                    <a:pt x="17624" y="74011"/>
                    <a:pt x="34368" y="104419"/>
                    <a:pt x="55311" y="131861"/>
                  </a:cubicBezTo>
                  <a:cubicBezTo>
                    <a:pt x="74979" y="159540"/>
                    <a:pt x="99215" y="183675"/>
                    <a:pt x="126983" y="203246"/>
                  </a:cubicBezTo>
                  <a:cubicBezTo>
                    <a:pt x="151440" y="220356"/>
                    <a:pt x="177868" y="234452"/>
                    <a:pt x="205699" y="245260"/>
                  </a:cubicBezTo>
                  <a:cubicBezTo>
                    <a:pt x="213694" y="248492"/>
                    <a:pt x="218834" y="252959"/>
                    <a:pt x="233301" y="260944"/>
                  </a:cubicBezTo>
                  <a:cubicBezTo>
                    <a:pt x="247832" y="269251"/>
                    <a:pt x="264161" y="273918"/>
                    <a:pt x="280892" y="274536"/>
                  </a:cubicBezTo>
                  <a:cubicBezTo>
                    <a:pt x="294789" y="274536"/>
                    <a:pt x="299929" y="271875"/>
                    <a:pt x="300881" y="269023"/>
                  </a:cubicBezTo>
                  <a:cubicBezTo>
                    <a:pt x="301832" y="266171"/>
                    <a:pt x="299643" y="263035"/>
                    <a:pt x="293266" y="262465"/>
                  </a:cubicBezTo>
                  <a:cubicBezTo>
                    <a:pt x="283123" y="262312"/>
                    <a:pt x="273092" y="260316"/>
                    <a:pt x="263664" y="256571"/>
                  </a:cubicBezTo>
                  <a:cubicBezTo>
                    <a:pt x="263664" y="256571"/>
                    <a:pt x="277466" y="258567"/>
                    <a:pt x="285842" y="258947"/>
                  </a:cubicBezTo>
                  <a:cubicBezTo>
                    <a:pt x="293341" y="259394"/>
                    <a:pt x="300865" y="258814"/>
                    <a:pt x="308210" y="257236"/>
                  </a:cubicBezTo>
                  <a:cubicBezTo>
                    <a:pt x="315253" y="255525"/>
                    <a:pt x="319156" y="245640"/>
                    <a:pt x="312778" y="244880"/>
                  </a:cubicBezTo>
                  <a:cubicBezTo>
                    <a:pt x="306401" y="244119"/>
                    <a:pt x="301166" y="244880"/>
                    <a:pt x="288793" y="244404"/>
                  </a:cubicBezTo>
                  <a:cubicBezTo>
                    <a:pt x="282333" y="243967"/>
                    <a:pt x="275944" y="242788"/>
                    <a:pt x="269756" y="240887"/>
                  </a:cubicBezTo>
                  <a:cubicBezTo>
                    <a:pt x="278072" y="240944"/>
                    <a:pt x="286380" y="240345"/>
                    <a:pt x="294599" y="239081"/>
                  </a:cubicBezTo>
                  <a:cubicBezTo>
                    <a:pt x="301263" y="238425"/>
                    <a:pt x="307602" y="235887"/>
                    <a:pt x="312874" y="231762"/>
                  </a:cubicBezTo>
                  <a:cubicBezTo>
                    <a:pt x="315634" y="229481"/>
                    <a:pt x="316110" y="223112"/>
                    <a:pt x="308019" y="223207"/>
                  </a:cubicBezTo>
                  <a:cubicBezTo>
                    <a:pt x="298031" y="224947"/>
                    <a:pt x="287865" y="225460"/>
                    <a:pt x="277751" y="224728"/>
                  </a:cubicBezTo>
                  <a:cubicBezTo>
                    <a:pt x="267757" y="223302"/>
                    <a:pt x="260809" y="220926"/>
                    <a:pt x="262332" y="219595"/>
                  </a:cubicBezTo>
                  <a:cubicBezTo>
                    <a:pt x="263855" y="218264"/>
                    <a:pt x="269756" y="219595"/>
                    <a:pt x="278132" y="216553"/>
                  </a:cubicBezTo>
                  <a:cubicBezTo>
                    <a:pt x="286508" y="213512"/>
                    <a:pt x="292219" y="206193"/>
                    <a:pt x="290315" y="201915"/>
                  </a:cubicBezTo>
                  <a:cubicBezTo>
                    <a:pt x="288412" y="197638"/>
                    <a:pt x="287079" y="200395"/>
                    <a:pt x="278037" y="20201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4" name="Google Shape;1132;p24">
              <a:extLst>
                <a:ext uri="{FF2B5EF4-FFF2-40B4-BE49-F238E27FC236}">
                  <a16:creationId xmlns:a16="http://schemas.microsoft.com/office/drawing/2014/main" id="{E2C45507-F90B-F356-0991-501511468414}"/>
                </a:ext>
              </a:extLst>
            </p:cNvPr>
            <p:cNvSpPr/>
            <p:nvPr/>
          </p:nvSpPr>
          <p:spPr>
            <a:xfrm>
              <a:off x="2110000" y="2833008"/>
              <a:ext cx="75991" cy="89275"/>
            </a:xfrm>
            <a:custGeom>
              <a:avLst/>
              <a:gdLst/>
              <a:ahLst/>
              <a:cxnLst/>
              <a:rect l="l" t="t" r="r" b="b"/>
              <a:pathLst>
                <a:path w="75991" h="89275" extrusionOk="0">
                  <a:moveTo>
                    <a:pt x="18406" y="89237"/>
                  </a:moveTo>
                  <a:cubicBezTo>
                    <a:pt x="18406" y="89237"/>
                    <a:pt x="55147" y="91139"/>
                    <a:pt x="75991" y="68231"/>
                  </a:cubicBezTo>
                  <a:lnTo>
                    <a:pt x="53338" y="20704"/>
                  </a:lnTo>
                  <a:cubicBezTo>
                    <a:pt x="53338" y="20704"/>
                    <a:pt x="42963" y="-5436"/>
                    <a:pt x="18501" y="1028"/>
                  </a:cubicBezTo>
                  <a:cubicBezTo>
                    <a:pt x="-5960" y="7491"/>
                    <a:pt x="-6341" y="42186"/>
                    <a:pt x="18406" y="8923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5" name="Google Shape;1133;p24">
              <a:extLst>
                <a:ext uri="{FF2B5EF4-FFF2-40B4-BE49-F238E27FC236}">
                  <a16:creationId xmlns:a16="http://schemas.microsoft.com/office/drawing/2014/main" id="{4E471A0E-35E6-58FC-AF07-F67E326BC666}"/>
                </a:ext>
              </a:extLst>
            </p:cNvPr>
            <p:cNvSpPr/>
            <p:nvPr/>
          </p:nvSpPr>
          <p:spPr>
            <a:xfrm>
              <a:off x="2246717" y="2802864"/>
              <a:ext cx="61392" cy="64630"/>
            </a:xfrm>
            <a:custGeom>
              <a:avLst/>
              <a:gdLst/>
              <a:ahLst/>
              <a:cxnLst/>
              <a:rect l="l" t="t" r="r" b="b"/>
              <a:pathLst>
                <a:path w="61392" h="64630" extrusionOk="0">
                  <a:moveTo>
                    <a:pt x="0" y="469"/>
                  </a:moveTo>
                  <a:cubicBezTo>
                    <a:pt x="0" y="469"/>
                    <a:pt x="29792" y="-9036"/>
                    <a:pt x="61392" y="57501"/>
                  </a:cubicBezTo>
                  <a:lnTo>
                    <a:pt x="49590" y="64630"/>
                  </a:lnTo>
                  <a:cubicBezTo>
                    <a:pt x="49590" y="64630"/>
                    <a:pt x="18465" y="17294"/>
                    <a:pt x="0" y="46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4;p24">
              <a:extLst>
                <a:ext uri="{FF2B5EF4-FFF2-40B4-BE49-F238E27FC236}">
                  <a16:creationId xmlns:a16="http://schemas.microsoft.com/office/drawing/2014/main" id="{F228FFE2-1D67-2AA5-0A46-5F92D24B537E}"/>
                </a:ext>
              </a:extLst>
            </p:cNvPr>
            <p:cNvSpPr/>
            <p:nvPr/>
          </p:nvSpPr>
          <p:spPr>
            <a:xfrm>
              <a:off x="2092047" y="1119152"/>
              <a:ext cx="668082" cy="515307"/>
            </a:xfrm>
            <a:custGeom>
              <a:avLst/>
              <a:gdLst/>
              <a:ahLst/>
              <a:cxnLst/>
              <a:rect l="l" t="t" r="r" b="b"/>
              <a:pathLst>
                <a:path w="668082" h="515307" extrusionOk="0">
                  <a:moveTo>
                    <a:pt x="668083" y="310182"/>
                  </a:moveTo>
                  <a:lnTo>
                    <a:pt x="141345" y="6010"/>
                  </a:lnTo>
                  <a:lnTo>
                    <a:pt x="139346" y="4869"/>
                  </a:lnTo>
                  <a:lnTo>
                    <a:pt x="139346" y="4869"/>
                  </a:lnTo>
                  <a:cubicBezTo>
                    <a:pt x="124498" y="-3020"/>
                    <a:pt x="104415" y="-1594"/>
                    <a:pt x="82237" y="11143"/>
                  </a:cubicBezTo>
                  <a:cubicBezTo>
                    <a:pt x="36835" y="37378"/>
                    <a:pt x="0" y="101064"/>
                    <a:pt x="0" y="153723"/>
                  </a:cubicBezTo>
                  <a:cubicBezTo>
                    <a:pt x="0" y="180814"/>
                    <a:pt x="9994" y="199539"/>
                    <a:pt x="25890" y="207619"/>
                  </a:cubicBezTo>
                  <a:lnTo>
                    <a:pt x="559765" y="515307"/>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7" name="Google Shape;1135;p24">
              <a:extLst>
                <a:ext uri="{FF2B5EF4-FFF2-40B4-BE49-F238E27FC236}">
                  <a16:creationId xmlns:a16="http://schemas.microsoft.com/office/drawing/2014/main" id="{97EEB78C-63BD-AF68-B5AE-6403B907BC8C}"/>
                </a:ext>
              </a:extLst>
            </p:cNvPr>
            <p:cNvSpPr/>
            <p:nvPr/>
          </p:nvSpPr>
          <p:spPr>
            <a:xfrm rot="-3598236">
              <a:off x="2590249" y="1465200"/>
              <a:ext cx="232417" cy="133906"/>
            </a:xfrm>
            <a:custGeom>
              <a:avLst/>
              <a:gdLst/>
              <a:ahLst/>
              <a:cxnLst/>
              <a:rect l="l" t="t" r="r" b="b"/>
              <a:pathLst>
                <a:path w="232624" h="134025" extrusionOk="0">
                  <a:moveTo>
                    <a:pt x="232625" y="67013"/>
                  </a:moveTo>
                  <a:cubicBezTo>
                    <a:pt x="232625" y="104023"/>
                    <a:pt x="180550" y="134026"/>
                    <a:pt x="116312" y="134026"/>
                  </a:cubicBezTo>
                  <a:cubicBezTo>
                    <a:pt x="52075" y="134026"/>
                    <a:pt x="0" y="104023"/>
                    <a:pt x="0" y="67013"/>
                  </a:cubicBezTo>
                  <a:cubicBezTo>
                    <a:pt x="0" y="30003"/>
                    <a:pt x="52075" y="0"/>
                    <a:pt x="116312" y="0"/>
                  </a:cubicBezTo>
                  <a:cubicBezTo>
                    <a:pt x="180550" y="0"/>
                    <a:pt x="232625" y="30003"/>
                    <a:pt x="232625" y="67013"/>
                  </a:cubicBezTo>
                  <a:close/>
                </a:path>
              </a:pathLst>
            </a:custGeom>
            <a:solidFill>
              <a:srgbClr val="616E8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8" name="Google Shape;1136;p24">
              <a:extLst>
                <a:ext uri="{FF2B5EF4-FFF2-40B4-BE49-F238E27FC236}">
                  <a16:creationId xmlns:a16="http://schemas.microsoft.com/office/drawing/2014/main" id="{4A7C7F05-595B-E6D6-57A0-31C2F7B740B0}"/>
                </a:ext>
              </a:extLst>
            </p:cNvPr>
            <p:cNvSpPr/>
            <p:nvPr/>
          </p:nvSpPr>
          <p:spPr>
            <a:xfrm>
              <a:off x="2667422" y="1490358"/>
              <a:ext cx="274409" cy="269191"/>
            </a:xfrm>
            <a:custGeom>
              <a:avLst/>
              <a:gdLst/>
              <a:ahLst/>
              <a:cxnLst/>
              <a:rect l="l" t="t" r="r" b="b"/>
              <a:pathLst>
                <a:path w="274409" h="269191" extrusionOk="0">
                  <a:moveTo>
                    <a:pt x="274410" y="269192"/>
                  </a:moveTo>
                  <a:lnTo>
                    <a:pt x="0" y="111023"/>
                  </a:lnTo>
                  <a:lnTo>
                    <a:pt x="0" y="0"/>
                  </a:lnTo>
                  <a:lnTo>
                    <a:pt x="274410" y="158264"/>
                  </a:lnTo>
                  <a:lnTo>
                    <a:pt x="274410" y="26919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7;p24">
              <a:extLst>
                <a:ext uri="{FF2B5EF4-FFF2-40B4-BE49-F238E27FC236}">
                  <a16:creationId xmlns:a16="http://schemas.microsoft.com/office/drawing/2014/main" id="{3BB1511F-949C-87D1-728D-4A4C0185CC78}"/>
                </a:ext>
              </a:extLst>
            </p:cNvPr>
            <p:cNvSpPr/>
            <p:nvPr/>
          </p:nvSpPr>
          <p:spPr>
            <a:xfrm>
              <a:off x="2667422" y="1454143"/>
              <a:ext cx="337610" cy="194669"/>
            </a:xfrm>
            <a:custGeom>
              <a:avLst/>
              <a:gdLst/>
              <a:ahLst/>
              <a:cxnLst/>
              <a:rect l="l" t="t" r="r" b="b"/>
              <a:pathLst>
                <a:path w="337610" h="194669" extrusionOk="0">
                  <a:moveTo>
                    <a:pt x="274410" y="194670"/>
                  </a:moveTo>
                  <a:lnTo>
                    <a:pt x="0" y="36501"/>
                  </a:lnTo>
                  <a:lnTo>
                    <a:pt x="63201" y="0"/>
                  </a:lnTo>
                  <a:lnTo>
                    <a:pt x="337611" y="158264"/>
                  </a:lnTo>
                  <a:lnTo>
                    <a:pt x="274410" y="194670"/>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38;p24">
              <a:extLst>
                <a:ext uri="{FF2B5EF4-FFF2-40B4-BE49-F238E27FC236}">
                  <a16:creationId xmlns:a16="http://schemas.microsoft.com/office/drawing/2014/main" id="{0EFF9A99-14AE-1B95-B628-1716A4764457}"/>
                </a:ext>
              </a:extLst>
            </p:cNvPr>
            <p:cNvSpPr/>
            <p:nvPr/>
          </p:nvSpPr>
          <p:spPr>
            <a:xfrm rot="-1801764">
              <a:off x="2968958" y="1259916"/>
              <a:ext cx="690027" cy="1193572"/>
            </a:xfrm>
            <a:custGeom>
              <a:avLst/>
              <a:gdLst/>
              <a:ahLst/>
              <a:cxnLst/>
              <a:rect l="l" t="t" r="r" b="b"/>
              <a:pathLst>
                <a:path w="690640" h="1194633" extrusionOk="0">
                  <a:moveTo>
                    <a:pt x="690640" y="597317"/>
                  </a:moveTo>
                  <a:cubicBezTo>
                    <a:pt x="690640" y="927206"/>
                    <a:pt x="536035" y="1194633"/>
                    <a:pt x="345320" y="1194633"/>
                  </a:cubicBezTo>
                  <a:cubicBezTo>
                    <a:pt x="154605" y="1194633"/>
                    <a:pt x="0" y="927206"/>
                    <a:pt x="0" y="597317"/>
                  </a:cubicBezTo>
                  <a:cubicBezTo>
                    <a:pt x="0" y="267428"/>
                    <a:pt x="154605" y="0"/>
                    <a:pt x="345320" y="0"/>
                  </a:cubicBezTo>
                  <a:cubicBezTo>
                    <a:pt x="536035" y="0"/>
                    <a:pt x="690640" y="267428"/>
                    <a:pt x="690640" y="597317"/>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39;p24">
              <a:extLst>
                <a:ext uri="{FF2B5EF4-FFF2-40B4-BE49-F238E27FC236}">
                  <a16:creationId xmlns:a16="http://schemas.microsoft.com/office/drawing/2014/main" id="{67AA1BBD-E5F5-D68B-7F5E-6F3F0E317D11}"/>
                </a:ext>
              </a:extLst>
            </p:cNvPr>
            <p:cNvSpPr/>
            <p:nvPr/>
          </p:nvSpPr>
          <p:spPr>
            <a:xfrm>
              <a:off x="2858071" y="1161854"/>
              <a:ext cx="1027965" cy="1324206"/>
            </a:xfrm>
            <a:custGeom>
              <a:avLst/>
              <a:gdLst/>
              <a:ahLst/>
              <a:cxnLst/>
              <a:rect l="l" t="t" r="r" b="b"/>
              <a:pathLst>
                <a:path w="1027965" h="1324206" extrusionOk="0">
                  <a:moveTo>
                    <a:pt x="513983" y="1254422"/>
                  </a:moveTo>
                  <a:cubicBezTo>
                    <a:pt x="230816" y="1091119"/>
                    <a:pt x="0" y="692560"/>
                    <a:pt x="0" y="365955"/>
                  </a:cubicBezTo>
                  <a:cubicBezTo>
                    <a:pt x="0" y="39351"/>
                    <a:pt x="230436" y="-93439"/>
                    <a:pt x="513983" y="69863"/>
                  </a:cubicBezTo>
                  <a:cubicBezTo>
                    <a:pt x="797530" y="233165"/>
                    <a:pt x="1027966" y="631725"/>
                    <a:pt x="1027966" y="958234"/>
                  </a:cubicBezTo>
                  <a:cubicBezTo>
                    <a:pt x="1027966" y="1284744"/>
                    <a:pt x="797245" y="1417629"/>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2" name="Google Shape;1140;p24">
              <a:extLst>
                <a:ext uri="{FF2B5EF4-FFF2-40B4-BE49-F238E27FC236}">
                  <a16:creationId xmlns:a16="http://schemas.microsoft.com/office/drawing/2014/main" id="{2E90A4E7-2C26-738E-C5BC-9B71804712E0}"/>
                </a:ext>
              </a:extLst>
            </p:cNvPr>
            <p:cNvSpPr/>
            <p:nvPr/>
          </p:nvSpPr>
          <p:spPr>
            <a:xfrm>
              <a:off x="2800391" y="1195123"/>
              <a:ext cx="1027965" cy="1324248"/>
            </a:xfrm>
            <a:custGeom>
              <a:avLst/>
              <a:gdLst/>
              <a:ahLst/>
              <a:cxnLst/>
              <a:rect l="l" t="t" r="r" b="b"/>
              <a:pathLst>
                <a:path w="1027965" h="1324248" extrusionOk="0">
                  <a:moveTo>
                    <a:pt x="513983" y="1254422"/>
                  </a:moveTo>
                  <a:cubicBezTo>
                    <a:pt x="230721" y="1091119"/>
                    <a:pt x="0" y="692560"/>
                    <a:pt x="0" y="365955"/>
                  </a:cubicBezTo>
                  <a:cubicBezTo>
                    <a:pt x="0" y="39351"/>
                    <a:pt x="230341" y="-93439"/>
                    <a:pt x="513983" y="69863"/>
                  </a:cubicBezTo>
                  <a:cubicBezTo>
                    <a:pt x="797625" y="233165"/>
                    <a:pt x="1027966" y="631725"/>
                    <a:pt x="1027966" y="958234"/>
                  </a:cubicBezTo>
                  <a:cubicBezTo>
                    <a:pt x="1027966" y="1284744"/>
                    <a:pt x="797149" y="1417724"/>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154814439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pic>
        <p:nvPicPr>
          <p:cNvPr id="8" name="Picture 5" descr="Graphical user interface, application&#10;&#10;Description automatically generated">
            <a:extLst>
              <a:ext uri="{FF2B5EF4-FFF2-40B4-BE49-F238E27FC236}">
                <a16:creationId xmlns:a16="http://schemas.microsoft.com/office/drawing/2014/main" id="{1F1A7641-AC3E-D192-2B39-E2318D0E8C44}"/>
              </a:ext>
            </a:extLst>
          </p:cNvPr>
          <p:cNvPicPr>
            <a:picLocks noChangeAspect="1"/>
          </p:cNvPicPr>
          <p:nvPr/>
        </p:nvPicPr>
        <p:blipFill>
          <a:blip r:embed="rId4"/>
          <a:stretch>
            <a:fillRect/>
          </a:stretch>
        </p:blipFill>
        <p:spPr>
          <a:xfrm>
            <a:off x="240982" y="2193023"/>
            <a:ext cx="9375555" cy="778633"/>
          </a:xfrm>
          <a:prstGeom prst="rect">
            <a:avLst/>
          </a:prstGeom>
        </p:spPr>
      </p:pic>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17</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173" y="382190"/>
            <a:ext cx="9370216" cy="767378"/>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HOW TO CREATE PIVOT TABLE?</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04358" y="1137463"/>
            <a:ext cx="9436778"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240982" y="1308141"/>
            <a:ext cx="7182997" cy="861774"/>
          </a:xfrm>
          <a:prstGeom prst="rect">
            <a:avLst/>
          </a:prstGeom>
          <a:noFill/>
        </p:spPr>
        <p:txBody>
          <a:bodyPr wrap="square" rtlCol="0">
            <a:spAutoFit/>
          </a:bodyPr>
          <a:lstStyle/>
          <a:p>
            <a:r>
              <a:rPr lang="en-US"/>
              <a:t>1. PIVOT TABLE CAN BE FOUND UNDER INSERT TAB:</a:t>
            </a:r>
          </a:p>
          <a:p>
            <a:pPr marL="742950" lvl="1" indent="-285750">
              <a:buFont typeface="Wingdings" panose="05000000000000000000" pitchFamily="2" charset="2"/>
              <a:buChar char="Ø"/>
            </a:pPr>
            <a:r>
              <a:rPr lang="en-US" sz="1600"/>
              <a:t>CLICK PIVOT TABLE</a:t>
            </a:r>
          </a:p>
          <a:p>
            <a:pPr marL="742950" lvl="1" indent="-285750">
              <a:buFont typeface="Wingdings" panose="05000000000000000000" pitchFamily="2" charset="2"/>
              <a:buChar char="Ø"/>
            </a:pPr>
            <a:r>
              <a:rPr lang="en-US" sz="1600"/>
              <a:t>SELECT TABLE FROM SPREADSHEET</a:t>
            </a:r>
            <a:endParaRPr lang="en-MY" sz="1600"/>
          </a:p>
        </p:txBody>
      </p:sp>
      <p:sp>
        <p:nvSpPr>
          <p:cNvPr id="19" name="TextBox 18">
            <a:extLst>
              <a:ext uri="{FF2B5EF4-FFF2-40B4-BE49-F238E27FC236}">
                <a16:creationId xmlns:a16="http://schemas.microsoft.com/office/drawing/2014/main" id="{53F8001C-FCBF-11B8-7B37-411428FD572D}"/>
              </a:ext>
            </a:extLst>
          </p:cNvPr>
          <p:cNvSpPr txBox="1"/>
          <p:nvPr/>
        </p:nvSpPr>
        <p:spPr>
          <a:xfrm>
            <a:off x="265713" y="3636343"/>
            <a:ext cx="3674008" cy="2123658"/>
          </a:xfrm>
          <a:prstGeom prst="rect">
            <a:avLst/>
          </a:prstGeom>
          <a:noFill/>
        </p:spPr>
        <p:txBody>
          <a:bodyPr wrap="square" rtlCol="0">
            <a:spAutoFit/>
          </a:bodyPr>
          <a:lstStyle/>
          <a:p>
            <a:r>
              <a:rPr lang="en-US"/>
              <a:t>2. INSERT PIVOT TABLE CAN BE DONE AS FOLLOWS:</a:t>
            </a:r>
          </a:p>
          <a:p>
            <a:pPr marL="285750" indent="-285750">
              <a:buFont typeface="Wingdings" panose="05000000000000000000" pitchFamily="2" charset="2"/>
              <a:buChar char="Ø"/>
            </a:pPr>
            <a:r>
              <a:rPr lang="en-US" sz="1600"/>
              <a:t>SELECT COLUMNS AND ROWS TO CREATE PIVOT TABLE</a:t>
            </a:r>
          </a:p>
          <a:p>
            <a:pPr marL="285750" indent="-285750">
              <a:buFont typeface="Wingdings" panose="05000000000000000000" pitchFamily="2" charset="2"/>
              <a:buChar char="Ø"/>
            </a:pPr>
            <a:r>
              <a:rPr lang="en-US" sz="1600"/>
              <a:t>DATA WILL BE SHOWN BASED ON CATEGORIES AND USER ABLE TO SELECT FILTERS</a:t>
            </a:r>
          </a:p>
          <a:p>
            <a:pPr marL="285750" indent="-285750">
              <a:buFont typeface="Wingdings" panose="05000000000000000000" pitchFamily="2" charset="2"/>
              <a:buChar char="Ø"/>
            </a:pPr>
            <a:r>
              <a:rPr lang="en-US" sz="1600"/>
              <a:t>CLICK ON EXISTING SHEET</a:t>
            </a:r>
            <a:endParaRPr lang="en-MY" sz="1600"/>
          </a:p>
        </p:txBody>
      </p:sp>
      <p:sp>
        <p:nvSpPr>
          <p:cNvPr id="21" name="Rectangle 20">
            <a:extLst>
              <a:ext uri="{FF2B5EF4-FFF2-40B4-BE49-F238E27FC236}">
                <a16:creationId xmlns:a16="http://schemas.microsoft.com/office/drawing/2014/main" id="{3069AF0E-40A0-9BA9-2D96-6F2FC79C1F7B}"/>
              </a:ext>
            </a:extLst>
          </p:cNvPr>
          <p:cNvSpPr/>
          <p:nvPr/>
        </p:nvSpPr>
        <p:spPr>
          <a:xfrm>
            <a:off x="1212979" y="2236144"/>
            <a:ext cx="606490" cy="22724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22" name="Rectangle 21">
            <a:extLst>
              <a:ext uri="{FF2B5EF4-FFF2-40B4-BE49-F238E27FC236}">
                <a16:creationId xmlns:a16="http://schemas.microsoft.com/office/drawing/2014/main" id="{603BBBFB-8D39-DA60-83D6-81F7BF6251E3}"/>
              </a:ext>
            </a:extLst>
          </p:cNvPr>
          <p:cNvSpPr/>
          <p:nvPr/>
        </p:nvSpPr>
        <p:spPr>
          <a:xfrm>
            <a:off x="259643" y="2477541"/>
            <a:ext cx="1031937" cy="2988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pic>
        <p:nvPicPr>
          <p:cNvPr id="16" name="Picture 15">
            <a:extLst>
              <a:ext uri="{FF2B5EF4-FFF2-40B4-BE49-F238E27FC236}">
                <a16:creationId xmlns:a16="http://schemas.microsoft.com/office/drawing/2014/main" id="{442C63AD-BACC-44FC-0FDB-7257B4718E3E}"/>
              </a:ext>
            </a:extLst>
          </p:cNvPr>
          <p:cNvPicPr>
            <a:picLocks noChangeAspect="1"/>
          </p:cNvPicPr>
          <p:nvPr/>
        </p:nvPicPr>
        <p:blipFill>
          <a:blip r:embed="rId5"/>
          <a:stretch>
            <a:fillRect/>
          </a:stretch>
        </p:blipFill>
        <p:spPr>
          <a:xfrm>
            <a:off x="4358800" y="3612721"/>
            <a:ext cx="2040647" cy="3099093"/>
          </a:xfrm>
          <a:prstGeom prst="rect">
            <a:avLst/>
          </a:prstGeom>
        </p:spPr>
      </p:pic>
      <p:pic>
        <p:nvPicPr>
          <p:cNvPr id="1059" name="Picture 1058">
            <a:extLst>
              <a:ext uri="{FF2B5EF4-FFF2-40B4-BE49-F238E27FC236}">
                <a16:creationId xmlns:a16="http://schemas.microsoft.com/office/drawing/2014/main" id="{EC354BCE-4D71-EBAC-E48E-82BAD20241AD}"/>
              </a:ext>
            </a:extLst>
          </p:cNvPr>
          <p:cNvPicPr>
            <a:picLocks noChangeAspect="1"/>
          </p:cNvPicPr>
          <p:nvPr/>
        </p:nvPicPr>
        <p:blipFill>
          <a:blip r:embed="rId6"/>
          <a:stretch>
            <a:fillRect/>
          </a:stretch>
        </p:blipFill>
        <p:spPr>
          <a:xfrm>
            <a:off x="6695196" y="3572531"/>
            <a:ext cx="2040647" cy="3040148"/>
          </a:xfrm>
          <a:prstGeom prst="rect">
            <a:avLst/>
          </a:prstGeom>
        </p:spPr>
      </p:pic>
    </p:spTree>
    <p:extLst>
      <p:ext uri="{BB962C8B-B14F-4D97-AF65-F5344CB8AC3E}">
        <p14:creationId xmlns:p14="http://schemas.microsoft.com/office/powerpoint/2010/main" val="57312954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pic>
        <p:nvPicPr>
          <p:cNvPr id="1061" name="Picture 1060">
            <a:extLst>
              <a:ext uri="{FF2B5EF4-FFF2-40B4-BE49-F238E27FC236}">
                <a16:creationId xmlns:a16="http://schemas.microsoft.com/office/drawing/2014/main" id="{71B0BC80-D440-18D6-E284-4461F31BAABF}"/>
              </a:ext>
            </a:extLst>
          </p:cNvPr>
          <p:cNvPicPr>
            <a:picLocks noChangeAspect="1"/>
          </p:cNvPicPr>
          <p:nvPr/>
        </p:nvPicPr>
        <p:blipFill>
          <a:blip r:embed="rId4"/>
          <a:stretch>
            <a:fillRect/>
          </a:stretch>
        </p:blipFill>
        <p:spPr>
          <a:xfrm>
            <a:off x="4373610" y="1245292"/>
            <a:ext cx="2482556" cy="1927175"/>
          </a:xfrm>
          <a:prstGeom prst="rect">
            <a:avLst/>
          </a:prstGeom>
        </p:spPr>
      </p:pic>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18</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1352" y="420709"/>
            <a:ext cx="9290676" cy="74159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HOW TO CREATE PIVOT TABLE?</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27255" y="1165454"/>
            <a:ext cx="9311678"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182169" y="1350639"/>
            <a:ext cx="3201862" cy="861774"/>
          </a:xfrm>
          <a:prstGeom prst="rect">
            <a:avLst/>
          </a:prstGeom>
          <a:noFill/>
        </p:spPr>
        <p:txBody>
          <a:bodyPr wrap="square" rtlCol="0">
            <a:spAutoFit/>
          </a:bodyPr>
          <a:lstStyle/>
          <a:p>
            <a:pPr marL="342900" indent="-342900">
              <a:buAutoNum type="arabicPeriod"/>
            </a:pPr>
            <a:r>
              <a:rPr lang="en-US"/>
              <a:t>ADD PIVOT TABLE TO SHEET:</a:t>
            </a:r>
          </a:p>
          <a:p>
            <a:pPr marL="285750" indent="-285750">
              <a:buFont typeface="Wingdings" panose="05000000000000000000" pitchFamily="2" charset="2"/>
              <a:buChar char="Ø"/>
            </a:pPr>
            <a:r>
              <a:rPr lang="en-US" sz="1600"/>
              <a:t>ONCE CATEGORIES HAS BEEN CHOSEN, CLICK ON INSERT</a:t>
            </a:r>
            <a:endParaRPr lang="en-MY" sz="1600"/>
          </a:p>
        </p:txBody>
      </p:sp>
      <p:sp>
        <p:nvSpPr>
          <p:cNvPr id="19" name="TextBox 18">
            <a:extLst>
              <a:ext uri="{FF2B5EF4-FFF2-40B4-BE49-F238E27FC236}">
                <a16:creationId xmlns:a16="http://schemas.microsoft.com/office/drawing/2014/main" id="{53F8001C-FCBF-11B8-7B37-411428FD572D}"/>
              </a:ext>
            </a:extLst>
          </p:cNvPr>
          <p:cNvSpPr txBox="1"/>
          <p:nvPr/>
        </p:nvSpPr>
        <p:spPr>
          <a:xfrm>
            <a:off x="182169" y="3657772"/>
            <a:ext cx="3258969" cy="646331"/>
          </a:xfrm>
          <a:prstGeom prst="rect">
            <a:avLst/>
          </a:prstGeom>
          <a:noFill/>
        </p:spPr>
        <p:txBody>
          <a:bodyPr wrap="square" rtlCol="0">
            <a:spAutoFit/>
          </a:bodyPr>
          <a:lstStyle/>
          <a:p>
            <a:r>
              <a:rPr lang="en-US"/>
              <a:t>2. PIVOT TABLE HAS BEEN CREATED SUCCESSFULLY</a:t>
            </a:r>
            <a:endParaRPr lang="en-MY"/>
          </a:p>
        </p:txBody>
      </p:sp>
      <p:sp>
        <p:nvSpPr>
          <p:cNvPr id="22" name="Rectangle 21">
            <a:extLst>
              <a:ext uri="{FF2B5EF4-FFF2-40B4-BE49-F238E27FC236}">
                <a16:creationId xmlns:a16="http://schemas.microsoft.com/office/drawing/2014/main" id="{603BBBFB-8D39-DA60-83D6-81F7BF6251E3}"/>
              </a:ext>
            </a:extLst>
          </p:cNvPr>
          <p:cNvSpPr/>
          <p:nvPr/>
        </p:nvSpPr>
        <p:spPr>
          <a:xfrm>
            <a:off x="5551714" y="2696548"/>
            <a:ext cx="544286" cy="30372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pic>
        <p:nvPicPr>
          <p:cNvPr id="10" name="Picture 9">
            <a:extLst>
              <a:ext uri="{FF2B5EF4-FFF2-40B4-BE49-F238E27FC236}">
                <a16:creationId xmlns:a16="http://schemas.microsoft.com/office/drawing/2014/main" id="{8780D6AD-11EE-4ADF-70B6-7A30AAA044F4}"/>
              </a:ext>
            </a:extLst>
          </p:cNvPr>
          <p:cNvPicPr>
            <a:picLocks noChangeAspect="1"/>
          </p:cNvPicPr>
          <p:nvPr/>
        </p:nvPicPr>
        <p:blipFill>
          <a:blip r:embed="rId5"/>
          <a:stretch>
            <a:fillRect/>
          </a:stretch>
        </p:blipFill>
        <p:spPr>
          <a:xfrm>
            <a:off x="3444123" y="3384209"/>
            <a:ext cx="5636961" cy="2886232"/>
          </a:xfrm>
          <a:prstGeom prst="rect">
            <a:avLst/>
          </a:prstGeom>
        </p:spPr>
      </p:pic>
    </p:spTree>
    <p:extLst>
      <p:ext uri="{BB962C8B-B14F-4D97-AF65-F5344CB8AC3E}">
        <p14:creationId xmlns:p14="http://schemas.microsoft.com/office/powerpoint/2010/main" val="122177632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19</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30106"/>
            <a:ext cx="5868955" cy="708242"/>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WHAT IS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83952" y="1146793"/>
            <a:ext cx="583287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46BAA9-98E2-7D73-DC92-20B3506940E4}"/>
              </a:ext>
            </a:extLst>
          </p:cNvPr>
          <p:cNvSpPr txBox="1"/>
          <p:nvPr/>
        </p:nvSpPr>
        <p:spPr>
          <a:xfrm>
            <a:off x="288819" y="1770190"/>
            <a:ext cx="7595119" cy="3693319"/>
          </a:xfrm>
          <a:prstGeom prst="rect">
            <a:avLst/>
          </a:prstGeom>
          <a:noFill/>
        </p:spPr>
        <p:txBody>
          <a:bodyPr wrap="square" rtlCol="0">
            <a:spAutoFit/>
          </a:bodyPr>
          <a:lstStyle/>
          <a:p>
            <a:pPr marL="285750" indent="-285750">
              <a:buFont typeface="Arial" panose="020B0604020202020204" pitchFamily="34" charset="0"/>
              <a:buChar char="•"/>
            </a:pPr>
            <a:r>
              <a:rPr lang="en-US"/>
              <a:t>WHAT ARE THEY FOR?</a:t>
            </a:r>
          </a:p>
          <a:p>
            <a:pPr lvl="1"/>
            <a:endParaRPr lang="en-US"/>
          </a:p>
          <a:p>
            <a:pPr marL="742950" lvl="1" indent="-285750">
              <a:buFont typeface="Wingdings" panose="05000000000000000000" pitchFamily="2" charset="2"/>
              <a:buChar char="Ø"/>
            </a:pPr>
            <a:r>
              <a:rPr lang="en-MY"/>
              <a:t>To create a graphical representation of any set of data.</a:t>
            </a:r>
          </a:p>
          <a:p>
            <a:pPr marL="742950" lvl="1" indent="-285750">
              <a:buFont typeface="Wingdings" panose="05000000000000000000" pitchFamily="2" charset="2"/>
              <a:buChar char="Ø"/>
            </a:pPr>
            <a:r>
              <a:rPr lang="en-MY"/>
              <a:t>Data can be represented by symbols such as bars in bar chart or lines in a line chart. </a:t>
            </a:r>
          </a:p>
          <a:p>
            <a:pPr marL="742950" lvl="1" indent="-285750">
              <a:buFont typeface="Wingdings" panose="05000000000000000000" pitchFamily="2" charset="2"/>
              <a:buChar char="Ø"/>
            </a:pPr>
            <a:r>
              <a:rPr lang="en-MY"/>
              <a:t>Charts can be understood quicker than raw data. </a:t>
            </a:r>
          </a:p>
          <a:p>
            <a:pPr lvl="1"/>
            <a:endParaRPr lang="en-MY"/>
          </a:p>
          <a:p>
            <a:pPr marL="285750" indent="-285750">
              <a:buFont typeface="Arial" panose="020B0604020202020204" pitchFamily="34" charset="0"/>
              <a:buChar char="•"/>
            </a:pPr>
            <a:r>
              <a:rPr lang="en-MY"/>
              <a:t>WHAT IS DATA CHART?</a:t>
            </a:r>
          </a:p>
          <a:p>
            <a:endParaRPr lang="en-MY"/>
          </a:p>
          <a:p>
            <a:pPr marL="742950" lvl="1" indent="-285750">
              <a:buFont typeface="Wingdings" panose="05000000000000000000" pitchFamily="2" charset="2"/>
              <a:buChar char="Ø"/>
            </a:pPr>
            <a:r>
              <a:rPr lang="en-MY"/>
              <a:t>A type of diagram or graph, that organizes and represents a set of numerical or qualitative data. </a:t>
            </a:r>
          </a:p>
          <a:p>
            <a:pPr marL="742950" lvl="1" indent="-285750">
              <a:buFont typeface="Wingdings" panose="05000000000000000000" pitchFamily="2" charset="2"/>
              <a:buChar char="Ø"/>
            </a:pPr>
            <a:r>
              <a:rPr lang="en-MY"/>
              <a:t>Used to ease understanding of large quantities of data and relationship between parts of data. </a:t>
            </a:r>
          </a:p>
        </p:txBody>
      </p:sp>
      <p:grpSp>
        <p:nvGrpSpPr>
          <p:cNvPr id="8" name="Google Shape;1047;p24">
            <a:extLst>
              <a:ext uri="{FF2B5EF4-FFF2-40B4-BE49-F238E27FC236}">
                <a16:creationId xmlns:a16="http://schemas.microsoft.com/office/drawing/2014/main" id="{BEAD81C3-9197-7F68-B127-73A25DF76049}"/>
              </a:ext>
            </a:extLst>
          </p:cNvPr>
          <p:cNvGrpSpPr/>
          <p:nvPr/>
        </p:nvGrpSpPr>
        <p:grpSpPr>
          <a:xfrm>
            <a:off x="8407381" y="2553568"/>
            <a:ext cx="3495800" cy="3628765"/>
            <a:chOff x="2012475" y="393272"/>
            <a:chExt cx="4440240" cy="4609126"/>
          </a:xfrm>
        </p:grpSpPr>
        <p:sp>
          <p:nvSpPr>
            <p:cNvPr id="10" name="Google Shape;1048;p24">
              <a:extLst>
                <a:ext uri="{FF2B5EF4-FFF2-40B4-BE49-F238E27FC236}">
                  <a16:creationId xmlns:a16="http://schemas.microsoft.com/office/drawing/2014/main" id="{81BBD1CB-D67F-E2F7-86FB-F11D62AC72DB}"/>
                </a:ext>
              </a:extLst>
            </p:cNvPr>
            <p:cNvSpPr/>
            <p:nvPr/>
          </p:nvSpPr>
          <p:spPr>
            <a:xfrm>
              <a:off x="4172687" y="3422228"/>
              <a:ext cx="1096154" cy="631831"/>
            </a:xfrm>
            <a:custGeom>
              <a:avLst/>
              <a:gdLst/>
              <a:ahLst/>
              <a:cxnLst/>
              <a:rect l="l" t="t" r="r" b="b"/>
              <a:pathLst>
                <a:path w="1096154" h="631831" extrusionOk="0">
                  <a:moveTo>
                    <a:pt x="581029" y="616328"/>
                  </a:moveTo>
                  <a:lnTo>
                    <a:pt x="26975" y="296853"/>
                  </a:lnTo>
                  <a:cubicBezTo>
                    <a:pt x="-13002" y="273849"/>
                    <a:pt x="-7957" y="233547"/>
                    <a:pt x="38206" y="207027"/>
                  </a:cubicBezTo>
                  <a:lnTo>
                    <a:pt x="397137" y="0"/>
                  </a:lnTo>
                  <a:lnTo>
                    <a:pt x="1096154" y="402457"/>
                  </a:lnTo>
                  <a:lnTo>
                    <a:pt x="737223" y="609484"/>
                  </a:lnTo>
                  <a:cubicBezTo>
                    <a:pt x="691155" y="636479"/>
                    <a:pt x="621386" y="639331"/>
                    <a:pt x="581029" y="616328"/>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1049;p24">
              <a:extLst>
                <a:ext uri="{FF2B5EF4-FFF2-40B4-BE49-F238E27FC236}">
                  <a16:creationId xmlns:a16="http://schemas.microsoft.com/office/drawing/2014/main" id="{2E1542EF-D858-44F0-BF19-2E2D3157DEC4}"/>
                </a:ext>
              </a:extLst>
            </p:cNvPr>
            <p:cNvSpPr/>
            <p:nvPr/>
          </p:nvSpPr>
          <p:spPr>
            <a:xfrm>
              <a:off x="4213521" y="3398464"/>
              <a:ext cx="1096058" cy="631866"/>
            </a:xfrm>
            <a:custGeom>
              <a:avLst/>
              <a:gdLst/>
              <a:ahLst/>
              <a:cxnLst/>
              <a:rect l="l" t="t" r="r" b="b"/>
              <a:pathLst>
                <a:path w="1096058" h="631866" extrusionOk="0">
                  <a:moveTo>
                    <a:pt x="581029" y="616328"/>
                  </a:moveTo>
                  <a:lnTo>
                    <a:pt x="26975" y="296853"/>
                  </a:lnTo>
                  <a:cubicBezTo>
                    <a:pt x="-13002" y="273849"/>
                    <a:pt x="-7957" y="233547"/>
                    <a:pt x="38206" y="207027"/>
                  </a:cubicBezTo>
                  <a:lnTo>
                    <a:pt x="397423" y="0"/>
                  </a:lnTo>
                  <a:lnTo>
                    <a:pt x="1096059" y="402837"/>
                  </a:lnTo>
                  <a:lnTo>
                    <a:pt x="737128" y="609864"/>
                  </a:lnTo>
                  <a:cubicBezTo>
                    <a:pt x="690774" y="636479"/>
                    <a:pt x="621005" y="639331"/>
                    <a:pt x="581029" y="616328"/>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1050;p24">
              <a:extLst>
                <a:ext uri="{FF2B5EF4-FFF2-40B4-BE49-F238E27FC236}">
                  <a16:creationId xmlns:a16="http://schemas.microsoft.com/office/drawing/2014/main" id="{27370D78-36FA-DAC6-1C98-D4E9B09EF23B}"/>
                </a:ext>
              </a:extLst>
            </p:cNvPr>
            <p:cNvSpPr/>
            <p:nvPr/>
          </p:nvSpPr>
          <p:spPr>
            <a:xfrm>
              <a:off x="5277122" y="3780200"/>
              <a:ext cx="32266" cy="21196"/>
            </a:xfrm>
            <a:custGeom>
              <a:avLst/>
              <a:gdLst/>
              <a:ahLst/>
              <a:cxnLst/>
              <a:rect l="l" t="t" r="r" b="b"/>
              <a:pathLst>
                <a:path w="32266" h="21196" extrusionOk="0">
                  <a:moveTo>
                    <a:pt x="32267" y="21197"/>
                  </a:moveTo>
                  <a:lnTo>
                    <a:pt x="32267" y="0"/>
                  </a:lnTo>
                  <a:lnTo>
                    <a:pt x="0" y="18630"/>
                  </a:lnTo>
                  <a:lnTo>
                    <a:pt x="32267" y="2119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1051;p24">
              <a:extLst>
                <a:ext uri="{FF2B5EF4-FFF2-40B4-BE49-F238E27FC236}">
                  <a16:creationId xmlns:a16="http://schemas.microsoft.com/office/drawing/2014/main" id="{A19B2AC6-B6B6-7164-C916-448583390123}"/>
                </a:ext>
              </a:extLst>
            </p:cNvPr>
            <p:cNvSpPr/>
            <p:nvPr/>
          </p:nvSpPr>
          <p:spPr>
            <a:xfrm>
              <a:off x="4213559" y="3635813"/>
              <a:ext cx="33123" cy="21387"/>
            </a:xfrm>
            <a:custGeom>
              <a:avLst/>
              <a:gdLst/>
              <a:ahLst/>
              <a:cxnLst/>
              <a:rect l="l" t="t" r="r" b="b"/>
              <a:pathLst>
                <a:path w="33123" h="21387" extrusionOk="0">
                  <a:moveTo>
                    <a:pt x="0" y="21387"/>
                  </a:moveTo>
                  <a:lnTo>
                    <a:pt x="0" y="0"/>
                  </a:lnTo>
                  <a:lnTo>
                    <a:pt x="33123" y="13688"/>
                  </a:lnTo>
                  <a:lnTo>
                    <a:pt x="0" y="2138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052;p24">
              <a:extLst>
                <a:ext uri="{FF2B5EF4-FFF2-40B4-BE49-F238E27FC236}">
                  <a16:creationId xmlns:a16="http://schemas.microsoft.com/office/drawing/2014/main" id="{C46C20F1-0317-CED4-2742-C5C0FBA4FB30}"/>
                </a:ext>
              </a:extLst>
            </p:cNvPr>
            <p:cNvSpPr/>
            <p:nvPr/>
          </p:nvSpPr>
          <p:spPr>
            <a:xfrm>
              <a:off x="4213521" y="3377363"/>
              <a:ext cx="1096058" cy="631809"/>
            </a:xfrm>
            <a:custGeom>
              <a:avLst/>
              <a:gdLst/>
              <a:ahLst/>
              <a:cxnLst/>
              <a:rect l="l" t="t" r="r" b="b"/>
              <a:pathLst>
                <a:path w="1096058" h="631809" extrusionOk="0">
                  <a:moveTo>
                    <a:pt x="581029" y="616232"/>
                  </a:moveTo>
                  <a:lnTo>
                    <a:pt x="26975" y="296853"/>
                  </a:lnTo>
                  <a:cubicBezTo>
                    <a:pt x="-13002" y="273754"/>
                    <a:pt x="-7957" y="233547"/>
                    <a:pt x="38206" y="206932"/>
                  </a:cubicBezTo>
                  <a:lnTo>
                    <a:pt x="397423" y="0"/>
                  </a:lnTo>
                  <a:lnTo>
                    <a:pt x="1096059" y="402837"/>
                  </a:lnTo>
                  <a:lnTo>
                    <a:pt x="737128" y="609769"/>
                  </a:lnTo>
                  <a:cubicBezTo>
                    <a:pt x="690774" y="636384"/>
                    <a:pt x="621005" y="639331"/>
                    <a:pt x="581029" y="616232"/>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1053;p24">
              <a:extLst>
                <a:ext uri="{FF2B5EF4-FFF2-40B4-BE49-F238E27FC236}">
                  <a16:creationId xmlns:a16="http://schemas.microsoft.com/office/drawing/2014/main" id="{09F3B5E0-4A62-2F6D-C73E-93EE335B6529}"/>
                </a:ext>
              </a:extLst>
            </p:cNvPr>
            <p:cNvSpPr/>
            <p:nvPr/>
          </p:nvSpPr>
          <p:spPr>
            <a:xfrm>
              <a:off x="4526041" y="3091821"/>
              <a:ext cx="783348" cy="688378"/>
            </a:xfrm>
            <a:custGeom>
              <a:avLst/>
              <a:gdLst/>
              <a:ahLst/>
              <a:cxnLst/>
              <a:rect l="l" t="t" r="r" b="b"/>
              <a:pathLst>
                <a:path w="783348" h="688378" extrusionOk="0">
                  <a:moveTo>
                    <a:pt x="86521" y="286492"/>
                  </a:moveTo>
                  <a:lnTo>
                    <a:pt x="0" y="0"/>
                  </a:lnTo>
                  <a:lnTo>
                    <a:pt x="706346" y="404548"/>
                  </a:lnTo>
                  <a:lnTo>
                    <a:pt x="783348" y="688378"/>
                  </a:lnTo>
                  <a:lnTo>
                    <a:pt x="86521" y="286492"/>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1054;p24">
              <a:extLst>
                <a:ext uri="{FF2B5EF4-FFF2-40B4-BE49-F238E27FC236}">
                  <a16:creationId xmlns:a16="http://schemas.microsoft.com/office/drawing/2014/main" id="{B7A325FD-22D0-2B55-C283-8878B4D14669}"/>
                </a:ext>
              </a:extLst>
            </p:cNvPr>
            <p:cNvSpPr/>
            <p:nvPr/>
          </p:nvSpPr>
          <p:spPr>
            <a:xfrm>
              <a:off x="5278931" y="3755961"/>
              <a:ext cx="30363" cy="36025"/>
            </a:xfrm>
            <a:custGeom>
              <a:avLst/>
              <a:gdLst/>
              <a:ahLst/>
              <a:cxnLst/>
              <a:rect l="l" t="t" r="r" b="b"/>
              <a:pathLst>
                <a:path w="30363" h="36025" extrusionOk="0">
                  <a:moveTo>
                    <a:pt x="9899" y="36025"/>
                  </a:moveTo>
                  <a:lnTo>
                    <a:pt x="30363" y="24239"/>
                  </a:lnTo>
                  <a:lnTo>
                    <a:pt x="0" y="0"/>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1055;p24">
              <a:extLst>
                <a:ext uri="{FF2B5EF4-FFF2-40B4-BE49-F238E27FC236}">
                  <a16:creationId xmlns:a16="http://schemas.microsoft.com/office/drawing/2014/main" id="{6A795B74-D238-4A2C-989A-AF1FDED954A9}"/>
                </a:ext>
              </a:extLst>
            </p:cNvPr>
            <p:cNvSpPr/>
            <p:nvPr/>
          </p:nvSpPr>
          <p:spPr>
            <a:xfrm>
              <a:off x="4503768" y="3102562"/>
              <a:ext cx="785061" cy="689423"/>
            </a:xfrm>
            <a:custGeom>
              <a:avLst/>
              <a:gdLst/>
              <a:ahLst/>
              <a:cxnLst/>
              <a:rect l="l" t="t" r="r" b="b"/>
              <a:pathLst>
                <a:path w="785061" h="689423" extrusionOk="0">
                  <a:moveTo>
                    <a:pt x="86425" y="286492"/>
                  </a:moveTo>
                  <a:lnTo>
                    <a:pt x="0" y="0"/>
                  </a:lnTo>
                  <a:lnTo>
                    <a:pt x="706346" y="404643"/>
                  </a:lnTo>
                  <a:lnTo>
                    <a:pt x="785061" y="689424"/>
                  </a:lnTo>
                  <a:lnTo>
                    <a:pt x="86425" y="286492"/>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056;p24">
              <a:extLst>
                <a:ext uri="{FF2B5EF4-FFF2-40B4-BE49-F238E27FC236}">
                  <a16:creationId xmlns:a16="http://schemas.microsoft.com/office/drawing/2014/main" id="{665E483E-8246-55A0-70BD-B513BB690BCE}"/>
                </a:ext>
              </a:extLst>
            </p:cNvPr>
            <p:cNvSpPr/>
            <p:nvPr/>
          </p:nvSpPr>
          <p:spPr>
            <a:xfrm>
              <a:off x="3580122" y="393272"/>
              <a:ext cx="2872593" cy="3889928"/>
            </a:xfrm>
            <a:custGeom>
              <a:avLst/>
              <a:gdLst/>
              <a:ahLst/>
              <a:cxnLst/>
              <a:rect l="l" t="t" r="r" b="b"/>
              <a:pathLst>
                <a:path w="2872593" h="3889928" extrusionOk="0">
                  <a:moveTo>
                    <a:pt x="2803111" y="3881586"/>
                  </a:moveTo>
                  <a:lnTo>
                    <a:pt x="69483" y="2305217"/>
                  </a:lnTo>
                  <a:cubicBezTo>
                    <a:pt x="31410" y="2283165"/>
                    <a:pt x="0" y="2223756"/>
                    <a:pt x="0" y="2172713"/>
                  </a:cubicBezTo>
                  <a:lnTo>
                    <a:pt x="0" y="60716"/>
                  </a:lnTo>
                  <a:cubicBezTo>
                    <a:pt x="0" y="9673"/>
                    <a:pt x="31125" y="-13806"/>
                    <a:pt x="69483" y="8342"/>
                  </a:cubicBezTo>
                  <a:lnTo>
                    <a:pt x="2803111" y="1584711"/>
                  </a:lnTo>
                  <a:cubicBezTo>
                    <a:pt x="2841183" y="1606763"/>
                    <a:pt x="2872593" y="1666077"/>
                    <a:pt x="2872593" y="1717121"/>
                  </a:cubicBezTo>
                  <a:lnTo>
                    <a:pt x="2872593" y="3829212"/>
                  </a:lnTo>
                  <a:cubicBezTo>
                    <a:pt x="2872593" y="3880256"/>
                    <a:pt x="2841469" y="3903734"/>
                    <a:pt x="2803111" y="3881586"/>
                  </a:cubicBez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6" name="Google Shape;1057;p24">
              <a:extLst>
                <a:ext uri="{FF2B5EF4-FFF2-40B4-BE49-F238E27FC236}">
                  <a16:creationId xmlns:a16="http://schemas.microsoft.com/office/drawing/2014/main" id="{E65B543A-A52F-B86E-79C7-2F6A777FA219}"/>
                </a:ext>
              </a:extLst>
            </p:cNvPr>
            <p:cNvSpPr/>
            <p:nvPr/>
          </p:nvSpPr>
          <p:spPr>
            <a:xfrm>
              <a:off x="6397319" y="4189501"/>
              <a:ext cx="30267" cy="107125"/>
            </a:xfrm>
            <a:custGeom>
              <a:avLst/>
              <a:gdLst/>
              <a:ahLst/>
              <a:cxnLst/>
              <a:rect l="l" t="t" r="r" b="b"/>
              <a:pathLst>
                <a:path w="30267" h="107125" extrusionOk="0">
                  <a:moveTo>
                    <a:pt x="0" y="107125"/>
                  </a:moveTo>
                  <a:lnTo>
                    <a:pt x="30268" y="89731"/>
                  </a:lnTo>
                  <a:lnTo>
                    <a:pt x="17228" y="0"/>
                  </a:lnTo>
                  <a:lnTo>
                    <a:pt x="0" y="107125"/>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8;p24">
              <a:extLst>
                <a:ext uri="{FF2B5EF4-FFF2-40B4-BE49-F238E27FC236}">
                  <a16:creationId xmlns:a16="http://schemas.microsoft.com/office/drawing/2014/main" id="{5C293C97-A3A9-0394-F1C5-DB8CBAB9CC27}"/>
                </a:ext>
              </a:extLst>
            </p:cNvPr>
            <p:cNvSpPr/>
            <p:nvPr/>
          </p:nvSpPr>
          <p:spPr>
            <a:xfrm>
              <a:off x="3574887" y="397432"/>
              <a:ext cx="72623" cy="31086"/>
            </a:xfrm>
            <a:custGeom>
              <a:avLst/>
              <a:gdLst/>
              <a:ahLst/>
              <a:cxnLst/>
              <a:rect l="l" t="t" r="r" b="b"/>
              <a:pathLst>
                <a:path w="72623" h="31086" extrusionOk="0">
                  <a:moveTo>
                    <a:pt x="0" y="17110"/>
                  </a:moveTo>
                  <a:lnTo>
                    <a:pt x="29792" y="0"/>
                  </a:lnTo>
                  <a:lnTo>
                    <a:pt x="72624" y="24334"/>
                  </a:lnTo>
                  <a:cubicBezTo>
                    <a:pt x="72624" y="24334"/>
                    <a:pt x="27032" y="31273"/>
                    <a:pt x="25890" y="31083"/>
                  </a:cubicBezTo>
                  <a:cubicBezTo>
                    <a:pt x="24747" y="30892"/>
                    <a:pt x="0" y="17110"/>
                    <a:pt x="0" y="17110"/>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59;p24">
              <a:extLst>
                <a:ext uri="{FF2B5EF4-FFF2-40B4-BE49-F238E27FC236}">
                  <a16:creationId xmlns:a16="http://schemas.microsoft.com/office/drawing/2014/main" id="{8DFEA9E9-EA70-8625-B119-193940AA3E6A}"/>
                </a:ext>
              </a:extLst>
            </p:cNvPr>
            <p:cNvSpPr/>
            <p:nvPr/>
          </p:nvSpPr>
          <p:spPr>
            <a:xfrm>
              <a:off x="3554709" y="407720"/>
              <a:ext cx="2872878" cy="3889928"/>
            </a:xfrm>
            <a:custGeom>
              <a:avLst/>
              <a:gdLst/>
              <a:ahLst/>
              <a:cxnLst/>
              <a:rect l="l" t="t" r="r" b="b"/>
              <a:pathLst>
                <a:path w="2872878" h="3889928" extrusionOk="0">
                  <a:moveTo>
                    <a:pt x="2803491" y="3881587"/>
                  </a:moveTo>
                  <a:lnTo>
                    <a:pt x="69388" y="2304837"/>
                  </a:lnTo>
                  <a:cubicBezTo>
                    <a:pt x="31315" y="2282785"/>
                    <a:pt x="0" y="2223471"/>
                    <a:pt x="0" y="2172332"/>
                  </a:cubicBezTo>
                  <a:lnTo>
                    <a:pt x="0" y="60716"/>
                  </a:lnTo>
                  <a:cubicBezTo>
                    <a:pt x="0" y="9673"/>
                    <a:pt x="31125" y="-13806"/>
                    <a:pt x="69388" y="8342"/>
                  </a:cubicBezTo>
                  <a:lnTo>
                    <a:pt x="2803491" y="1584711"/>
                  </a:lnTo>
                  <a:cubicBezTo>
                    <a:pt x="2841564" y="1606763"/>
                    <a:pt x="2872879" y="1666077"/>
                    <a:pt x="2872879" y="1717216"/>
                  </a:cubicBezTo>
                  <a:lnTo>
                    <a:pt x="2872879" y="3829212"/>
                  </a:lnTo>
                  <a:cubicBezTo>
                    <a:pt x="2872879" y="3880256"/>
                    <a:pt x="2841850" y="3903734"/>
                    <a:pt x="2803491" y="3881587"/>
                  </a:cubicBezTo>
                  <a:close/>
                </a:path>
              </a:pathLst>
            </a:custGeom>
            <a:solidFill>
              <a:srgbClr val="E4E7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60;p24">
              <a:extLst>
                <a:ext uri="{FF2B5EF4-FFF2-40B4-BE49-F238E27FC236}">
                  <a16:creationId xmlns:a16="http://schemas.microsoft.com/office/drawing/2014/main" id="{DF7B860E-78CC-0313-64AF-AA3DED7495B3}"/>
                </a:ext>
              </a:extLst>
            </p:cNvPr>
            <p:cNvSpPr/>
            <p:nvPr/>
          </p:nvSpPr>
          <p:spPr>
            <a:xfrm>
              <a:off x="3549854" y="410477"/>
              <a:ext cx="2872973" cy="3889886"/>
            </a:xfrm>
            <a:custGeom>
              <a:avLst/>
              <a:gdLst/>
              <a:ahLst/>
              <a:cxnLst/>
              <a:rect l="l" t="t" r="r" b="b"/>
              <a:pathLst>
                <a:path w="2872973" h="3889886" extrusionOk="0">
                  <a:moveTo>
                    <a:pt x="2803491" y="3881587"/>
                  </a:moveTo>
                  <a:lnTo>
                    <a:pt x="69483" y="2305217"/>
                  </a:lnTo>
                  <a:cubicBezTo>
                    <a:pt x="31410" y="2283070"/>
                    <a:pt x="0" y="2223756"/>
                    <a:pt x="0" y="2172713"/>
                  </a:cubicBezTo>
                  <a:lnTo>
                    <a:pt x="0" y="60716"/>
                  </a:lnTo>
                  <a:cubicBezTo>
                    <a:pt x="0" y="9673"/>
                    <a:pt x="31124" y="-13806"/>
                    <a:pt x="69483" y="8342"/>
                  </a:cubicBezTo>
                  <a:lnTo>
                    <a:pt x="2803491" y="1584711"/>
                  </a:lnTo>
                  <a:cubicBezTo>
                    <a:pt x="2841564" y="1606764"/>
                    <a:pt x="2872974" y="1666077"/>
                    <a:pt x="2872974" y="1717121"/>
                  </a:cubicBezTo>
                  <a:lnTo>
                    <a:pt x="2872974" y="3829212"/>
                  </a:lnTo>
                  <a:cubicBezTo>
                    <a:pt x="2872974" y="3879971"/>
                    <a:pt x="2841849" y="3903734"/>
                    <a:pt x="2803491" y="3881587"/>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1;p24">
              <a:extLst>
                <a:ext uri="{FF2B5EF4-FFF2-40B4-BE49-F238E27FC236}">
                  <a16:creationId xmlns:a16="http://schemas.microsoft.com/office/drawing/2014/main" id="{7562960E-04DC-2642-229B-0D5E7B1BB432}"/>
                </a:ext>
              </a:extLst>
            </p:cNvPr>
            <p:cNvSpPr/>
            <p:nvPr/>
          </p:nvSpPr>
          <p:spPr>
            <a:xfrm>
              <a:off x="3584596" y="456003"/>
              <a:ext cx="2802063" cy="3707642"/>
            </a:xfrm>
            <a:custGeom>
              <a:avLst/>
              <a:gdLst/>
              <a:ahLst/>
              <a:cxnLst/>
              <a:rect l="l" t="t" r="r" b="b"/>
              <a:pathLst>
                <a:path w="2802063" h="3707642" extrusionOk="0">
                  <a:moveTo>
                    <a:pt x="2800636" y="3707643"/>
                  </a:moveTo>
                  <a:lnTo>
                    <a:pt x="0" y="2092872"/>
                  </a:lnTo>
                  <a:lnTo>
                    <a:pt x="1428" y="23650"/>
                  </a:lnTo>
                  <a:cubicBezTo>
                    <a:pt x="1428" y="2453"/>
                    <a:pt x="16371" y="-6102"/>
                    <a:pt x="34742" y="4639"/>
                  </a:cubicBezTo>
                  <a:lnTo>
                    <a:pt x="2768750" y="1580818"/>
                  </a:lnTo>
                  <a:cubicBezTo>
                    <a:pt x="2788395" y="1593631"/>
                    <a:pt x="2800769" y="1615018"/>
                    <a:pt x="2802063" y="1638421"/>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2;p24">
              <a:extLst>
                <a:ext uri="{FF2B5EF4-FFF2-40B4-BE49-F238E27FC236}">
                  <a16:creationId xmlns:a16="http://schemas.microsoft.com/office/drawing/2014/main" id="{2AEC885B-32B4-DC04-5423-EB5BE342C748}"/>
                </a:ext>
              </a:extLst>
            </p:cNvPr>
            <p:cNvSpPr/>
            <p:nvPr/>
          </p:nvSpPr>
          <p:spPr>
            <a:xfrm>
              <a:off x="3711283" y="669187"/>
              <a:ext cx="283071" cy="477189"/>
            </a:xfrm>
            <a:custGeom>
              <a:avLst/>
              <a:gdLst/>
              <a:ahLst/>
              <a:cxnLst/>
              <a:rect l="l" t="t" r="r" b="b"/>
              <a:pathLst>
                <a:path w="283071" h="477189" extrusionOk="0">
                  <a:moveTo>
                    <a:pt x="268604" y="475462"/>
                  </a:moveTo>
                  <a:lnTo>
                    <a:pt x="14468" y="328699"/>
                  </a:lnTo>
                  <a:cubicBezTo>
                    <a:pt x="5540" y="322277"/>
                    <a:pt x="181" y="312023"/>
                    <a:pt x="0" y="301038"/>
                  </a:cubicBezTo>
                  <a:lnTo>
                    <a:pt x="0" y="12646"/>
                  </a:lnTo>
                  <a:cubicBezTo>
                    <a:pt x="0" y="2000"/>
                    <a:pt x="6472" y="-2848"/>
                    <a:pt x="14468" y="1715"/>
                  </a:cubicBezTo>
                  <a:lnTo>
                    <a:pt x="268604" y="148572"/>
                  </a:lnTo>
                  <a:cubicBezTo>
                    <a:pt x="277551" y="154933"/>
                    <a:pt x="282919" y="165172"/>
                    <a:pt x="283071" y="176138"/>
                  </a:cubicBezTo>
                  <a:lnTo>
                    <a:pt x="283071" y="464531"/>
                  </a:lnTo>
                  <a:cubicBezTo>
                    <a:pt x="283071" y="474986"/>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3;p24">
              <a:extLst>
                <a:ext uri="{FF2B5EF4-FFF2-40B4-BE49-F238E27FC236}">
                  <a16:creationId xmlns:a16="http://schemas.microsoft.com/office/drawing/2014/main" id="{E48E0408-7D6E-95B5-4579-34BFDAE93AA2}"/>
                </a:ext>
              </a:extLst>
            </p:cNvPr>
            <p:cNvSpPr/>
            <p:nvPr/>
          </p:nvSpPr>
          <p:spPr>
            <a:xfrm>
              <a:off x="4063456" y="872696"/>
              <a:ext cx="283832" cy="477419"/>
            </a:xfrm>
            <a:custGeom>
              <a:avLst/>
              <a:gdLst/>
              <a:ahLst/>
              <a:cxnLst/>
              <a:rect l="l" t="t" r="r" b="b"/>
              <a:pathLst>
                <a:path w="283832" h="477419" extrusionOk="0">
                  <a:moveTo>
                    <a:pt x="269365" y="475462"/>
                  </a:moveTo>
                  <a:lnTo>
                    <a:pt x="14468" y="328509"/>
                  </a:lnTo>
                  <a:cubicBezTo>
                    <a:pt x="5540" y="322087"/>
                    <a:pt x="181" y="311833"/>
                    <a:pt x="0" y="300848"/>
                  </a:cubicBezTo>
                  <a:lnTo>
                    <a:pt x="0" y="12646"/>
                  </a:lnTo>
                  <a:cubicBezTo>
                    <a:pt x="0" y="2000"/>
                    <a:pt x="6472" y="-2848"/>
                    <a:pt x="14468" y="1715"/>
                  </a:cubicBezTo>
                  <a:lnTo>
                    <a:pt x="269080" y="148572"/>
                  </a:lnTo>
                  <a:cubicBezTo>
                    <a:pt x="278217" y="154931"/>
                    <a:pt x="283709" y="165305"/>
                    <a:pt x="283833" y="176423"/>
                  </a:cubicBezTo>
                  <a:lnTo>
                    <a:pt x="283833" y="464531"/>
                  </a:lnTo>
                  <a:cubicBezTo>
                    <a:pt x="283833" y="475177"/>
                    <a:pt x="277360" y="480595"/>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4;p24">
              <a:extLst>
                <a:ext uri="{FF2B5EF4-FFF2-40B4-BE49-F238E27FC236}">
                  <a16:creationId xmlns:a16="http://schemas.microsoft.com/office/drawing/2014/main" id="{46B08F56-3633-7057-E645-2F3F7296D586}"/>
                </a:ext>
              </a:extLst>
            </p:cNvPr>
            <p:cNvSpPr/>
            <p:nvPr/>
          </p:nvSpPr>
          <p:spPr>
            <a:xfrm>
              <a:off x="4408015" y="1071223"/>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993"/>
                  </a:lnTo>
                  <a:cubicBezTo>
                    <a:pt x="278503" y="155354"/>
                    <a:pt x="283871" y="165592"/>
                    <a:pt x="284023" y="176559"/>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5;p24">
              <a:extLst>
                <a:ext uri="{FF2B5EF4-FFF2-40B4-BE49-F238E27FC236}">
                  <a16:creationId xmlns:a16="http://schemas.microsoft.com/office/drawing/2014/main" id="{0A6861C5-AD79-9C31-CBDE-0A79B6BAB7F5}"/>
                </a:ext>
              </a:extLst>
            </p:cNvPr>
            <p:cNvSpPr/>
            <p:nvPr/>
          </p:nvSpPr>
          <p:spPr>
            <a:xfrm>
              <a:off x="3711283" y="1076206"/>
              <a:ext cx="283071" cy="477216"/>
            </a:xfrm>
            <a:custGeom>
              <a:avLst/>
              <a:gdLst/>
              <a:ahLst/>
              <a:cxnLst/>
              <a:rect l="l" t="t" r="r" b="b"/>
              <a:pathLst>
                <a:path w="283071" h="477216" extrusionOk="0">
                  <a:moveTo>
                    <a:pt x="268604" y="475462"/>
                  </a:moveTo>
                  <a:lnTo>
                    <a:pt x="14468" y="328699"/>
                  </a:lnTo>
                  <a:cubicBezTo>
                    <a:pt x="5540" y="322273"/>
                    <a:pt x="181" y="312027"/>
                    <a:pt x="0" y="301038"/>
                  </a:cubicBezTo>
                  <a:lnTo>
                    <a:pt x="0" y="12646"/>
                  </a:lnTo>
                  <a:cubicBezTo>
                    <a:pt x="0" y="2000"/>
                    <a:pt x="6472" y="-2848"/>
                    <a:pt x="14468" y="1715"/>
                  </a:cubicBezTo>
                  <a:lnTo>
                    <a:pt x="268604" y="148477"/>
                  </a:lnTo>
                  <a:cubicBezTo>
                    <a:pt x="277532" y="154899"/>
                    <a:pt x="282891" y="165154"/>
                    <a:pt x="283071" y="176138"/>
                  </a:cubicBezTo>
                  <a:lnTo>
                    <a:pt x="283071" y="464531"/>
                  </a:lnTo>
                  <a:cubicBezTo>
                    <a:pt x="283071" y="475177"/>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6;p24">
              <a:extLst>
                <a:ext uri="{FF2B5EF4-FFF2-40B4-BE49-F238E27FC236}">
                  <a16:creationId xmlns:a16="http://schemas.microsoft.com/office/drawing/2014/main" id="{7792CA2E-0AC0-9868-73EE-0D9A6FB4D58C}"/>
                </a:ext>
              </a:extLst>
            </p:cNvPr>
            <p:cNvSpPr/>
            <p:nvPr/>
          </p:nvSpPr>
          <p:spPr>
            <a:xfrm>
              <a:off x="4063456" y="1279716"/>
              <a:ext cx="283556" cy="477216"/>
            </a:xfrm>
            <a:custGeom>
              <a:avLst/>
              <a:gdLst/>
              <a:ahLst/>
              <a:cxnLst/>
              <a:rect l="l" t="t" r="r" b="b"/>
              <a:pathLst>
                <a:path w="283556" h="477216" extrusionOk="0">
                  <a:moveTo>
                    <a:pt x="269365" y="475462"/>
                  </a:moveTo>
                  <a:lnTo>
                    <a:pt x="14468" y="328699"/>
                  </a:lnTo>
                  <a:cubicBezTo>
                    <a:pt x="5540" y="322273"/>
                    <a:pt x="181" y="312027"/>
                    <a:pt x="0" y="301038"/>
                  </a:cubicBezTo>
                  <a:lnTo>
                    <a:pt x="0" y="12646"/>
                  </a:lnTo>
                  <a:cubicBezTo>
                    <a:pt x="0" y="2000"/>
                    <a:pt x="6472" y="-2848"/>
                    <a:pt x="14468" y="1715"/>
                  </a:cubicBezTo>
                  <a:lnTo>
                    <a:pt x="269080" y="148477"/>
                  </a:lnTo>
                  <a:cubicBezTo>
                    <a:pt x="278008" y="154903"/>
                    <a:pt x="283366" y="165150"/>
                    <a:pt x="283547" y="176138"/>
                  </a:cubicBezTo>
                  <a:lnTo>
                    <a:pt x="283547" y="464531"/>
                  </a:lnTo>
                  <a:cubicBezTo>
                    <a:pt x="283833" y="475177"/>
                    <a:pt x="277360" y="480119"/>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7;p24">
              <a:extLst>
                <a:ext uri="{FF2B5EF4-FFF2-40B4-BE49-F238E27FC236}">
                  <a16:creationId xmlns:a16="http://schemas.microsoft.com/office/drawing/2014/main" id="{E6D2AF8E-6D8A-23AC-80BE-A5D037DA0AA6}"/>
                </a:ext>
              </a:extLst>
            </p:cNvPr>
            <p:cNvSpPr/>
            <p:nvPr/>
          </p:nvSpPr>
          <p:spPr>
            <a:xfrm>
              <a:off x="4098484" y="1260570"/>
              <a:ext cx="283570" cy="477216"/>
            </a:xfrm>
            <a:custGeom>
              <a:avLst/>
              <a:gdLst/>
              <a:ahLst/>
              <a:cxnLst/>
              <a:rect l="l" t="t" r="r" b="b"/>
              <a:pathLst>
                <a:path w="283570" h="477216" extrusionOk="0">
                  <a:moveTo>
                    <a:pt x="269079" y="475502"/>
                  </a:moveTo>
                  <a:lnTo>
                    <a:pt x="14468" y="328644"/>
                  </a:lnTo>
                  <a:cubicBezTo>
                    <a:pt x="5521" y="322285"/>
                    <a:pt x="152" y="312048"/>
                    <a:pt x="0" y="301079"/>
                  </a:cubicBezTo>
                  <a:lnTo>
                    <a:pt x="0" y="12686"/>
                  </a:lnTo>
                  <a:cubicBezTo>
                    <a:pt x="0" y="2040"/>
                    <a:pt x="6472" y="-2903"/>
                    <a:pt x="14468" y="1755"/>
                  </a:cubicBezTo>
                  <a:lnTo>
                    <a:pt x="269079" y="148518"/>
                  </a:lnTo>
                  <a:cubicBezTo>
                    <a:pt x="278008" y="154943"/>
                    <a:pt x="283366" y="165190"/>
                    <a:pt x="283547" y="176178"/>
                  </a:cubicBezTo>
                  <a:lnTo>
                    <a:pt x="283547" y="464571"/>
                  </a:lnTo>
                  <a:cubicBezTo>
                    <a:pt x="284023" y="475217"/>
                    <a:pt x="277075" y="480065"/>
                    <a:pt x="269079" y="47550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8;p24">
              <a:extLst>
                <a:ext uri="{FF2B5EF4-FFF2-40B4-BE49-F238E27FC236}">
                  <a16:creationId xmlns:a16="http://schemas.microsoft.com/office/drawing/2014/main" id="{39DF8387-DE13-A7CA-EA56-ED391F10345E}"/>
                </a:ext>
              </a:extLst>
            </p:cNvPr>
            <p:cNvSpPr/>
            <p:nvPr/>
          </p:nvSpPr>
          <p:spPr>
            <a:xfrm>
              <a:off x="4408015" y="1478241"/>
              <a:ext cx="284023" cy="477161"/>
            </a:xfrm>
            <a:custGeom>
              <a:avLst/>
              <a:gdLst/>
              <a:ahLst/>
              <a:cxnLst/>
              <a:rect l="l" t="t" r="r" b="b"/>
              <a:pathLst>
                <a:path w="284023" h="477161" extrusionOk="0">
                  <a:moveTo>
                    <a:pt x="269556" y="475409"/>
                  </a:moveTo>
                  <a:lnTo>
                    <a:pt x="14468" y="328646"/>
                  </a:lnTo>
                  <a:cubicBezTo>
                    <a:pt x="5521" y="322287"/>
                    <a:pt x="152" y="312050"/>
                    <a:pt x="0" y="301080"/>
                  </a:cubicBezTo>
                  <a:lnTo>
                    <a:pt x="0" y="12593"/>
                  </a:lnTo>
                  <a:cubicBezTo>
                    <a:pt x="0" y="2042"/>
                    <a:pt x="6472" y="-2901"/>
                    <a:pt x="14468" y="1757"/>
                  </a:cubicBezTo>
                  <a:lnTo>
                    <a:pt x="269556" y="148519"/>
                  </a:lnTo>
                  <a:cubicBezTo>
                    <a:pt x="278503" y="154878"/>
                    <a:pt x="283871" y="165116"/>
                    <a:pt x="284023" y="176085"/>
                  </a:cubicBezTo>
                  <a:lnTo>
                    <a:pt x="284023" y="464382"/>
                  </a:lnTo>
                  <a:cubicBezTo>
                    <a:pt x="283547" y="475124"/>
                    <a:pt x="277075" y="480066"/>
                    <a:pt x="269556"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69;p24">
              <a:extLst>
                <a:ext uri="{FF2B5EF4-FFF2-40B4-BE49-F238E27FC236}">
                  <a16:creationId xmlns:a16="http://schemas.microsoft.com/office/drawing/2014/main" id="{378EACCF-514C-6A06-ABE5-A48FA9DC3BB4}"/>
                </a:ext>
              </a:extLst>
            </p:cNvPr>
            <p:cNvSpPr/>
            <p:nvPr/>
          </p:nvSpPr>
          <p:spPr>
            <a:xfrm>
              <a:off x="3711283" y="1491834"/>
              <a:ext cx="283071" cy="477165"/>
            </a:xfrm>
            <a:custGeom>
              <a:avLst/>
              <a:gdLst/>
              <a:ahLst/>
              <a:cxnLst/>
              <a:rect l="l" t="t" r="r" b="b"/>
              <a:pathLst>
                <a:path w="283071" h="477165" extrusionOk="0">
                  <a:moveTo>
                    <a:pt x="268604" y="475409"/>
                  </a:moveTo>
                  <a:lnTo>
                    <a:pt x="14468" y="328646"/>
                  </a:lnTo>
                  <a:cubicBezTo>
                    <a:pt x="5521" y="322287"/>
                    <a:pt x="152" y="312050"/>
                    <a:pt x="0" y="301080"/>
                  </a:cubicBezTo>
                  <a:lnTo>
                    <a:pt x="0" y="12593"/>
                  </a:lnTo>
                  <a:cubicBezTo>
                    <a:pt x="0" y="2042"/>
                    <a:pt x="6472" y="-2901"/>
                    <a:pt x="14468" y="1757"/>
                  </a:cubicBezTo>
                  <a:lnTo>
                    <a:pt x="268604" y="148519"/>
                  </a:lnTo>
                  <a:cubicBezTo>
                    <a:pt x="277551" y="154878"/>
                    <a:pt x="282919" y="165116"/>
                    <a:pt x="283071" y="176085"/>
                  </a:cubicBezTo>
                  <a:lnTo>
                    <a:pt x="283071" y="464573"/>
                  </a:lnTo>
                  <a:cubicBezTo>
                    <a:pt x="283071" y="475123"/>
                    <a:pt x="276599" y="480066"/>
                    <a:pt x="268604"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70;p24">
              <a:extLst>
                <a:ext uri="{FF2B5EF4-FFF2-40B4-BE49-F238E27FC236}">
                  <a16:creationId xmlns:a16="http://schemas.microsoft.com/office/drawing/2014/main" id="{730D33D5-B1FB-CDD6-5470-3A23D7546A30}"/>
                </a:ext>
              </a:extLst>
            </p:cNvPr>
            <p:cNvSpPr/>
            <p:nvPr/>
          </p:nvSpPr>
          <p:spPr>
            <a:xfrm>
              <a:off x="3711283" y="1946286"/>
              <a:ext cx="980755" cy="657383"/>
            </a:xfrm>
            <a:custGeom>
              <a:avLst/>
              <a:gdLst/>
              <a:ahLst/>
              <a:cxnLst/>
              <a:rect l="l" t="t" r="r" b="b"/>
              <a:pathLst>
                <a:path w="980755" h="657383" extrusionOk="0">
                  <a:moveTo>
                    <a:pt x="966288" y="655629"/>
                  </a:moveTo>
                  <a:lnTo>
                    <a:pt x="14468" y="106884"/>
                  </a:lnTo>
                  <a:cubicBezTo>
                    <a:pt x="5540" y="100458"/>
                    <a:pt x="181" y="90212"/>
                    <a:pt x="0" y="79224"/>
                  </a:cubicBezTo>
                  <a:lnTo>
                    <a:pt x="0" y="12686"/>
                  </a:lnTo>
                  <a:cubicBezTo>
                    <a:pt x="0" y="2040"/>
                    <a:pt x="6472" y="-2903"/>
                    <a:pt x="14468" y="1755"/>
                  </a:cubicBezTo>
                  <a:lnTo>
                    <a:pt x="966288" y="550594"/>
                  </a:lnTo>
                  <a:cubicBezTo>
                    <a:pt x="975235" y="556954"/>
                    <a:pt x="980603" y="567191"/>
                    <a:pt x="980755" y="578160"/>
                  </a:cubicBezTo>
                  <a:lnTo>
                    <a:pt x="980755" y="644698"/>
                  </a:lnTo>
                  <a:cubicBezTo>
                    <a:pt x="980280" y="655344"/>
                    <a:pt x="973807" y="660286"/>
                    <a:pt x="966288" y="65562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2" name="Google Shape;1071;p24">
              <a:extLst>
                <a:ext uri="{FF2B5EF4-FFF2-40B4-BE49-F238E27FC236}">
                  <a16:creationId xmlns:a16="http://schemas.microsoft.com/office/drawing/2014/main" id="{24BF66C9-3891-2589-AFDF-11C008B1BCF7}"/>
                </a:ext>
              </a:extLst>
            </p:cNvPr>
            <p:cNvSpPr/>
            <p:nvPr/>
          </p:nvSpPr>
          <p:spPr>
            <a:xfrm>
              <a:off x="3715090" y="2139055"/>
              <a:ext cx="732044" cy="480371"/>
            </a:xfrm>
            <a:custGeom>
              <a:avLst/>
              <a:gdLst/>
              <a:ahLst/>
              <a:cxnLst/>
              <a:rect l="l" t="t" r="r" b="b"/>
              <a:pathLst>
                <a:path w="732044" h="480371" extrusionOk="0">
                  <a:moveTo>
                    <a:pt x="717577" y="478449"/>
                  </a:moveTo>
                  <a:lnTo>
                    <a:pt x="14468" y="73425"/>
                  </a:lnTo>
                  <a:cubicBezTo>
                    <a:pt x="5521" y="67066"/>
                    <a:pt x="152" y="56829"/>
                    <a:pt x="0" y="45860"/>
                  </a:cubicBezTo>
                  <a:lnTo>
                    <a:pt x="0" y="12686"/>
                  </a:lnTo>
                  <a:cubicBezTo>
                    <a:pt x="0" y="2040"/>
                    <a:pt x="6472" y="-2903"/>
                    <a:pt x="14468" y="1755"/>
                  </a:cubicBezTo>
                  <a:lnTo>
                    <a:pt x="717577" y="407064"/>
                  </a:lnTo>
                  <a:cubicBezTo>
                    <a:pt x="726505" y="413489"/>
                    <a:pt x="731864" y="423736"/>
                    <a:pt x="732045" y="434724"/>
                  </a:cubicBezTo>
                  <a:lnTo>
                    <a:pt x="732045" y="467708"/>
                  </a:lnTo>
                  <a:cubicBezTo>
                    <a:pt x="732045" y="478449"/>
                    <a:pt x="725572" y="483392"/>
                    <a:pt x="717577" y="47844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2;p24">
              <a:extLst>
                <a:ext uri="{FF2B5EF4-FFF2-40B4-BE49-F238E27FC236}">
                  <a16:creationId xmlns:a16="http://schemas.microsoft.com/office/drawing/2014/main" id="{62749BA5-5634-69B3-5B4E-90517B2DEE8A}"/>
                </a:ext>
              </a:extLst>
            </p:cNvPr>
            <p:cNvSpPr/>
            <p:nvPr/>
          </p:nvSpPr>
          <p:spPr>
            <a:xfrm>
              <a:off x="3715090" y="2264376"/>
              <a:ext cx="732044" cy="480312"/>
            </a:xfrm>
            <a:custGeom>
              <a:avLst/>
              <a:gdLst/>
              <a:ahLst/>
              <a:cxnLst/>
              <a:rect l="l" t="t" r="r" b="b"/>
              <a:pathLst>
                <a:path w="732044" h="480312" extrusionOk="0">
                  <a:moveTo>
                    <a:pt x="717577" y="478598"/>
                  </a:moveTo>
                  <a:lnTo>
                    <a:pt x="14468" y="73195"/>
                  </a:lnTo>
                  <a:cubicBezTo>
                    <a:pt x="5521" y="66836"/>
                    <a:pt x="152" y="56599"/>
                    <a:pt x="0" y="45629"/>
                  </a:cubicBezTo>
                  <a:lnTo>
                    <a:pt x="0" y="12646"/>
                  </a:lnTo>
                  <a:cubicBezTo>
                    <a:pt x="0" y="2000"/>
                    <a:pt x="6472" y="-2848"/>
                    <a:pt x="14468" y="1715"/>
                  </a:cubicBezTo>
                  <a:lnTo>
                    <a:pt x="717577" y="407023"/>
                  </a:lnTo>
                  <a:cubicBezTo>
                    <a:pt x="726505" y="413449"/>
                    <a:pt x="731864" y="423696"/>
                    <a:pt x="732045" y="434684"/>
                  </a:cubicBezTo>
                  <a:lnTo>
                    <a:pt x="732045" y="467667"/>
                  </a:lnTo>
                  <a:cubicBezTo>
                    <a:pt x="732045" y="478313"/>
                    <a:pt x="725572" y="483161"/>
                    <a:pt x="717577" y="4785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3;p24">
              <a:extLst>
                <a:ext uri="{FF2B5EF4-FFF2-40B4-BE49-F238E27FC236}">
                  <a16:creationId xmlns:a16="http://schemas.microsoft.com/office/drawing/2014/main" id="{8AE96269-6260-4F7E-B6E1-E24B774E96EA}"/>
                </a:ext>
              </a:extLst>
            </p:cNvPr>
            <p:cNvSpPr/>
            <p:nvPr/>
          </p:nvSpPr>
          <p:spPr>
            <a:xfrm>
              <a:off x="3715090" y="2389467"/>
              <a:ext cx="599361" cy="403889"/>
            </a:xfrm>
            <a:custGeom>
              <a:avLst/>
              <a:gdLst/>
              <a:ahLst/>
              <a:cxnLst/>
              <a:rect l="l" t="t" r="r" b="b"/>
              <a:pathLst>
                <a:path w="599361" h="403889" extrusionOk="0">
                  <a:moveTo>
                    <a:pt x="584893" y="402175"/>
                  </a:moveTo>
                  <a:lnTo>
                    <a:pt x="14468" y="73195"/>
                  </a:lnTo>
                  <a:cubicBezTo>
                    <a:pt x="5521" y="66836"/>
                    <a:pt x="152" y="56599"/>
                    <a:pt x="0" y="45629"/>
                  </a:cubicBezTo>
                  <a:lnTo>
                    <a:pt x="0" y="12646"/>
                  </a:lnTo>
                  <a:cubicBezTo>
                    <a:pt x="0" y="2000"/>
                    <a:pt x="6472" y="-2848"/>
                    <a:pt x="14468" y="1715"/>
                  </a:cubicBezTo>
                  <a:lnTo>
                    <a:pt x="584893" y="330600"/>
                  </a:lnTo>
                  <a:cubicBezTo>
                    <a:pt x="593822" y="337026"/>
                    <a:pt x="599180" y="347272"/>
                    <a:pt x="599361" y="358261"/>
                  </a:cubicBezTo>
                  <a:lnTo>
                    <a:pt x="599361" y="391244"/>
                  </a:lnTo>
                  <a:cubicBezTo>
                    <a:pt x="599361" y="401890"/>
                    <a:pt x="592889" y="406738"/>
                    <a:pt x="584893" y="402175"/>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4;p24">
              <a:extLst>
                <a:ext uri="{FF2B5EF4-FFF2-40B4-BE49-F238E27FC236}">
                  <a16:creationId xmlns:a16="http://schemas.microsoft.com/office/drawing/2014/main" id="{E0CDE917-3093-9E25-0387-8CC07AE42535}"/>
                </a:ext>
              </a:extLst>
            </p:cNvPr>
            <p:cNvSpPr/>
            <p:nvPr/>
          </p:nvSpPr>
          <p:spPr>
            <a:xfrm>
              <a:off x="4855752" y="2612272"/>
              <a:ext cx="1403078" cy="900663"/>
            </a:xfrm>
            <a:custGeom>
              <a:avLst/>
              <a:gdLst/>
              <a:ahLst/>
              <a:cxnLst/>
              <a:rect l="l" t="t" r="r" b="b"/>
              <a:pathLst>
                <a:path w="1403078" h="900663" extrusionOk="0">
                  <a:moveTo>
                    <a:pt x="1388610" y="898735"/>
                  </a:moveTo>
                  <a:lnTo>
                    <a:pt x="14468" y="106749"/>
                  </a:lnTo>
                  <a:cubicBezTo>
                    <a:pt x="5520" y="100390"/>
                    <a:pt x="152" y="90152"/>
                    <a:pt x="0" y="79183"/>
                  </a:cubicBezTo>
                  <a:lnTo>
                    <a:pt x="0" y="12646"/>
                  </a:lnTo>
                  <a:cubicBezTo>
                    <a:pt x="0" y="2000"/>
                    <a:pt x="6472" y="-2848"/>
                    <a:pt x="14468" y="1715"/>
                  </a:cubicBezTo>
                  <a:lnTo>
                    <a:pt x="1388610" y="794177"/>
                  </a:lnTo>
                  <a:cubicBezTo>
                    <a:pt x="1397557" y="800536"/>
                    <a:pt x="1402926" y="810773"/>
                    <a:pt x="1403078" y="821742"/>
                  </a:cubicBezTo>
                  <a:lnTo>
                    <a:pt x="1403078" y="888280"/>
                  </a:lnTo>
                  <a:cubicBezTo>
                    <a:pt x="1403078" y="898735"/>
                    <a:pt x="1396606" y="903678"/>
                    <a:pt x="1388610" y="898735"/>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5;p24">
              <a:extLst>
                <a:ext uri="{FF2B5EF4-FFF2-40B4-BE49-F238E27FC236}">
                  <a16:creationId xmlns:a16="http://schemas.microsoft.com/office/drawing/2014/main" id="{A62082D8-B2FB-2DCE-73BB-CD246274B8B9}"/>
                </a:ext>
              </a:extLst>
            </p:cNvPr>
            <p:cNvSpPr/>
            <p:nvPr/>
          </p:nvSpPr>
          <p:spPr>
            <a:xfrm>
              <a:off x="4860130" y="2805136"/>
              <a:ext cx="1263255" cy="786670"/>
            </a:xfrm>
            <a:custGeom>
              <a:avLst/>
              <a:gdLst/>
              <a:ahLst/>
              <a:cxnLst/>
              <a:rect l="l" t="t" r="r" b="b"/>
              <a:pathLst>
                <a:path w="1263255" h="786670" extrusionOk="0">
                  <a:moveTo>
                    <a:pt x="1248788" y="784956"/>
                  </a:moveTo>
                  <a:lnTo>
                    <a:pt x="14468" y="73195"/>
                  </a:lnTo>
                  <a:cubicBezTo>
                    <a:pt x="5521" y="66836"/>
                    <a:pt x="152" y="56599"/>
                    <a:pt x="0" y="45629"/>
                  </a:cubicBezTo>
                  <a:lnTo>
                    <a:pt x="0" y="12646"/>
                  </a:lnTo>
                  <a:cubicBezTo>
                    <a:pt x="0" y="2000"/>
                    <a:pt x="6472" y="-2848"/>
                    <a:pt x="14468" y="1715"/>
                  </a:cubicBezTo>
                  <a:lnTo>
                    <a:pt x="1248788" y="713381"/>
                  </a:lnTo>
                  <a:cubicBezTo>
                    <a:pt x="1257716" y="719807"/>
                    <a:pt x="1263075" y="730053"/>
                    <a:pt x="1263256" y="741042"/>
                  </a:cubicBezTo>
                  <a:lnTo>
                    <a:pt x="1263256" y="774025"/>
                  </a:lnTo>
                  <a:cubicBezTo>
                    <a:pt x="1263256" y="784671"/>
                    <a:pt x="1256783" y="78951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7" name="Google Shape;1076;p24">
              <a:extLst>
                <a:ext uri="{FF2B5EF4-FFF2-40B4-BE49-F238E27FC236}">
                  <a16:creationId xmlns:a16="http://schemas.microsoft.com/office/drawing/2014/main" id="{FB353129-884B-8705-C99A-578CA335C3F4}"/>
                </a:ext>
              </a:extLst>
            </p:cNvPr>
            <p:cNvSpPr/>
            <p:nvPr/>
          </p:nvSpPr>
          <p:spPr>
            <a:xfrm>
              <a:off x="4860130" y="2930227"/>
              <a:ext cx="1263255" cy="786839"/>
            </a:xfrm>
            <a:custGeom>
              <a:avLst/>
              <a:gdLst/>
              <a:ahLst/>
              <a:cxnLst/>
              <a:rect l="l" t="t" r="r" b="b"/>
              <a:pathLst>
                <a:path w="1263255" h="786839" extrusionOk="0">
                  <a:moveTo>
                    <a:pt x="1248788" y="784956"/>
                  </a:moveTo>
                  <a:lnTo>
                    <a:pt x="14468" y="73290"/>
                  </a:lnTo>
                  <a:cubicBezTo>
                    <a:pt x="5540" y="66864"/>
                    <a:pt x="181" y="56617"/>
                    <a:pt x="0" y="45629"/>
                  </a:cubicBezTo>
                  <a:lnTo>
                    <a:pt x="0" y="12646"/>
                  </a:lnTo>
                  <a:cubicBezTo>
                    <a:pt x="0" y="2000"/>
                    <a:pt x="6472" y="-2848"/>
                    <a:pt x="14468" y="1714"/>
                  </a:cubicBezTo>
                  <a:lnTo>
                    <a:pt x="1248788" y="713856"/>
                  </a:lnTo>
                  <a:cubicBezTo>
                    <a:pt x="1257735" y="720215"/>
                    <a:pt x="1263104" y="730453"/>
                    <a:pt x="1263256" y="741422"/>
                  </a:cubicBezTo>
                  <a:lnTo>
                    <a:pt x="1263256" y="774405"/>
                  </a:lnTo>
                  <a:cubicBezTo>
                    <a:pt x="1263256" y="784671"/>
                    <a:pt x="1256783" y="78989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8" name="Google Shape;1077;p24">
              <a:extLst>
                <a:ext uri="{FF2B5EF4-FFF2-40B4-BE49-F238E27FC236}">
                  <a16:creationId xmlns:a16="http://schemas.microsoft.com/office/drawing/2014/main" id="{B69CD6EC-CC51-3439-7578-C80B70B67929}"/>
                </a:ext>
              </a:extLst>
            </p:cNvPr>
            <p:cNvSpPr/>
            <p:nvPr/>
          </p:nvSpPr>
          <p:spPr>
            <a:xfrm>
              <a:off x="4860130" y="3055222"/>
              <a:ext cx="1034438" cy="654829"/>
            </a:xfrm>
            <a:custGeom>
              <a:avLst/>
              <a:gdLst/>
              <a:ahLst/>
              <a:cxnLst/>
              <a:rect l="l" t="t" r="r" b="b"/>
              <a:pathLst>
                <a:path w="1034438" h="654829" extrusionOk="0">
                  <a:moveTo>
                    <a:pt x="1019971" y="653117"/>
                  </a:moveTo>
                  <a:lnTo>
                    <a:pt x="14468" y="73290"/>
                  </a:lnTo>
                  <a:cubicBezTo>
                    <a:pt x="5540" y="66864"/>
                    <a:pt x="181" y="56618"/>
                    <a:pt x="0" y="45629"/>
                  </a:cubicBezTo>
                  <a:lnTo>
                    <a:pt x="0" y="12646"/>
                  </a:lnTo>
                  <a:cubicBezTo>
                    <a:pt x="0" y="2000"/>
                    <a:pt x="6472" y="-2848"/>
                    <a:pt x="14468" y="1715"/>
                  </a:cubicBezTo>
                  <a:lnTo>
                    <a:pt x="1019971" y="581542"/>
                  </a:lnTo>
                  <a:cubicBezTo>
                    <a:pt x="1028880" y="587929"/>
                    <a:pt x="1034248" y="598157"/>
                    <a:pt x="1034438" y="609107"/>
                  </a:cubicBezTo>
                  <a:lnTo>
                    <a:pt x="1034438" y="642091"/>
                  </a:lnTo>
                  <a:cubicBezTo>
                    <a:pt x="1034438" y="652832"/>
                    <a:pt x="1027871" y="657679"/>
                    <a:pt x="1019971" y="65311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8;p24">
              <a:extLst>
                <a:ext uri="{FF2B5EF4-FFF2-40B4-BE49-F238E27FC236}">
                  <a16:creationId xmlns:a16="http://schemas.microsoft.com/office/drawing/2014/main" id="{578F37F2-339C-80B7-7A0B-3659F1B467AB}"/>
                </a:ext>
              </a:extLst>
            </p:cNvPr>
            <p:cNvSpPr/>
            <p:nvPr/>
          </p:nvSpPr>
          <p:spPr>
            <a:xfrm>
              <a:off x="4063456" y="1695343"/>
              <a:ext cx="283556" cy="477207"/>
            </a:xfrm>
            <a:custGeom>
              <a:avLst/>
              <a:gdLst/>
              <a:ahLst/>
              <a:cxnLst/>
              <a:rect l="l" t="t" r="r" b="b"/>
              <a:pathLst>
                <a:path w="283556" h="477207" extrusionOk="0">
                  <a:moveTo>
                    <a:pt x="269365" y="475409"/>
                  </a:moveTo>
                  <a:lnTo>
                    <a:pt x="14468" y="328646"/>
                  </a:lnTo>
                  <a:cubicBezTo>
                    <a:pt x="5521" y="322287"/>
                    <a:pt x="152" y="312050"/>
                    <a:pt x="0" y="301080"/>
                  </a:cubicBezTo>
                  <a:lnTo>
                    <a:pt x="0" y="12593"/>
                  </a:lnTo>
                  <a:cubicBezTo>
                    <a:pt x="0" y="2042"/>
                    <a:pt x="6472" y="-2901"/>
                    <a:pt x="14468" y="1757"/>
                  </a:cubicBezTo>
                  <a:lnTo>
                    <a:pt x="269080" y="148519"/>
                  </a:lnTo>
                  <a:cubicBezTo>
                    <a:pt x="278027" y="154878"/>
                    <a:pt x="283395" y="165116"/>
                    <a:pt x="283547" y="176085"/>
                  </a:cubicBezTo>
                  <a:lnTo>
                    <a:pt x="283547" y="464573"/>
                  </a:lnTo>
                  <a:cubicBezTo>
                    <a:pt x="283833" y="475409"/>
                    <a:pt x="277360" y="480066"/>
                    <a:pt x="269365"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79;p24">
              <a:extLst>
                <a:ext uri="{FF2B5EF4-FFF2-40B4-BE49-F238E27FC236}">
                  <a16:creationId xmlns:a16="http://schemas.microsoft.com/office/drawing/2014/main" id="{5DA9A8A6-D6B4-9460-F303-F9BA4A2E69FC}"/>
                </a:ext>
              </a:extLst>
            </p:cNvPr>
            <p:cNvSpPr/>
            <p:nvPr/>
          </p:nvSpPr>
          <p:spPr>
            <a:xfrm>
              <a:off x="4408015" y="1893817"/>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518"/>
                  </a:lnTo>
                  <a:cubicBezTo>
                    <a:pt x="278484" y="154943"/>
                    <a:pt x="283842" y="165190"/>
                    <a:pt x="284023" y="176178"/>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80;p24">
              <a:extLst>
                <a:ext uri="{FF2B5EF4-FFF2-40B4-BE49-F238E27FC236}">
                  <a16:creationId xmlns:a16="http://schemas.microsoft.com/office/drawing/2014/main" id="{6857B157-DEEA-A2EB-9271-2DEF3C2C6CB5}"/>
                </a:ext>
              </a:extLst>
            </p:cNvPr>
            <p:cNvSpPr/>
            <p:nvPr/>
          </p:nvSpPr>
          <p:spPr>
            <a:xfrm>
              <a:off x="4855752" y="1988490"/>
              <a:ext cx="1403078" cy="1286379"/>
            </a:xfrm>
            <a:custGeom>
              <a:avLst/>
              <a:gdLst/>
              <a:ahLst/>
              <a:cxnLst/>
              <a:rect l="l" t="t" r="r" b="b"/>
              <a:pathLst>
                <a:path w="1403078" h="1286379" extrusionOk="0">
                  <a:moveTo>
                    <a:pt x="1388610" y="1284884"/>
                  </a:moveTo>
                  <a:lnTo>
                    <a:pt x="14468" y="492137"/>
                  </a:lnTo>
                  <a:cubicBezTo>
                    <a:pt x="5520" y="485777"/>
                    <a:pt x="152" y="475540"/>
                    <a:pt x="0" y="464571"/>
                  </a:cubicBezTo>
                  <a:lnTo>
                    <a:pt x="0" y="12686"/>
                  </a:lnTo>
                  <a:cubicBezTo>
                    <a:pt x="0" y="2040"/>
                    <a:pt x="6472" y="-2903"/>
                    <a:pt x="14468" y="1755"/>
                  </a:cubicBezTo>
                  <a:lnTo>
                    <a:pt x="1388610" y="794027"/>
                  </a:lnTo>
                  <a:cubicBezTo>
                    <a:pt x="1397539" y="800452"/>
                    <a:pt x="1402897" y="810699"/>
                    <a:pt x="1403078" y="821687"/>
                  </a:cubicBezTo>
                  <a:lnTo>
                    <a:pt x="1403078" y="1273572"/>
                  </a:lnTo>
                  <a:cubicBezTo>
                    <a:pt x="1403078" y="1284218"/>
                    <a:pt x="1396606" y="1289066"/>
                    <a:pt x="1388610" y="12848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1;p24">
              <a:extLst>
                <a:ext uri="{FF2B5EF4-FFF2-40B4-BE49-F238E27FC236}">
                  <a16:creationId xmlns:a16="http://schemas.microsoft.com/office/drawing/2014/main" id="{34DFC8B6-97F1-B5EA-FB62-9EBF63FB7163}"/>
                </a:ext>
              </a:extLst>
            </p:cNvPr>
            <p:cNvSpPr/>
            <p:nvPr/>
          </p:nvSpPr>
          <p:spPr>
            <a:xfrm>
              <a:off x="4846614" y="1414848"/>
              <a:ext cx="423274" cy="545612"/>
            </a:xfrm>
            <a:custGeom>
              <a:avLst/>
              <a:gdLst/>
              <a:ahLst/>
              <a:cxnLst/>
              <a:rect l="l" t="t" r="r" b="b"/>
              <a:pathLst>
                <a:path w="423274" h="545612" extrusionOk="0">
                  <a:moveTo>
                    <a:pt x="211685" y="516844"/>
                  </a:moveTo>
                  <a:cubicBezTo>
                    <a:pt x="94991" y="449546"/>
                    <a:pt x="0" y="285389"/>
                    <a:pt x="0" y="150793"/>
                  </a:cubicBezTo>
                  <a:cubicBezTo>
                    <a:pt x="0" y="16197"/>
                    <a:pt x="95182" y="-38459"/>
                    <a:pt x="211685" y="28744"/>
                  </a:cubicBezTo>
                  <a:cubicBezTo>
                    <a:pt x="328187" y="95947"/>
                    <a:pt x="423274" y="260295"/>
                    <a:pt x="423274" y="394795"/>
                  </a:cubicBezTo>
                  <a:cubicBezTo>
                    <a:pt x="423274" y="529296"/>
                    <a:pt x="328283" y="584142"/>
                    <a:pt x="211685" y="516844"/>
                  </a:cubicBezTo>
                  <a:close/>
                  <a:moveTo>
                    <a:pt x="211685" y="99274"/>
                  </a:moveTo>
                  <a:cubicBezTo>
                    <a:pt x="128686" y="51747"/>
                    <a:pt x="61202" y="90434"/>
                    <a:pt x="61202" y="186058"/>
                  </a:cubicBezTo>
                  <a:cubicBezTo>
                    <a:pt x="61202" y="281682"/>
                    <a:pt x="128686" y="398502"/>
                    <a:pt x="211685" y="446314"/>
                  </a:cubicBezTo>
                  <a:cubicBezTo>
                    <a:pt x="294683" y="494126"/>
                    <a:pt x="362167" y="455249"/>
                    <a:pt x="362167" y="359531"/>
                  </a:cubicBezTo>
                  <a:cubicBezTo>
                    <a:pt x="362167" y="263811"/>
                    <a:pt x="294493" y="147561"/>
                    <a:pt x="211685" y="9927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2;p24">
              <a:extLst>
                <a:ext uri="{FF2B5EF4-FFF2-40B4-BE49-F238E27FC236}">
                  <a16:creationId xmlns:a16="http://schemas.microsoft.com/office/drawing/2014/main" id="{803C19AA-B9DD-2065-F0D5-D85B74675D5C}"/>
                </a:ext>
              </a:extLst>
            </p:cNvPr>
            <p:cNvSpPr/>
            <p:nvPr/>
          </p:nvSpPr>
          <p:spPr>
            <a:xfrm>
              <a:off x="4846614" y="1414848"/>
              <a:ext cx="423274" cy="545629"/>
            </a:xfrm>
            <a:custGeom>
              <a:avLst/>
              <a:gdLst/>
              <a:ahLst/>
              <a:cxnLst/>
              <a:rect l="l" t="t" r="r" b="b"/>
              <a:pathLst>
                <a:path w="423274" h="545629" extrusionOk="0">
                  <a:moveTo>
                    <a:pt x="211685" y="516844"/>
                  </a:moveTo>
                  <a:cubicBezTo>
                    <a:pt x="94991" y="449546"/>
                    <a:pt x="0" y="285389"/>
                    <a:pt x="0" y="150793"/>
                  </a:cubicBezTo>
                  <a:cubicBezTo>
                    <a:pt x="0" y="16197"/>
                    <a:pt x="95182" y="-38459"/>
                    <a:pt x="211685" y="28744"/>
                  </a:cubicBezTo>
                  <a:lnTo>
                    <a:pt x="211685" y="99274"/>
                  </a:lnTo>
                  <a:cubicBezTo>
                    <a:pt x="128686" y="51747"/>
                    <a:pt x="61202" y="90434"/>
                    <a:pt x="61202" y="186058"/>
                  </a:cubicBezTo>
                  <a:cubicBezTo>
                    <a:pt x="61202" y="281682"/>
                    <a:pt x="128686" y="398502"/>
                    <a:pt x="211685" y="446314"/>
                  </a:cubicBezTo>
                  <a:cubicBezTo>
                    <a:pt x="294683" y="494126"/>
                    <a:pt x="362167" y="455249"/>
                    <a:pt x="362167" y="359531"/>
                  </a:cubicBezTo>
                  <a:lnTo>
                    <a:pt x="423274" y="394795"/>
                  </a:lnTo>
                  <a:cubicBezTo>
                    <a:pt x="423179" y="529391"/>
                    <a:pt x="328283" y="584142"/>
                    <a:pt x="211685" y="516844"/>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3;p24">
              <a:extLst>
                <a:ext uri="{FF2B5EF4-FFF2-40B4-BE49-F238E27FC236}">
                  <a16:creationId xmlns:a16="http://schemas.microsoft.com/office/drawing/2014/main" id="{FF5CF7F0-9B44-9A57-7410-0C8332D22E78}"/>
                </a:ext>
              </a:extLst>
            </p:cNvPr>
            <p:cNvSpPr/>
            <p:nvPr/>
          </p:nvSpPr>
          <p:spPr>
            <a:xfrm>
              <a:off x="5340323" y="1699604"/>
              <a:ext cx="423179" cy="545654"/>
            </a:xfrm>
            <a:custGeom>
              <a:avLst/>
              <a:gdLst/>
              <a:ahLst/>
              <a:cxnLst/>
              <a:rect l="l" t="t" r="r" b="b"/>
              <a:pathLst>
                <a:path w="423179" h="545654" extrusionOk="0">
                  <a:moveTo>
                    <a:pt x="211589" y="516869"/>
                  </a:moveTo>
                  <a:cubicBezTo>
                    <a:pt x="94896" y="449571"/>
                    <a:pt x="0" y="285318"/>
                    <a:pt x="0" y="150817"/>
                  </a:cubicBezTo>
                  <a:cubicBezTo>
                    <a:pt x="0" y="16316"/>
                    <a:pt x="95182" y="-38529"/>
                    <a:pt x="211589" y="28769"/>
                  </a:cubicBezTo>
                  <a:cubicBezTo>
                    <a:pt x="327997" y="96066"/>
                    <a:pt x="423179" y="260224"/>
                    <a:pt x="423179" y="394820"/>
                  </a:cubicBezTo>
                  <a:cubicBezTo>
                    <a:pt x="423179" y="529416"/>
                    <a:pt x="328283" y="584167"/>
                    <a:pt x="211589" y="516869"/>
                  </a:cubicBezTo>
                  <a:close/>
                  <a:moveTo>
                    <a:pt x="211589" y="99298"/>
                  </a:moveTo>
                  <a:cubicBezTo>
                    <a:pt x="128591" y="51772"/>
                    <a:pt x="61107" y="90363"/>
                    <a:pt x="61107" y="186082"/>
                  </a:cubicBezTo>
                  <a:cubicBezTo>
                    <a:pt x="61107" y="281801"/>
                    <a:pt x="128591" y="398432"/>
                    <a:pt x="211589" y="446339"/>
                  </a:cubicBezTo>
                  <a:cubicBezTo>
                    <a:pt x="294588" y="494246"/>
                    <a:pt x="362072" y="455274"/>
                    <a:pt x="362072" y="359555"/>
                  </a:cubicBezTo>
                  <a:cubicBezTo>
                    <a:pt x="362072" y="263836"/>
                    <a:pt x="294588" y="147110"/>
                    <a:pt x="211589"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4;p24">
              <a:extLst>
                <a:ext uri="{FF2B5EF4-FFF2-40B4-BE49-F238E27FC236}">
                  <a16:creationId xmlns:a16="http://schemas.microsoft.com/office/drawing/2014/main" id="{4CB282F0-8C82-D5F9-36C3-3525B7317FE4}"/>
                </a:ext>
              </a:extLst>
            </p:cNvPr>
            <p:cNvSpPr/>
            <p:nvPr/>
          </p:nvSpPr>
          <p:spPr>
            <a:xfrm>
              <a:off x="5340323" y="1699604"/>
              <a:ext cx="332185" cy="545952"/>
            </a:xfrm>
            <a:custGeom>
              <a:avLst/>
              <a:gdLst/>
              <a:ahLst/>
              <a:cxnLst/>
              <a:rect l="l" t="t" r="r" b="b"/>
              <a:pathLst>
                <a:path w="332185" h="545952" extrusionOk="0">
                  <a:moveTo>
                    <a:pt x="211589" y="516869"/>
                  </a:moveTo>
                  <a:cubicBezTo>
                    <a:pt x="94896" y="449571"/>
                    <a:pt x="0" y="285318"/>
                    <a:pt x="0" y="150817"/>
                  </a:cubicBezTo>
                  <a:cubicBezTo>
                    <a:pt x="0" y="16316"/>
                    <a:pt x="95182" y="-38529"/>
                    <a:pt x="211589" y="28769"/>
                  </a:cubicBezTo>
                  <a:lnTo>
                    <a:pt x="211589" y="99298"/>
                  </a:lnTo>
                  <a:cubicBezTo>
                    <a:pt x="128591" y="51772"/>
                    <a:pt x="61107" y="90363"/>
                    <a:pt x="61107" y="186082"/>
                  </a:cubicBezTo>
                  <a:cubicBezTo>
                    <a:pt x="61107" y="281801"/>
                    <a:pt x="128591" y="398432"/>
                    <a:pt x="211589" y="446339"/>
                  </a:cubicBezTo>
                  <a:cubicBezTo>
                    <a:pt x="242429" y="464114"/>
                    <a:pt x="272030" y="470483"/>
                    <a:pt x="297253" y="465350"/>
                  </a:cubicBezTo>
                  <a:lnTo>
                    <a:pt x="332185" y="543389"/>
                  </a:lnTo>
                  <a:cubicBezTo>
                    <a:pt x="296682" y="550898"/>
                    <a:pt x="254993" y="541868"/>
                    <a:pt x="211589" y="5168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6" name="Google Shape;1085;p24">
              <a:extLst>
                <a:ext uri="{FF2B5EF4-FFF2-40B4-BE49-F238E27FC236}">
                  <a16:creationId xmlns:a16="http://schemas.microsoft.com/office/drawing/2014/main" id="{4FED6F2F-FCFA-F6CB-BE31-788CADD5B8C5}"/>
                </a:ext>
              </a:extLst>
            </p:cNvPr>
            <p:cNvSpPr/>
            <p:nvPr/>
          </p:nvSpPr>
          <p:spPr>
            <a:xfrm>
              <a:off x="5834032" y="1984194"/>
              <a:ext cx="423559" cy="545654"/>
            </a:xfrm>
            <a:custGeom>
              <a:avLst/>
              <a:gdLst/>
              <a:ahLst/>
              <a:cxnLst/>
              <a:rect l="l" t="t" r="r" b="b"/>
              <a:pathLst>
                <a:path w="423559" h="545654" extrusionOk="0">
                  <a:moveTo>
                    <a:pt x="211590" y="516869"/>
                  </a:moveTo>
                  <a:cubicBezTo>
                    <a:pt x="94896" y="449571"/>
                    <a:pt x="0" y="285318"/>
                    <a:pt x="0" y="150817"/>
                  </a:cubicBezTo>
                  <a:cubicBezTo>
                    <a:pt x="0" y="16317"/>
                    <a:pt x="95182" y="-38529"/>
                    <a:pt x="211590" y="28769"/>
                  </a:cubicBezTo>
                  <a:cubicBezTo>
                    <a:pt x="327997" y="96066"/>
                    <a:pt x="423560" y="260224"/>
                    <a:pt x="423560" y="394820"/>
                  </a:cubicBezTo>
                  <a:cubicBezTo>
                    <a:pt x="423560" y="529416"/>
                    <a:pt x="328378" y="584167"/>
                    <a:pt x="211590" y="516869"/>
                  </a:cubicBezTo>
                  <a:close/>
                  <a:moveTo>
                    <a:pt x="211590" y="99298"/>
                  </a:moveTo>
                  <a:cubicBezTo>
                    <a:pt x="128686" y="51772"/>
                    <a:pt x="61107" y="90363"/>
                    <a:pt x="61107" y="186082"/>
                  </a:cubicBezTo>
                  <a:cubicBezTo>
                    <a:pt x="61107" y="281801"/>
                    <a:pt x="128686" y="398432"/>
                    <a:pt x="211590" y="446339"/>
                  </a:cubicBezTo>
                  <a:cubicBezTo>
                    <a:pt x="294493" y="494246"/>
                    <a:pt x="362072" y="455274"/>
                    <a:pt x="362072" y="359555"/>
                  </a:cubicBezTo>
                  <a:cubicBezTo>
                    <a:pt x="362072" y="263836"/>
                    <a:pt x="294588" y="147110"/>
                    <a:pt x="211590"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7" name="Google Shape;1086;p24">
              <a:extLst>
                <a:ext uri="{FF2B5EF4-FFF2-40B4-BE49-F238E27FC236}">
                  <a16:creationId xmlns:a16="http://schemas.microsoft.com/office/drawing/2014/main" id="{3E2BF306-96D9-B87F-2D08-2AF2F0D9BA7B}"/>
                </a:ext>
              </a:extLst>
            </p:cNvPr>
            <p:cNvSpPr/>
            <p:nvPr/>
          </p:nvSpPr>
          <p:spPr>
            <a:xfrm>
              <a:off x="5834032" y="1984177"/>
              <a:ext cx="211589" cy="286951"/>
            </a:xfrm>
            <a:custGeom>
              <a:avLst/>
              <a:gdLst/>
              <a:ahLst/>
              <a:cxnLst/>
              <a:rect l="l" t="t" r="r" b="b"/>
              <a:pathLst>
                <a:path w="211589" h="286951" extrusionOk="0">
                  <a:moveTo>
                    <a:pt x="27412" y="286951"/>
                  </a:moveTo>
                  <a:cubicBezTo>
                    <a:pt x="10194" y="243588"/>
                    <a:pt x="904" y="197477"/>
                    <a:pt x="0" y="150835"/>
                  </a:cubicBezTo>
                  <a:cubicBezTo>
                    <a:pt x="0" y="16239"/>
                    <a:pt x="95182" y="-38512"/>
                    <a:pt x="211590" y="28786"/>
                  </a:cubicBezTo>
                  <a:lnTo>
                    <a:pt x="211590" y="99315"/>
                  </a:lnTo>
                  <a:cubicBezTo>
                    <a:pt x="128686" y="51789"/>
                    <a:pt x="61107" y="90380"/>
                    <a:pt x="61107" y="186099"/>
                  </a:cubicBezTo>
                  <a:cubicBezTo>
                    <a:pt x="61830" y="219254"/>
                    <a:pt x="68540" y="252000"/>
                    <a:pt x="80905" y="2827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7;p24">
              <a:extLst>
                <a:ext uri="{FF2B5EF4-FFF2-40B4-BE49-F238E27FC236}">
                  <a16:creationId xmlns:a16="http://schemas.microsoft.com/office/drawing/2014/main" id="{1B4AEF1B-9085-EF67-73D8-5DE2211D765C}"/>
                </a:ext>
              </a:extLst>
            </p:cNvPr>
            <p:cNvSpPr/>
            <p:nvPr/>
          </p:nvSpPr>
          <p:spPr>
            <a:xfrm>
              <a:off x="5029839" y="4705642"/>
              <a:ext cx="429841" cy="247899"/>
            </a:xfrm>
            <a:custGeom>
              <a:avLst/>
              <a:gdLst/>
              <a:ahLst/>
              <a:cxnLst/>
              <a:rect l="l" t="t" r="r" b="b"/>
              <a:pathLst>
                <a:path w="429841" h="247899" extrusionOk="0">
                  <a:moveTo>
                    <a:pt x="429842" y="123950"/>
                  </a:moveTo>
                  <a:cubicBezTo>
                    <a:pt x="429842" y="192405"/>
                    <a:pt x="333619" y="247900"/>
                    <a:pt x="214921" y="247900"/>
                  </a:cubicBezTo>
                  <a:cubicBezTo>
                    <a:pt x="96224" y="247900"/>
                    <a:pt x="0" y="192406"/>
                    <a:pt x="0" y="123950"/>
                  </a:cubicBezTo>
                  <a:cubicBezTo>
                    <a:pt x="0" y="55494"/>
                    <a:pt x="96224"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8;p24">
              <a:extLst>
                <a:ext uri="{FF2B5EF4-FFF2-40B4-BE49-F238E27FC236}">
                  <a16:creationId xmlns:a16="http://schemas.microsoft.com/office/drawing/2014/main" id="{8F47AABC-186F-5511-2788-996B5D156BCF}"/>
                </a:ext>
              </a:extLst>
            </p:cNvPr>
            <p:cNvSpPr/>
            <p:nvPr/>
          </p:nvSpPr>
          <p:spPr>
            <a:xfrm>
              <a:off x="2757750" y="4754499"/>
              <a:ext cx="429841" cy="247899"/>
            </a:xfrm>
            <a:custGeom>
              <a:avLst/>
              <a:gdLst/>
              <a:ahLst/>
              <a:cxnLst/>
              <a:rect l="l" t="t" r="r" b="b"/>
              <a:pathLst>
                <a:path w="429841" h="247899" extrusionOk="0">
                  <a:moveTo>
                    <a:pt x="429842" y="123950"/>
                  </a:moveTo>
                  <a:cubicBezTo>
                    <a:pt x="429842" y="192405"/>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89;p24">
              <a:extLst>
                <a:ext uri="{FF2B5EF4-FFF2-40B4-BE49-F238E27FC236}">
                  <a16:creationId xmlns:a16="http://schemas.microsoft.com/office/drawing/2014/main" id="{6FA16B08-2A48-B59F-B68D-BB286D6F2473}"/>
                </a:ext>
              </a:extLst>
            </p:cNvPr>
            <p:cNvSpPr/>
            <p:nvPr/>
          </p:nvSpPr>
          <p:spPr>
            <a:xfrm>
              <a:off x="2012475" y="3630110"/>
              <a:ext cx="429841" cy="247899"/>
            </a:xfrm>
            <a:custGeom>
              <a:avLst/>
              <a:gdLst/>
              <a:ahLst/>
              <a:cxnLst/>
              <a:rect l="l" t="t" r="r" b="b"/>
              <a:pathLst>
                <a:path w="429841" h="247899" extrusionOk="0">
                  <a:moveTo>
                    <a:pt x="429842" y="123950"/>
                  </a:moveTo>
                  <a:cubicBezTo>
                    <a:pt x="429842" y="192406"/>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90;p24">
              <a:extLst>
                <a:ext uri="{FF2B5EF4-FFF2-40B4-BE49-F238E27FC236}">
                  <a16:creationId xmlns:a16="http://schemas.microsoft.com/office/drawing/2014/main" id="{770A0EA5-37E0-9C20-75DC-5A6FE2F7BE4B}"/>
                </a:ext>
              </a:extLst>
            </p:cNvPr>
            <p:cNvSpPr/>
            <p:nvPr/>
          </p:nvSpPr>
          <p:spPr>
            <a:xfrm>
              <a:off x="5244274" y="4799933"/>
              <a:ext cx="116580" cy="90224"/>
            </a:xfrm>
            <a:custGeom>
              <a:avLst/>
              <a:gdLst/>
              <a:ahLst/>
              <a:cxnLst/>
              <a:rect l="l" t="t" r="r" b="b"/>
              <a:pathLst>
                <a:path w="116580" h="90224" extrusionOk="0">
                  <a:moveTo>
                    <a:pt x="107376" y="2"/>
                  </a:moveTo>
                  <a:cubicBezTo>
                    <a:pt x="93384" y="11314"/>
                    <a:pt x="72729" y="953"/>
                    <a:pt x="71682" y="1998"/>
                  </a:cubicBezTo>
                  <a:cubicBezTo>
                    <a:pt x="55302" y="17235"/>
                    <a:pt x="38074" y="31550"/>
                    <a:pt x="20094" y="44868"/>
                  </a:cubicBezTo>
                  <a:cubicBezTo>
                    <a:pt x="11432" y="51711"/>
                    <a:pt x="-2179" y="60932"/>
                    <a:pt x="296" y="74049"/>
                  </a:cubicBezTo>
                  <a:cubicBezTo>
                    <a:pt x="4674" y="97622"/>
                    <a:pt x="42366" y="90398"/>
                    <a:pt x="56644" y="83554"/>
                  </a:cubicBezTo>
                  <a:cubicBezTo>
                    <a:pt x="70921" y="76711"/>
                    <a:pt x="82438" y="64544"/>
                    <a:pt x="95954" y="56084"/>
                  </a:cubicBezTo>
                  <a:cubicBezTo>
                    <a:pt x="105472" y="50095"/>
                    <a:pt x="114990" y="47054"/>
                    <a:pt x="116513" y="34887"/>
                  </a:cubicBezTo>
                  <a:cubicBezTo>
                    <a:pt x="117370" y="27187"/>
                    <a:pt x="109850" y="-283"/>
                    <a:pt x="107376" y="2"/>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1;p24">
              <a:extLst>
                <a:ext uri="{FF2B5EF4-FFF2-40B4-BE49-F238E27FC236}">
                  <a16:creationId xmlns:a16="http://schemas.microsoft.com/office/drawing/2014/main" id="{F604784A-65E4-B272-FBAA-453DF00B7CE6}"/>
                </a:ext>
              </a:extLst>
            </p:cNvPr>
            <p:cNvSpPr/>
            <p:nvPr/>
          </p:nvSpPr>
          <p:spPr>
            <a:xfrm>
              <a:off x="5244760" y="4829592"/>
              <a:ext cx="116051" cy="60483"/>
            </a:xfrm>
            <a:custGeom>
              <a:avLst/>
              <a:gdLst/>
              <a:ahLst/>
              <a:cxnLst/>
              <a:rect l="l" t="t" r="r" b="b"/>
              <a:pathLst>
                <a:path w="116051" h="60483" extrusionOk="0">
                  <a:moveTo>
                    <a:pt x="115837" y="0"/>
                  </a:moveTo>
                  <a:cubicBezTo>
                    <a:pt x="113933" y="11597"/>
                    <a:pt x="104605" y="14828"/>
                    <a:pt x="95087" y="20722"/>
                  </a:cubicBezTo>
                  <a:cubicBezTo>
                    <a:pt x="81381" y="29182"/>
                    <a:pt x="69388" y="41443"/>
                    <a:pt x="55110" y="48572"/>
                  </a:cubicBezTo>
                  <a:cubicBezTo>
                    <a:pt x="40833" y="55701"/>
                    <a:pt x="9233" y="61880"/>
                    <a:pt x="0" y="45055"/>
                  </a:cubicBezTo>
                  <a:cubicBezTo>
                    <a:pt x="5045" y="67773"/>
                    <a:pt x="42071" y="60644"/>
                    <a:pt x="56157" y="53515"/>
                  </a:cubicBezTo>
                  <a:cubicBezTo>
                    <a:pt x="70244" y="46386"/>
                    <a:pt x="81952" y="34505"/>
                    <a:pt x="95468" y="26045"/>
                  </a:cubicBezTo>
                  <a:cubicBezTo>
                    <a:pt x="104986" y="20056"/>
                    <a:pt x="114504" y="17015"/>
                    <a:pt x="116027" y="4848"/>
                  </a:cubicBezTo>
                  <a:cubicBezTo>
                    <a:pt x="116093" y="3232"/>
                    <a:pt x="116027" y="1606"/>
                    <a:pt x="11583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3" name="Google Shape;1092;p24">
              <a:extLst>
                <a:ext uri="{FF2B5EF4-FFF2-40B4-BE49-F238E27FC236}">
                  <a16:creationId xmlns:a16="http://schemas.microsoft.com/office/drawing/2014/main" id="{421B94A8-351C-93F8-F665-FAC1B41104F9}"/>
                </a:ext>
              </a:extLst>
            </p:cNvPr>
            <p:cNvSpPr/>
            <p:nvPr/>
          </p:nvSpPr>
          <p:spPr>
            <a:xfrm>
              <a:off x="5124630" y="4754816"/>
              <a:ext cx="116569" cy="86887"/>
            </a:xfrm>
            <a:custGeom>
              <a:avLst/>
              <a:gdLst/>
              <a:ahLst/>
              <a:cxnLst/>
              <a:rect l="l" t="t" r="r" b="b"/>
              <a:pathLst>
                <a:path w="116569" h="86887" extrusionOk="0">
                  <a:moveTo>
                    <a:pt x="105663" y="63"/>
                  </a:moveTo>
                  <a:cubicBezTo>
                    <a:pt x="91671" y="11470"/>
                    <a:pt x="67590" y="-982"/>
                    <a:pt x="66162" y="63"/>
                  </a:cubicBezTo>
                  <a:cubicBezTo>
                    <a:pt x="51656" y="14825"/>
                    <a:pt x="36275" y="28693"/>
                    <a:pt x="20094" y="41602"/>
                  </a:cubicBezTo>
                  <a:cubicBezTo>
                    <a:pt x="11432" y="48446"/>
                    <a:pt x="-2179" y="57666"/>
                    <a:pt x="296" y="70783"/>
                  </a:cubicBezTo>
                  <a:cubicBezTo>
                    <a:pt x="4674" y="94261"/>
                    <a:pt x="42367" y="87037"/>
                    <a:pt x="56644" y="80288"/>
                  </a:cubicBezTo>
                  <a:cubicBezTo>
                    <a:pt x="70921" y="73540"/>
                    <a:pt x="82438" y="61278"/>
                    <a:pt x="95954" y="52818"/>
                  </a:cubicBezTo>
                  <a:cubicBezTo>
                    <a:pt x="105472" y="46830"/>
                    <a:pt x="114990" y="43313"/>
                    <a:pt x="116513" y="31621"/>
                  </a:cubicBezTo>
                  <a:cubicBezTo>
                    <a:pt x="117370" y="23922"/>
                    <a:pt x="108137" y="-222"/>
                    <a:pt x="105663" y="6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4" name="Google Shape;1093;p24">
              <a:extLst>
                <a:ext uri="{FF2B5EF4-FFF2-40B4-BE49-F238E27FC236}">
                  <a16:creationId xmlns:a16="http://schemas.microsoft.com/office/drawing/2014/main" id="{2992210B-1E14-B815-04A0-D3C41704C048}"/>
                </a:ext>
              </a:extLst>
            </p:cNvPr>
            <p:cNvSpPr/>
            <p:nvPr/>
          </p:nvSpPr>
          <p:spPr>
            <a:xfrm>
              <a:off x="5124926" y="4782825"/>
              <a:ext cx="116097" cy="60673"/>
            </a:xfrm>
            <a:custGeom>
              <a:avLst/>
              <a:gdLst/>
              <a:ahLst/>
              <a:cxnLst/>
              <a:rect l="l" t="t" r="r" b="b"/>
              <a:pathLst>
                <a:path w="116097" h="60673" extrusionOk="0">
                  <a:moveTo>
                    <a:pt x="115741" y="0"/>
                  </a:moveTo>
                  <a:cubicBezTo>
                    <a:pt x="114218" y="11407"/>
                    <a:pt x="104700" y="14828"/>
                    <a:pt x="95182" y="20912"/>
                  </a:cubicBezTo>
                  <a:cubicBezTo>
                    <a:pt x="81476" y="29372"/>
                    <a:pt x="69388" y="41634"/>
                    <a:pt x="55205" y="48858"/>
                  </a:cubicBezTo>
                  <a:cubicBezTo>
                    <a:pt x="41023" y="56082"/>
                    <a:pt x="9233" y="62070"/>
                    <a:pt x="0" y="45246"/>
                  </a:cubicBezTo>
                  <a:cubicBezTo>
                    <a:pt x="5045" y="67964"/>
                    <a:pt x="42071" y="60835"/>
                    <a:pt x="56157" y="53706"/>
                  </a:cubicBezTo>
                  <a:cubicBezTo>
                    <a:pt x="70244" y="46577"/>
                    <a:pt x="82047" y="34695"/>
                    <a:pt x="95468" y="26235"/>
                  </a:cubicBezTo>
                  <a:cubicBezTo>
                    <a:pt x="104986" y="20246"/>
                    <a:pt x="114504" y="16730"/>
                    <a:pt x="116027" y="5133"/>
                  </a:cubicBezTo>
                  <a:cubicBezTo>
                    <a:pt x="116179" y="3413"/>
                    <a:pt x="116084" y="1692"/>
                    <a:pt x="115741"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4;p24">
              <a:extLst>
                <a:ext uri="{FF2B5EF4-FFF2-40B4-BE49-F238E27FC236}">
                  <a16:creationId xmlns:a16="http://schemas.microsoft.com/office/drawing/2014/main" id="{5FF2A094-74C3-D361-E620-7B4C3418CA63}"/>
                </a:ext>
              </a:extLst>
            </p:cNvPr>
            <p:cNvSpPr/>
            <p:nvPr/>
          </p:nvSpPr>
          <p:spPr>
            <a:xfrm>
              <a:off x="5154433" y="4234936"/>
              <a:ext cx="200389" cy="574156"/>
            </a:xfrm>
            <a:custGeom>
              <a:avLst/>
              <a:gdLst/>
              <a:ahLst/>
              <a:cxnLst/>
              <a:rect l="l" t="t" r="r" b="b"/>
              <a:pathLst>
                <a:path w="200389" h="574156" extrusionOk="0">
                  <a:moveTo>
                    <a:pt x="197978" y="49713"/>
                  </a:moveTo>
                  <a:cubicBezTo>
                    <a:pt x="197312" y="70815"/>
                    <a:pt x="190745" y="162447"/>
                    <a:pt x="187794" y="211304"/>
                  </a:cubicBezTo>
                  <a:cubicBezTo>
                    <a:pt x="184843" y="260162"/>
                    <a:pt x="184177" y="319285"/>
                    <a:pt x="184177" y="319285"/>
                  </a:cubicBezTo>
                  <a:cubicBezTo>
                    <a:pt x="184177" y="319285"/>
                    <a:pt x="192553" y="354645"/>
                    <a:pt x="197978" y="396183"/>
                  </a:cubicBezTo>
                  <a:cubicBezTo>
                    <a:pt x="203404" y="437722"/>
                    <a:pt x="197978" y="568896"/>
                    <a:pt x="197978" y="568896"/>
                  </a:cubicBezTo>
                  <a:cubicBezTo>
                    <a:pt x="187080" y="575911"/>
                    <a:pt x="173088" y="575911"/>
                    <a:pt x="162190" y="568896"/>
                  </a:cubicBezTo>
                  <a:cubicBezTo>
                    <a:pt x="162190" y="568896"/>
                    <a:pt x="139822" y="464337"/>
                    <a:pt x="129448" y="416810"/>
                  </a:cubicBezTo>
                  <a:cubicBezTo>
                    <a:pt x="119073" y="369283"/>
                    <a:pt x="117359" y="342193"/>
                    <a:pt x="111934" y="312916"/>
                  </a:cubicBezTo>
                  <a:cubicBezTo>
                    <a:pt x="105462" y="277462"/>
                    <a:pt x="91375" y="111973"/>
                    <a:pt x="91375" y="111973"/>
                  </a:cubicBezTo>
                  <a:lnTo>
                    <a:pt x="85759" y="111973"/>
                  </a:lnTo>
                  <a:lnTo>
                    <a:pt x="70815" y="298753"/>
                  </a:lnTo>
                  <a:cubicBezTo>
                    <a:pt x="75479" y="312508"/>
                    <a:pt x="78668" y="326718"/>
                    <a:pt x="80334" y="341147"/>
                  </a:cubicBezTo>
                  <a:cubicBezTo>
                    <a:pt x="84426" y="371660"/>
                    <a:pt x="76050" y="524696"/>
                    <a:pt x="76050" y="524696"/>
                  </a:cubicBezTo>
                  <a:cubicBezTo>
                    <a:pt x="63896" y="531473"/>
                    <a:pt x="48952" y="530846"/>
                    <a:pt x="37406" y="523080"/>
                  </a:cubicBezTo>
                  <a:cubicBezTo>
                    <a:pt x="37406" y="523080"/>
                    <a:pt x="0" y="320331"/>
                    <a:pt x="0" y="289533"/>
                  </a:cubicBezTo>
                  <a:cubicBezTo>
                    <a:pt x="0" y="269097"/>
                    <a:pt x="3522" y="0"/>
                    <a:pt x="3522"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5;p24">
              <a:extLst>
                <a:ext uri="{FF2B5EF4-FFF2-40B4-BE49-F238E27FC236}">
                  <a16:creationId xmlns:a16="http://schemas.microsoft.com/office/drawing/2014/main" id="{956CD465-6E21-B18E-C10D-85EF9F9FACF3}"/>
                </a:ext>
              </a:extLst>
            </p:cNvPr>
            <p:cNvSpPr/>
            <p:nvPr/>
          </p:nvSpPr>
          <p:spPr>
            <a:xfrm>
              <a:off x="5199628" y="3876679"/>
              <a:ext cx="128464" cy="124722"/>
            </a:xfrm>
            <a:custGeom>
              <a:avLst/>
              <a:gdLst/>
              <a:ahLst/>
              <a:cxnLst/>
              <a:rect l="l" t="t" r="r" b="b"/>
              <a:pathLst>
                <a:path w="128464" h="124722" extrusionOk="0">
                  <a:moveTo>
                    <a:pt x="102147" y="0"/>
                  </a:moveTo>
                  <a:cubicBezTo>
                    <a:pt x="102147" y="0"/>
                    <a:pt x="99767" y="46006"/>
                    <a:pt x="100814" y="50093"/>
                  </a:cubicBezTo>
                  <a:cubicBezTo>
                    <a:pt x="101861" y="54181"/>
                    <a:pt x="121945" y="67678"/>
                    <a:pt x="127846" y="72431"/>
                  </a:cubicBezTo>
                  <a:cubicBezTo>
                    <a:pt x="133747" y="77183"/>
                    <a:pt x="95960" y="114445"/>
                    <a:pt x="77590" y="122904"/>
                  </a:cubicBezTo>
                  <a:cubicBezTo>
                    <a:pt x="59220" y="131364"/>
                    <a:pt x="1444" y="109122"/>
                    <a:pt x="112" y="80606"/>
                  </a:cubicBezTo>
                  <a:cubicBezTo>
                    <a:pt x="-1221" y="52089"/>
                    <a:pt x="9630" y="28136"/>
                    <a:pt x="19148" y="26900"/>
                  </a:cubicBezTo>
                  <a:cubicBezTo>
                    <a:pt x="28666" y="25665"/>
                    <a:pt x="102147" y="0"/>
                    <a:pt x="102147" y="0"/>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6;p24">
              <a:extLst>
                <a:ext uri="{FF2B5EF4-FFF2-40B4-BE49-F238E27FC236}">
                  <a16:creationId xmlns:a16="http://schemas.microsoft.com/office/drawing/2014/main" id="{0897A977-7ED8-92F6-AC69-37B82A992A82}"/>
                </a:ext>
              </a:extLst>
            </p:cNvPr>
            <p:cNvSpPr/>
            <p:nvPr/>
          </p:nvSpPr>
          <p:spPr>
            <a:xfrm>
              <a:off x="4996526" y="3906336"/>
              <a:ext cx="182485" cy="357686"/>
            </a:xfrm>
            <a:custGeom>
              <a:avLst/>
              <a:gdLst/>
              <a:ahLst/>
              <a:cxnLst/>
              <a:rect l="l" t="t" r="r" b="b"/>
              <a:pathLst>
                <a:path w="182485" h="357686" extrusionOk="0">
                  <a:moveTo>
                    <a:pt x="179037" y="55702"/>
                  </a:moveTo>
                  <a:cubicBezTo>
                    <a:pt x="176277" y="35455"/>
                    <a:pt x="189697" y="16159"/>
                    <a:pt x="176752" y="0"/>
                  </a:cubicBezTo>
                  <a:cubicBezTo>
                    <a:pt x="131255" y="44485"/>
                    <a:pt x="136966" y="162352"/>
                    <a:pt x="126687" y="237634"/>
                  </a:cubicBezTo>
                  <a:cubicBezTo>
                    <a:pt x="92897" y="272899"/>
                    <a:pt x="25032" y="307594"/>
                    <a:pt x="5901" y="316243"/>
                  </a:cubicBezTo>
                  <a:cubicBezTo>
                    <a:pt x="2379" y="317764"/>
                    <a:pt x="-572" y="319475"/>
                    <a:pt x="95" y="323182"/>
                  </a:cubicBezTo>
                  <a:cubicBezTo>
                    <a:pt x="2665" y="335739"/>
                    <a:pt x="8061" y="347535"/>
                    <a:pt x="15895" y="357687"/>
                  </a:cubicBezTo>
                  <a:cubicBezTo>
                    <a:pt x="60821" y="338676"/>
                    <a:pt x="93183" y="327270"/>
                    <a:pt x="149150" y="274040"/>
                  </a:cubicBezTo>
                  <a:cubicBezTo>
                    <a:pt x="154509" y="268175"/>
                    <a:pt x="159287" y="261806"/>
                    <a:pt x="163427" y="255029"/>
                  </a:cubicBezTo>
                  <a:cubicBezTo>
                    <a:pt x="179608" y="207502"/>
                    <a:pt x="183605" y="90776"/>
                    <a:pt x="179037" y="5570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7;p24">
              <a:extLst>
                <a:ext uri="{FF2B5EF4-FFF2-40B4-BE49-F238E27FC236}">
                  <a16:creationId xmlns:a16="http://schemas.microsoft.com/office/drawing/2014/main" id="{E07E42EC-DC7F-9382-733E-911A9DED9044}"/>
                </a:ext>
              </a:extLst>
            </p:cNvPr>
            <p:cNvSpPr/>
            <p:nvPr/>
          </p:nvSpPr>
          <p:spPr>
            <a:xfrm>
              <a:off x="5154414" y="3894094"/>
              <a:ext cx="208226" cy="419055"/>
            </a:xfrm>
            <a:custGeom>
              <a:avLst/>
              <a:gdLst/>
              <a:ahLst/>
              <a:cxnLst/>
              <a:rect l="l" t="t" r="r" b="b"/>
              <a:pathLst>
                <a:path w="208226" h="419055" extrusionOk="0">
                  <a:moveTo>
                    <a:pt x="152500" y="40568"/>
                  </a:moveTo>
                  <a:cubicBezTo>
                    <a:pt x="152500" y="40568"/>
                    <a:pt x="119091" y="90376"/>
                    <a:pt x="72357" y="95033"/>
                  </a:cubicBezTo>
                  <a:cubicBezTo>
                    <a:pt x="57699" y="80585"/>
                    <a:pt x="56366" y="29066"/>
                    <a:pt x="76736" y="12527"/>
                  </a:cubicBezTo>
                  <a:cubicBezTo>
                    <a:pt x="76736" y="12527"/>
                    <a:pt x="57699" y="-2491"/>
                    <a:pt x="45135" y="360"/>
                  </a:cubicBezTo>
                  <a:cubicBezTo>
                    <a:pt x="31448" y="8744"/>
                    <a:pt x="21301" y="21823"/>
                    <a:pt x="16580" y="37146"/>
                  </a:cubicBezTo>
                  <a:cubicBezTo>
                    <a:pt x="4702" y="71346"/>
                    <a:pt x="-885" y="107419"/>
                    <a:pt x="114" y="143606"/>
                  </a:cubicBezTo>
                  <a:cubicBezTo>
                    <a:pt x="875" y="192463"/>
                    <a:pt x="114" y="341698"/>
                    <a:pt x="114" y="341698"/>
                  </a:cubicBezTo>
                  <a:cubicBezTo>
                    <a:pt x="114" y="341698"/>
                    <a:pt x="6681" y="373256"/>
                    <a:pt x="48942" y="396734"/>
                  </a:cubicBezTo>
                  <a:cubicBezTo>
                    <a:pt x="91203" y="420212"/>
                    <a:pt x="122423" y="422493"/>
                    <a:pt x="151073" y="415745"/>
                  </a:cubicBezTo>
                  <a:cubicBezTo>
                    <a:pt x="174678" y="410231"/>
                    <a:pt x="194190" y="401866"/>
                    <a:pt x="202376" y="384757"/>
                  </a:cubicBezTo>
                  <a:cubicBezTo>
                    <a:pt x="200282" y="350538"/>
                    <a:pt x="184957" y="261187"/>
                    <a:pt x="190668" y="218223"/>
                  </a:cubicBezTo>
                  <a:cubicBezTo>
                    <a:pt x="196379" y="175259"/>
                    <a:pt x="205517" y="143036"/>
                    <a:pt x="207801" y="108246"/>
                  </a:cubicBezTo>
                  <a:cubicBezTo>
                    <a:pt x="210086" y="73456"/>
                    <a:pt x="203233" y="74122"/>
                    <a:pt x="185814" y="61765"/>
                  </a:cubicBezTo>
                  <a:cubicBezTo>
                    <a:pt x="175239" y="53904"/>
                    <a:pt x="164103" y="46813"/>
                    <a:pt x="152500" y="4056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8;p24">
              <a:extLst>
                <a:ext uri="{FF2B5EF4-FFF2-40B4-BE49-F238E27FC236}">
                  <a16:creationId xmlns:a16="http://schemas.microsoft.com/office/drawing/2014/main" id="{E43A1567-CEF4-61FC-1470-530AF97CE11F}"/>
                </a:ext>
              </a:extLst>
            </p:cNvPr>
            <p:cNvSpPr/>
            <p:nvPr/>
          </p:nvSpPr>
          <p:spPr>
            <a:xfrm>
              <a:off x="5194395" y="3747198"/>
              <a:ext cx="138431" cy="168252"/>
            </a:xfrm>
            <a:custGeom>
              <a:avLst/>
              <a:gdLst/>
              <a:ahLst/>
              <a:cxnLst/>
              <a:rect l="l" t="t" r="r" b="b"/>
              <a:pathLst>
                <a:path w="138431" h="168252" extrusionOk="0">
                  <a:moveTo>
                    <a:pt x="3060" y="60853"/>
                  </a:moveTo>
                  <a:lnTo>
                    <a:pt x="3060" y="60853"/>
                  </a:lnTo>
                  <a:cubicBezTo>
                    <a:pt x="8581" y="25112"/>
                    <a:pt x="34375" y="-1978"/>
                    <a:pt x="71211" y="113"/>
                  </a:cubicBezTo>
                  <a:cubicBezTo>
                    <a:pt x="110416" y="2252"/>
                    <a:pt x="140465" y="35740"/>
                    <a:pt x="138324" y="74892"/>
                  </a:cubicBezTo>
                  <a:cubicBezTo>
                    <a:pt x="138314" y="74930"/>
                    <a:pt x="138314" y="74978"/>
                    <a:pt x="138314" y="75016"/>
                  </a:cubicBezTo>
                  <a:cubicBezTo>
                    <a:pt x="137105" y="96983"/>
                    <a:pt x="125655" y="117105"/>
                    <a:pt x="107380" y="129386"/>
                  </a:cubicBezTo>
                  <a:cubicBezTo>
                    <a:pt x="106057" y="134804"/>
                    <a:pt x="104144" y="140071"/>
                    <a:pt x="101669" y="145070"/>
                  </a:cubicBezTo>
                  <a:cubicBezTo>
                    <a:pt x="88629" y="160279"/>
                    <a:pt x="49128" y="169689"/>
                    <a:pt x="37802" y="168073"/>
                  </a:cubicBezTo>
                  <a:cubicBezTo>
                    <a:pt x="23981" y="166847"/>
                    <a:pt x="12322" y="157313"/>
                    <a:pt x="8391" y="144025"/>
                  </a:cubicBezTo>
                  <a:cubicBezTo>
                    <a:pt x="-3793" y="115984"/>
                    <a:pt x="15" y="78533"/>
                    <a:pt x="3060" y="6085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0" name="Google Shape;1099;p24">
              <a:extLst>
                <a:ext uri="{FF2B5EF4-FFF2-40B4-BE49-F238E27FC236}">
                  <a16:creationId xmlns:a16="http://schemas.microsoft.com/office/drawing/2014/main" id="{53C7FB39-E86A-48E2-8ADB-10D968649AC0}"/>
                </a:ext>
              </a:extLst>
            </p:cNvPr>
            <p:cNvSpPr/>
            <p:nvPr/>
          </p:nvSpPr>
          <p:spPr>
            <a:xfrm>
              <a:off x="5199668" y="3732408"/>
              <a:ext cx="146095" cy="144175"/>
            </a:xfrm>
            <a:custGeom>
              <a:avLst/>
              <a:gdLst/>
              <a:ahLst/>
              <a:cxnLst/>
              <a:rect l="l" t="t" r="r" b="b"/>
              <a:pathLst>
                <a:path w="146095" h="144175" extrusionOk="0">
                  <a:moveTo>
                    <a:pt x="102106" y="144176"/>
                  </a:moveTo>
                  <a:lnTo>
                    <a:pt x="102106" y="144176"/>
                  </a:lnTo>
                  <a:lnTo>
                    <a:pt x="98680" y="113093"/>
                  </a:lnTo>
                  <a:cubicBezTo>
                    <a:pt x="98680" y="113093"/>
                    <a:pt x="124189" y="47126"/>
                    <a:pt x="63939" y="59768"/>
                  </a:cubicBezTo>
                  <a:cubicBezTo>
                    <a:pt x="24152" y="68133"/>
                    <a:pt x="14158" y="71745"/>
                    <a:pt x="2070" y="45130"/>
                  </a:cubicBezTo>
                  <a:cubicBezTo>
                    <a:pt x="-10018" y="18515"/>
                    <a:pt x="32624" y="-5534"/>
                    <a:pt x="83355" y="1120"/>
                  </a:cubicBezTo>
                  <a:cubicBezTo>
                    <a:pt x="119563" y="4913"/>
                    <a:pt x="146823" y="35777"/>
                    <a:pt x="146081" y="72125"/>
                  </a:cubicBezTo>
                  <a:cubicBezTo>
                    <a:pt x="144748" y="91706"/>
                    <a:pt x="139513" y="131439"/>
                    <a:pt x="102106" y="14417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100;p24">
              <a:extLst>
                <a:ext uri="{FF2B5EF4-FFF2-40B4-BE49-F238E27FC236}">
                  <a16:creationId xmlns:a16="http://schemas.microsoft.com/office/drawing/2014/main" id="{5E8C5D42-477E-1F93-32DF-7C63B1982332}"/>
                </a:ext>
              </a:extLst>
            </p:cNvPr>
            <p:cNvSpPr/>
            <p:nvPr/>
          </p:nvSpPr>
          <p:spPr>
            <a:xfrm>
              <a:off x="5186268" y="3976961"/>
              <a:ext cx="186859" cy="320520"/>
            </a:xfrm>
            <a:custGeom>
              <a:avLst/>
              <a:gdLst/>
              <a:ahLst/>
              <a:cxnLst/>
              <a:rect l="l" t="t" r="r" b="b"/>
              <a:pathLst>
                <a:path w="186859" h="320520" extrusionOk="0">
                  <a:moveTo>
                    <a:pt x="186131" y="4943"/>
                  </a:moveTo>
                  <a:cubicBezTo>
                    <a:pt x="168713" y="0"/>
                    <a:pt x="182039" y="4088"/>
                    <a:pt x="168713" y="0"/>
                  </a:cubicBezTo>
                  <a:cubicBezTo>
                    <a:pt x="123216" y="44485"/>
                    <a:pt x="128832" y="120813"/>
                    <a:pt x="118552" y="196286"/>
                  </a:cubicBezTo>
                  <a:cubicBezTo>
                    <a:pt x="93424" y="237729"/>
                    <a:pt x="241" y="293906"/>
                    <a:pt x="241" y="293906"/>
                  </a:cubicBezTo>
                  <a:cubicBezTo>
                    <a:pt x="-901" y="301986"/>
                    <a:pt x="1859" y="304362"/>
                    <a:pt x="11948" y="320521"/>
                  </a:cubicBezTo>
                  <a:cubicBezTo>
                    <a:pt x="63842" y="300693"/>
                    <a:pt x="111042" y="270295"/>
                    <a:pt x="150533" y="231266"/>
                  </a:cubicBezTo>
                  <a:cubicBezTo>
                    <a:pt x="152818" y="229174"/>
                    <a:pt x="156054" y="228604"/>
                    <a:pt x="157006" y="225752"/>
                  </a:cubicBezTo>
                  <a:cubicBezTo>
                    <a:pt x="172901" y="177655"/>
                    <a:pt x="190700" y="40018"/>
                    <a:pt x="186131" y="494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1;p24">
              <a:extLst>
                <a:ext uri="{FF2B5EF4-FFF2-40B4-BE49-F238E27FC236}">
                  <a16:creationId xmlns:a16="http://schemas.microsoft.com/office/drawing/2014/main" id="{4288EE95-D57E-A57C-5796-3C7472095E1C}"/>
                </a:ext>
              </a:extLst>
            </p:cNvPr>
            <p:cNvSpPr/>
            <p:nvPr/>
          </p:nvSpPr>
          <p:spPr>
            <a:xfrm>
              <a:off x="4957596" y="4074866"/>
              <a:ext cx="216348" cy="290578"/>
            </a:xfrm>
            <a:custGeom>
              <a:avLst/>
              <a:gdLst/>
              <a:ahLst/>
              <a:cxnLst/>
              <a:rect l="l" t="t" r="r" b="b"/>
              <a:pathLst>
                <a:path w="216348" h="290578" extrusionOk="0">
                  <a:moveTo>
                    <a:pt x="0" y="0"/>
                  </a:moveTo>
                  <a:lnTo>
                    <a:pt x="67770" y="231360"/>
                  </a:lnTo>
                  <a:lnTo>
                    <a:pt x="216349" y="290579"/>
                  </a:lnTo>
                  <a:lnTo>
                    <a:pt x="162190" y="65302"/>
                  </a:lnTo>
                  <a:lnTo>
                    <a:pt x="0"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2;p24">
              <a:extLst>
                <a:ext uri="{FF2B5EF4-FFF2-40B4-BE49-F238E27FC236}">
                  <a16:creationId xmlns:a16="http://schemas.microsoft.com/office/drawing/2014/main" id="{23395333-966F-62A2-9EA5-5102DC01C163}"/>
                </a:ext>
              </a:extLst>
            </p:cNvPr>
            <p:cNvSpPr/>
            <p:nvPr/>
          </p:nvSpPr>
          <p:spPr>
            <a:xfrm>
              <a:off x="5101717" y="4257084"/>
              <a:ext cx="109578" cy="53390"/>
            </a:xfrm>
            <a:custGeom>
              <a:avLst/>
              <a:gdLst/>
              <a:ahLst/>
              <a:cxnLst/>
              <a:rect l="l" t="t" r="r" b="b"/>
              <a:pathLst>
                <a:path w="109578" h="53390" extrusionOk="0">
                  <a:moveTo>
                    <a:pt x="108112" y="15494"/>
                  </a:moveTo>
                  <a:cubicBezTo>
                    <a:pt x="105923" y="7604"/>
                    <a:pt x="100212" y="9505"/>
                    <a:pt x="93739" y="11502"/>
                  </a:cubicBezTo>
                  <a:cubicBezTo>
                    <a:pt x="86772" y="14353"/>
                    <a:pt x="79100" y="15019"/>
                    <a:pt x="71752" y="13403"/>
                  </a:cubicBezTo>
                  <a:cubicBezTo>
                    <a:pt x="66003" y="10627"/>
                    <a:pt x="60683" y="7043"/>
                    <a:pt x="55952" y="2757"/>
                  </a:cubicBezTo>
                  <a:cubicBezTo>
                    <a:pt x="53077" y="1017"/>
                    <a:pt x="49794" y="67"/>
                    <a:pt x="46434" y="0"/>
                  </a:cubicBezTo>
                  <a:cubicBezTo>
                    <a:pt x="46434" y="1996"/>
                    <a:pt x="49860" y="13688"/>
                    <a:pt x="49860" y="13688"/>
                  </a:cubicBezTo>
                  <a:cubicBezTo>
                    <a:pt x="49860" y="13688"/>
                    <a:pt x="17308" y="13688"/>
                    <a:pt x="13977" y="13688"/>
                  </a:cubicBezTo>
                  <a:cubicBezTo>
                    <a:pt x="11045" y="13070"/>
                    <a:pt x="8171" y="14952"/>
                    <a:pt x="7552" y="17880"/>
                  </a:cubicBezTo>
                  <a:cubicBezTo>
                    <a:pt x="7200" y="19572"/>
                    <a:pt x="7676" y="21339"/>
                    <a:pt x="8837" y="22623"/>
                  </a:cubicBezTo>
                  <a:cubicBezTo>
                    <a:pt x="8104" y="22680"/>
                    <a:pt x="7381" y="22680"/>
                    <a:pt x="6648" y="22623"/>
                  </a:cubicBezTo>
                  <a:cubicBezTo>
                    <a:pt x="-15" y="21102"/>
                    <a:pt x="-2870" y="31368"/>
                    <a:pt x="3792" y="32889"/>
                  </a:cubicBezTo>
                  <a:cubicBezTo>
                    <a:pt x="5582" y="33231"/>
                    <a:pt x="7399" y="33487"/>
                    <a:pt x="9218" y="33649"/>
                  </a:cubicBezTo>
                  <a:cubicBezTo>
                    <a:pt x="4839" y="35360"/>
                    <a:pt x="3792" y="42584"/>
                    <a:pt x="9218" y="43154"/>
                  </a:cubicBezTo>
                  <a:lnTo>
                    <a:pt x="10836" y="43154"/>
                  </a:lnTo>
                  <a:cubicBezTo>
                    <a:pt x="11645" y="43373"/>
                    <a:pt x="12501" y="43373"/>
                    <a:pt x="13310" y="43154"/>
                  </a:cubicBezTo>
                  <a:lnTo>
                    <a:pt x="14262" y="43154"/>
                  </a:lnTo>
                  <a:cubicBezTo>
                    <a:pt x="13701" y="46358"/>
                    <a:pt x="15852" y="49418"/>
                    <a:pt x="19059" y="49970"/>
                  </a:cubicBezTo>
                  <a:cubicBezTo>
                    <a:pt x="19107" y="49979"/>
                    <a:pt x="19164" y="49989"/>
                    <a:pt x="19212" y="49998"/>
                  </a:cubicBezTo>
                  <a:cubicBezTo>
                    <a:pt x="35107" y="52089"/>
                    <a:pt x="58522" y="58458"/>
                    <a:pt x="72894" y="45341"/>
                  </a:cubicBezTo>
                  <a:cubicBezTo>
                    <a:pt x="82774" y="44295"/>
                    <a:pt x="92416" y="41662"/>
                    <a:pt x="101449" y="37546"/>
                  </a:cubicBezTo>
                  <a:cubicBezTo>
                    <a:pt x="110491" y="33839"/>
                    <a:pt x="110777" y="24904"/>
                    <a:pt x="108112" y="15494"/>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3;p24">
              <a:extLst>
                <a:ext uri="{FF2B5EF4-FFF2-40B4-BE49-F238E27FC236}">
                  <a16:creationId xmlns:a16="http://schemas.microsoft.com/office/drawing/2014/main" id="{CB62724B-EE80-C398-D4EA-64782FA9303C}"/>
                </a:ext>
              </a:extLst>
            </p:cNvPr>
            <p:cNvSpPr/>
            <p:nvPr/>
          </p:nvSpPr>
          <p:spPr>
            <a:xfrm>
              <a:off x="4984781" y="4223327"/>
              <a:ext cx="67863" cy="55821"/>
            </a:xfrm>
            <a:custGeom>
              <a:avLst/>
              <a:gdLst/>
              <a:ahLst/>
              <a:cxnLst/>
              <a:rect l="l" t="t" r="r" b="b"/>
              <a:pathLst>
                <a:path w="67863" h="55821" extrusionOk="0">
                  <a:moveTo>
                    <a:pt x="62477" y="30335"/>
                  </a:moveTo>
                  <a:lnTo>
                    <a:pt x="60192" y="30335"/>
                  </a:lnTo>
                  <a:cubicBezTo>
                    <a:pt x="62420" y="28253"/>
                    <a:pt x="62534" y="24764"/>
                    <a:pt x="60459" y="22540"/>
                  </a:cubicBezTo>
                  <a:cubicBezTo>
                    <a:pt x="59564" y="21590"/>
                    <a:pt x="58355" y="20981"/>
                    <a:pt x="57051" y="20829"/>
                  </a:cubicBezTo>
                  <a:cubicBezTo>
                    <a:pt x="53720" y="20829"/>
                    <a:pt x="20216" y="13890"/>
                    <a:pt x="20216" y="13890"/>
                  </a:cubicBezTo>
                  <a:lnTo>
                    <a:pt x="16123" y="108"/>
                  </a:lnTo>
                  <a:cubicBezTo>
                    <a:pt x="16123" y="-653"/>
                    <a:pt x="10317" y="2864"/>
                    <a:pt x="10127" y="2959"/>
                  </a:cubicBezTo>
                  <a:cubicBezTo>
                    <a:pt x="4406" y="6723"/>
                    <a:pt x="694" y="12873"/>
                    <a:pt x="37" y="19689"/>
                  </a:cubicBezTo>
                  <a:cubicBezTo>
                    <a:pt x="-400" y="29232"/>
                    <a:pt x="3035" y="38557"/>
                    <a:pt x="9555" y="45543"/>
                  </a:cubicBezTo>
                  <a:cubicBezTo>
                    <a:pt x="15638" y="51503"/>
                    <a:pt x="23785" y="54906"/>
                    <a:pt x="32304" y="55049"/>
                  </a:cubicBezTo>
                  <a:cubicBezTo>
                    <a:pt x="36302" y="55049"/>
                    <a:pt x="40204" y="55049"/>
                    <a:pt x="43726" y="55809"/>
                  </a:cubicBezTo>
                  <a:cubicBezTo>
                    <a:pt x="46981" y="56018"/>
                    <a:pt x="49789" y="53556"/>
                    <a:pt x="49998" y="50305"/>
                  </a:cubicBezTo>
                  <a:cubicBezTo>
                    <a:pt x="49998" y="50210"/>
                    <a:pt x="50008" y="50106"/>
                    <a:pt x="50008" y="50011"/>
                  </a:cubicBezTo>
                  <a:lnTo>
                    <a:pt x="51055" y="50011"/>
                  </a:lnTo>
                  <a:cubicBezTo>
                    <a:pt x="51835" y="50201"/>
                    <a:pt x="52654" y="50201"/>
                    <a:pt x="53435" y="50011"/>
                  </a:cubicBezTo>
                  <a:lnTo>
                    <a:pt x="55148" y="50011"/>
                  </a:lnTo>
                  <a:cubicBezTo>
                    <a:pt x="60859" y="50011"/>
                    <a:pt x="61334" y="42977"/>
                    <a:pt x="57432" y="40505"/>
                  </a:cubicBezTo>
                  <a:cubicBezTo>
                    <a:pt x="59240" y="40505"/>
                    <a:pt x="61049" y="40505"/>
                    <a:pt x="62953" y="40505"/>
                  </a:cubicBezTo>
                  <a:cubicBezTo>
                    <a:pt x="69901" y="40885"/>
                    <a:pt x="69234" y="30239"/>
                    <a:pt x="62477" y="30335"/>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4;p24">
              <a:extLst>
                <a:ext uri="{FF2B5EF4-FFF2-40B4-BE49-F238E27FC236}">
                  <a16:creationId xmlns:a16="http://schemas.microsoft.com/office/drawing/2014/main" id="{0226DF2A-A7F4-9670-D035-628F86E3DBE0}"/>
                </a:ext>
              </a:extLst>
            </p:cNvPr>
            <p:cNvSpPr/>
            <p:nvPr/>
          </p:nvSpPr>
          <p:spPr>
            <a:xfrm>
              <a:off x="5132255" y="3894454"/>
              <a:ext cx="67293" cy="97715"/>
            </a:xfrm>
            <a:custGeom>
              <a:avLst/>
              <a:gdLst/>
              <a:ahLst/>
              <a:cxnLst/>
              <a:rect l="l" t="t" r="r" b="b"/>
              <a:pathLst>
                <a:path w="67293" h="97715" extrusionOk="0">
                  <a:moveTo>
                    <a:pt x="24367" y="97715"/>
                  </a:moveTo>
                  <a:cubicBezTo>
                    <a:pt x="15153" y="97344"/>
                    <a:pt x="6435" y="93466"/>
                    <a:pt x="0" y="86879"/>
                  </a:cubicBezTo>
                  <a:cubicBezTo>
                    <a:pt x="1333" y="69769"/>
                    <a:pt x="23224" y="4848"/>
                    <a:pt x="67294" y="0"/>
                  </a:cubicBezTo>
                  <a:cubicBezTo>
                    <a:pt x="55310" y="8431"/>
                    <a:pt x="45811" y="19923"/>
                    <a:pt x="39786" y="33269"/>
                  </a:cubicBezTo>
                  <a:cubicBezTo>
                    <a:pt x="33000" y="54323"/>
                    <a:pt x="27841" y="75872"/>
                    <a:pt x="24367" y="9771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6" name="Google Shape;1105;p24">
              <a:extLst>
                <a:ext uri="{FF2B5EF4-FFF2-40B4-BE49-F238E27FC236}">
                  <a16:creationId xmlns:a16="http://schemas.microsoft.com/office/drawing/2014/main" id="{B0B39EBA-3924-482B-0063-E4944ABB1CAF}"/>
                </a:ext>
              </a:extLst>
            </p:cNvPr>
            <p:cNvSpPr/>
            <p:nvPr/>
          </p:nvSpPr>
          <p:spPr>
            <a:xfrm>
              <a:off x="5305132" y="3960902"/>
              <a:ext cx="81740" cy="121566"/>
            </a:xfrm>
            <a:custGeom>
              <a:avLst/>
              <a:gdLst/>
              <a:ahLst/>
              <a:cxnLst/>
              <a:rect l="l" t="t" r="r" b="b"/>
              <a:pathLst>
                <a:path w="81740" h="121566" extrusionOk="0">
                  <a:moveTo>
                    <a:pt x="75168" y="117100"/>
                  </a:moveTo>
                  <a:cubicBezTo>
                    <a:pt x="75168" y="117100"/>
                    <a:pt x="31289" y="132214"/>
                    <a:pt x="355" y="106834"/>
                  </a:cubicBezTo>
                  <a:cubicBezTo>
                    <a:pt x="-2977" y="101036"/>
                    <a:pt x="18249" y="26514"/>
                    <a:pt x="18249" y="26514"/>
                  </a:cubicBezTo>
                  <a:cubicBezTo>
                    <a:pt x="18249" y="26514"/>
                    <a:pt x="36714" y="-11507"/>
                    <a:pt x="65840" y="3511"/>
                  </a:cubicBezTo>
                  <a:cubicBezTo>
                    <a:pt x="94966" y="18530"/>
                    <a:pt x="75168" y="117100"/>
                    <a:pt x="75168" y="11710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6;p24">
              <a:extLst>
                <a:ext uri="{FF2B5EF4-FFF2-40B4-BE49-F238E27FC236}">
                  <a16:creationId xmlns:a16="http://schemas.microsoft.com/office/drawing/2014/main" id="{FAE8364B-D8B7-DB51-031A-F4B7C399EECD}"/>
                </a:ext>
              </a:extLst>
            </p:cNvPr>
            <p:cNvSpPr/>
            <p:nvPr/>
          </p:nvSpPr>
          <p:spPr>
            <a:xfrm>
              <a:off x="2821998" y="4049582"/>
              <a:ext cx="101559" cy="177370"/>
            </a:xfrm>
            <a:custGeom>
              <a:avLst/>
              <a:gdLst/>
              <a:ahLst/>
              <a:cxnLst/>
              <a:rect l="l" t="t" r="r" b="b"/>
              <a:pathLst>
                <a:path w="101559" h="177370" extrusionOk="0">
                  <a:moveTo>
                    <a:pt x="0" y="0"/>
                  </a:moveTo>
                  <a:cubicBezTo>
                    <a:pt x="0" y="0"/>
                    <a:pt x="6092" y="90966"/>
                    <a:pt x="17989" y="104084"/>
                  </a:cubicBezTo>
                  <a:cubicBezTo>
                    <a:pt x="29887" y="117201"/>
                    <a:pt x="70340" y="126136"/>
                    <a:pt x="70340" y="126136"/>
                  </a:cubicBezTo>
                  <a:lnTo>
                    <a:pt x="101559" y="177370"/>
                  </a:lnTo>
                  <a:cubicBezTo>
                    <a:pt x="101559" y="177370"/>
                    <a:pt x="73005" y="14543"/>
                    <a:pt x="66913" y="10646"/>
                  </a:cubicBezTo>
                  <a:cubicBezTo>
                    <a:pt x="60821" y="6749"/>
                    <a:pt x="0" y="0"/>
                    <a:pt x="0"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7;p24">
              <a:extLst>
                <a:ext uri="{FF2B5EF4-FFF2-40B4-BE49-F238E27FC236}">
                  <a16:creationId xmlns:a16="http://schemas.microsoft.com/office/drawing/2014/main" id="{7CD252D9-7EDE-9E97-B8F7-E82F1F956209}"/>
                </a:ext>
              </a:extLst>
            </p:cNvPr>
            <p:cNvSpPr/>
            <p:nvPr/>
          </p:nvSpPr>
          <p:spPr>
            <a:xfrm>
              <a:off x="2814097" y="3945071"/>
              <a:ext cx="67769" cy="130685"/>
            </a:xfrm>
            <a:custGeom>
              <a:avLst/>
              <a:gdLst/>
              <a:ahLst/>
              <a:cxnLst/>
              <a:rect l="l" t="t" r="r" b="b"/>
              <a:pathLst>
                <a:path w="67769" h="130685" extrusionOk="0">
                  <a:moveTo>
                    <a:pt x="67770" y="3183"/>
                  </a:moveTo>
                  <a:cubicBezTo>
                    <a:pt x="52097" y="-4127"/>
                    <a:pt x="33430" y="1529"/>
                    <a:pt x="24462" y="16300"/>
                  </a:cubicBezTo>
                  <a:cubicBezTo>
                    <a:pt x="12945" y="35311"/>
                    <a:pt x="1047" y="100328"/>
                    <a:pt x="0" y="111354"/>
                  </a:cubicBezTo>
                  <a:cubicBezTo>
                    <a:pt x="0" y="111354"/>
                    <a:pt x="16086" y="133597"/>
                    <a:pt x="40167" y="13036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8;p24">
              <a:extLst>
                <a:ext uri="{FF2B5EF4-FFF2-40B4-BE49-F238E27FC236}">
                  <a16:creationId xmlns:a16="http://schemas.microsoft.com/office/drawing/2014/main" id="{88EE9B43-0E20-86DA-DD2E-E0CF90D9DABC}"/>
                </a:ext>
              </a:extLst>
            </p:cNvPr>
            <p:cNvSpPr/>
            <p:nvPr/>
          </p:nvSpPr>
          <p:spPr>
            <a:xfrm>
              <a:off x="2966810" y="4837262"/>
              <a:ext cx="145801" cy="82247"/>
            </a:xfrm>
            <a:custGeom>
              <a:avLst/>
              <a:gdLst/>
              <a:ahLst/>
              <a:cxnLst/>
              <a:rect l="l" t="t" r="r" b="b"/>
              <a:pathLst>
                <a:path w="145801" h="82247" extrusionOk="0">
                  <a:moveTo>
                    <a:pt x="7003" y="19800"/>
                  </a:moveTo>
                  <a:cubicBezTo>
                    <a:pt x="23964" y="24458"/>
                    <a:pt x="42087" y="22272"/>
                    <a:pt x="57449" y="13717"/>
                  </a:cubicBezTo>
                  <a:cubicBezTo>
                    <a:pt x="69537" y="13717"/>
                    <a:pt x="135498" y="-14134"/>
                    <a:pt x="144446" y="9535"/>
                  </a:cubicBezTo>
                  <a:cubicBezTo>
                    <a:pt x="152346" y="30256"/>
                    <a:pt x="123791" y="49457"/>
                    <a:pt x="108562" y="53164"/>
                  </a:cubicBezTo>
                  <a:cubicBezTo>
                    <a:pt x="75248" y="61244"/>
                    <a:pt x="50596" y="77783"/>
                    <a:pt x="37175" y="80635"/>
                  </a:cubicBezTo>
                  <a:cubicBezTo>
                    <a:pt x="27657" y="82726"/>
                    <a:pt x="14332" y="84057"/>
                    <a:pt x="6432" y="76262"/>
                  </a:cubicBezTo>
                  <a:cubicBezTo>
                    <a:pt x="-2515" y="66852"/>
                    <a:pt x="-1944" y="32157"/>
                    <a:pt x="7003" y="1980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09;p24">
              <a:extLst>
                <a:ext uri="{FF2B5EF4-FFF2-40B4-BE49-F238E27FC236}">
                  <a16:creationId xmlns:a16="http://schemas.microsoft.com/office/drawing/2014/main" id="{BE86E4D4-1172-CE33-879F-0AF3D2F3D1AB}"/>
                </a:ext>
              </a:extLst>
            </p:cNvPr>
            <p:cNvSpPr/>
            <p:nvPr/>
          </p:nvSpPr>
          <p:spPr>
            <a:xfrm>
              <a:off x="2969244" y="4850979"/>
              <a:ext cx="143767" cy="68530"/>
            </a:xfrm>
            <a:custGeom>
              <a:avLst/>
              <a:gdLst/>
              <a:ahLst/>
              <a:cxnLst/>
              <a:rect l="l" t="t" r="r" b="b"/>
              <a:pathLst>
                <a:path w="143767" h="68530" extrusionOk="0">
                  <a:moveTo>
                    <a:pt x="35122" y="61119"/>
                  </a:moveTo>
                  <a:cubicBezTo>
                    <a:pt x="48543" y="58363"/>
                    <a:pt x="73195" y="42109"/>
                    <a:pt x="106509" y="33649"/>
                  </a:cubicBezTo>
                  <a:cubicBezTo>
                    <a:pt x="119263" y="30607"/>
                    <a:pt x="141250" y="16634"/>
                    <a:pt x="143535" y="0"/>
                  </a:cubicBezTo>
                  <a:cubicBezTo>
                    <a:pt x="146485" y="19011"/>
                    <a:pt x="120691" y="36025"/>
                    <a:pt x="106509" y="39447"/>
                  </a:cubicBezTo>
                  <a:cubicBezTo>
                    <a:pt x="73195" y="47527"/>
                    <a:pt x="48543" y="64066"/>
                    <a:pt x="35122" y="66918"/>
                  </a:cubicBezTo>
                  <a:cubicBezTo>
                    <a:pt x="25604" y="69009"/>
                    <a:pt x="12278" y="70340"/>
                    <a:pt x="4378" y="62545"/>
                  </a:cubicBezTo>
                  <a:cubicBezTo>
                    <a:pt x="2265" y="60292"/>
                    <a:pt x="761" y="57545"/>
                    <a:pt x="0" y="54561"/>
                  </a:cubicBezTo>
                  <a:cubicBezTo>
                    <a:pt x="10013" y="62156"/>
                    <a:pt x="23034" y="64589"/>
                    <a:pt x="35122" y="61119"/>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0;p24">
              <a:extLst>
                <a:ext uri="{FF2B5EF4-FFF2-40B4-BE49-F238E27FC236}">
                  <a16:creationId xmlns:a16="http://schemas.microsoft.com/office/drawing/2014/main" id="{E1C6BAC9-D7A5-3BD4-95B0-B27280F1DC80}"/>
                </a:ext>
              </a:extLst>
            </p:cNvPr>
            <p:cNvSpPr/>
            <p:nvPr/>
          </p:nvSpPr>
          <p:spPr>
            <a:xfrm>
              <a:off x="2864165" y="4805303"/>
              <a:ext cx="146191" cy="82209"/>
            </a:xfrm>
            <a:custGeom>
              <a:avLst/>
              <a:gdLst/>
              <a:ahLst/>
              <a:cxnLst/>
              <a:rect l="l" t="t" r="r" b="b"/>
              <a:pathLst>
                <a:path w="146191" h="82209" extrusionOk="0">
                  <a:moveTo>
                    <a:pt x="7327" y="19726"/>
                  </a:moveTo>
                  <a:cubicBezTo>
                    <a:pt x="24287" y="24431"/>
                    <a:pt x="42423" y="22245"/>
                    <a:pt x="57774" y="13642"/>
                  </a:cubicBezTo>
                  <a:cubicBezTo>
                    <a:pt x="69957" y="13642"/>
                    <a:pt x="135823" y="-14113"/>
                    <a:pt x="144865" y="9555"/>
                  </a:cubicBezTo>
                  <a:cubicBezTo>
                    <a:pt x="152670" y="30277"/>
                    <a:pt x="124116" y="49477"/>
                    <a:pt x="108886" y="53185"/>
                  </a:cubicBezTo>
                  <a:cubicBezTo>
                    <a:pt x="75573" y="61169"/>
                    <a:pt x="50921" y="77804"/>
                    <a:pt x="37595" y="80560"/>
                  </a:cubicBezTo>
                  <a:cubicBezTo>
                    <a:pt x="27601" y="82651"/>
                    <a:pt x="14656" y="84077"/>
                    <a:pt x="6756" y="76283"/>
                  </a:cubicBezTo>
                  <a:cubicBezTo>
                    <a:pt x="-2762" y="66872"/>
                    <a:pt x="-1905" y="32178"/>
                    <a:pt x="7327" y="19726"/>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1;p24">
              <a:extLst>
                <a:ext uri="{FF2B5EF4-FFF2-40B4-BE49-F238E27FC236}">
                  <a16:creationId xmlns:a16="http://schemas.microsoft.com/office/drawing/2014/main" id="{BD1EB1F6-2662-1128-33F9-C8C95E52C393}"/>
                </a:ext>
              </a:extLst>
            </p:cNvPr>
            <p:cNvSpPr/>
            <p:nvPr/>
          </p:nvSpPr>
          <p:spPr>
            <a:xfrm>
              <a:off x="2866543" y="4818565"/>
              <a:ext cx="143767" cy="68566"/>
            </a:xfrm>
            <a:custGeom>
              <a:avLst/>
              <a:gdLst/>
              <a:ahLst/>
              <a:cxnLst/>
              <a:rect l="l" t="t" r="r" b="b"/>
              <a:pathLst>
                <a:path w="143767" h="68566" extrusionOk="0">
                  <a:moveTo>
                    <a:pt x="35217" y="61215"/>
                  </a:moveTo>
                  <a:cubicBezTo>
                    <a:pt x="48543" y="58363"/>
                    <a:pt x="73290" y="42204"/>
                    <a:pt x="106509" y="33744"/>
                  </a:cubicBezTo>
                  <a:cubicBezTo>
                    <a:pt x="119263" y="30702"/>
                    <a:pt x="141345" y="16730"/>
                    <a:pt x="143534" y="0"/>
                  </a:cubicBezTo>
                  <a:cubicBezTo>
                    <a:pt x="146485" y="19011"/>
                    <a:pt x="120691" y="36025"/>
                    <a:pt x="106509" y="39542"/>
                  </a:cubicBezTo>
                  <a:cubicBezTo>
                    <a:pt x="73195" y="47527"/>
                    <a:pt x="48543" y="64161"/>
                    <a:pt x="35217" y="66918"/>
                  </a:cubicBezTo>
                  <a:cubicBezTo>
                    <a:pt x="25223" y="69009"/>
                    <a:pt x="12278" y="70435"/>
                    <a:pt x="4378" y="62640"/>
                  </a:cubicBezTo>
                  <a:cubicBezTo>
                    <a:pt x="2320" y="60350"/>
                    <a:pt x="821" y="57622"/>
                    <a:pt x="0" y="54656"/>
                  </a:cubicBezTo>
                  <a:cubicBezTo>
                    <a:pt x="10052" y="62251"/>
                    <a:pt x="23099" y="64684"/>
                    <a:pt x="35217" y="61215"/>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2;p24">
              <a:extLst>
                <a:ext uri="{FF2B5EF4-FFF2-40B4-BE49-F238E27FC236}">
                  <a16:creationId xmlns:a16="http://schemas.microsoft.com/office/drawing/2014/main" id="{F332E4B9-69A6-F7D1-5255-C95AA420EC52}"/>
                </a:ext>
              </a:extLst>
            </p:cNvPr>
            <p:cNvSpPr/>
            <p:nvPr/>
          </p:nvSpPr>
          <p:spPr>
            <a:xfrm>
              <a:off x="2858160" y="4267254"/>
              <a:ext cx="210834" cy="594226"/>
            </a:xfrm>
            <a:custGeom>
              <a:avLst/>
              <a:gdLst/>
              <a:ahLst/>
              <a:cxnLst/>
              <a:rect l="l" t="t" r="r" b="b"/>
              <a:pathLst>
                <a:path w="210834" h="594226" extrusionOk="0">
                  <a:moveTo>
                    <a:pt x="6098" y="372610"/>
                  </a:moveTo>
                  <a:cubicBezTo>
                    <a:pt x="8933" y="348172"/>
                    <a:pt x="14031" y="324057"/>
                    <a:pt x="21327" y="300559"/>
                  </a:cubicBezTo>
                  <a:cubicBezTo>
                    <a:pt x="21327" y="300559"/>
                    <a:pt x="16759" y="238299"/>
                    <a:pt x="14474" y="179271"/>
                  </a:cubicBezTo>
                  <a:cubicBezTo>
                    <a:pt x="11904" y="112734"/>
                    <a:pt x="-11320" y="53420"/>
                    <a:pt x="6955" y="0"/>
                  </a:cubicBezTo>
                  <a:lnTo>
                    <a:pt x="210835" y="45340"/>
                  </a:lnTo>
                  <a:cubicBezTo>
                    <a:pt x="210835" y="45340"/>
                    <a:pt x="201317" y="312821"/>
                    <a:pt x="198176" y="345140"/>
                  </a:cubicBezTo>
                  <a:cubicBezTo>
                    <a:pt x="196596" y="370310"/>
                    <a:pt x="193417" y="395366"/>
                    <a:pt x="188657" y="420137"/>
                  </a:cubicBezTo>
                  <a:cubicBezTo>
                    <a:pt x="179139" y="471941"/>
                    <a:pt x="168955" y="587907"/>
                    <a:pt x="168955" y="587907"/>
                  </a:cubicBezTo>
                  <a:cubicBezTo>
                    <a:pt x="147063" y="600644"/>
                    <a:pt x="114987" y="590188"/>
                    <a:pt x="114987" y="590188"/>
                  </a:cubicBezTo>
                  <a:cubicBezTo>
                    <a:pt x="114987" y="590188"/>
                    <a:pt x="114987" y="445041"/>
                    <a:pt x="116224" y="407685"/>
                  </a:cubicBezTo>
                  <a:cubicBezTo>
                    <a:pt x="117937" y="362059"/>
                    <a:pt x="119365" y="365576"/>
                    <a:pt x="119365" y="365576"/>
                  </a:cubicBezTo>
                  <a:lnTo>
                    <a:pt x="112512" y="251987"/>
                  </a:lnTo>
                  <a:lnTo>
                    <a:pt x="108038" y="195525"/>
                  </a:lnTo>
                  <a:cubicBezTo>
                    <a:pt x="108038" y="195525"/>
                    <a:pt x="102327" y="236969"/>
                    <a:pt x="98520" y="273945"/>
                  </a:cubicBezTo>
                  <a:cubicBezTo>
                    <a:pt x="95284" y="306263"/>
                    <a:pt x="87479" y="335444"/>
                    <a:pt x="78722" y="395613"/>
                  </a:cubicBezTo>
                  <a:cubicBezTo>
                    <a:pt x="71203" y="447703"/>
                    <a:pt x="63398" y="554068"/>
                    <a:pt x="63398" y="554068"/>
                  </a:cubicBezTo>
                  <a:cubicBezTo>
                    <a:pt x="41506" y="566710"/>
                    <a:pt x="12000" y="557965"/>
                    <a:pt x="12000" y="557965"/>
                  </a:cubicBezTo>
                  <a:cubicBezTo>
                    <a:pt x="12000" y="557965"/>
                    <a:pt x="197" y="417856"/>
                    <a:pt x="6098" y="37261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3;p24">
              <a:extLst>
                <a:ext uri="{FF2B5EF4-FFF2-40B4-BE49-F238E27FC236}">
                  <a16:creationId xmlns:a16="http://schemas.microsoft.com/office/drawing/2014/main" id="{9E05E8A8-2F2B-D3E1-C60F-2759ED0D0892}"/>
                </a:ext>
              </a:extLst>
            </p:cNvPr>
            <p:cNvSpPr/>
            <p:nvPr/>
          </p:nvSpPr>
          <p:spPr>
            <a:xfrm>
              <a:off x="2884049" y="3772563"/>
              <a:ext cx="155365" cy="247695"/>
            </a:xfrm>
            <a:custGeom>
              <a:avLst/>
              <a:gdLst/>
              <a:ahLst/>
              <a:cxnLst/>
              <a:rect l="l" t="t" r="r" b="b"/>
              <a:pathLst>
                <a:path w="155365" h="247695" extrusionOk="0">
                  <a:moveTo>
                    <a:pt x="8859" y="177022"/>
                  </a:moveTo>
                  <a:cubicBezTo>
                    <a:pt x="24564" y="177782"/>
                    <a:pt x="36271" y="181869"/>
                    <a:pt x="38270" y="177022"/>
                  </a:cubicBezTo>
                  <a:cubicBezTo>
                    <a:pt x="39966" y="168895"/>
                    <a:pt x="41174" y="160673"/>
                    <a:pt x="41887" y="152403"/>
                  </a:cubicBezTo>
                  <a:cubicBezTo>
                    <a:pt x="40078" y="147840"/>
                    <a:pt x="38460" y="142897"/>
                    <a:pt x="38460" y="142897"/>
                  </a:cubicBezTo>
                  <a:cubicBezTo>
                    <a:pt x="18662" y="130826"/>
                    <a:pt x="12476" y="109439"/>
                    <a:pt x="9906" y="84535"/>
                  </a:cubicBezTo>
                  <a:cubicBezTo>
                    <a:pt x="5527" y="42046"/>
                    <a:pt x="28942" y="4880"/>
                    <a:pt x="71013" y="412"/>
                  </a:cubicBezTo>
                  <a:cubicBezTo>
                    <a:pt x="111084" y="-3770"/>
                    <a:pt x="140495" y="24365"/>
                    <a:pt x="148396" y="62862"/>
                  </a:cubicBezTo>
                  <a:cubicBezTo>
                    <a:pt x="152584" y="81873"/>
                    <a:pt x="161055" y="117899"/>
                    <a:pt x="149633" y="149171"/>
                  </a:cubicBezTo>
                  <a:cubicBezTo>
                    <a:pt x="143256" y="166756"/>
                    <a:pt x="135070" y="180634"/>
                    <a:pt x="126884" y="183295"/>
                  </a:cubicBezTo>
                  <a:cubicBezTo>
                    <a:pt x="118946" y="183143"/>
                    <a:pt x="111027" y="182449"/>
                    <a:pt x="103184" y="181204"/>
                  </a:cubicBezTo>
                  <a:lnTo>
                    <a:pt x="103184" y="181204"/>
                  </a:lnTo>
                  <a:cubicBezTo>
                    <a:pt x="103184" y="181204"/>
                    <a:pt x="101090" y="192991"/>
                    <a:pt x="99662" y="200215"/>
                  </a:cubicBezTo>
                  <a:cubicBezTo>
                    <a:pt x="98235" y="207439"/>
                    <a:pt x="98711" y="211716"/>
                    <a:pt x="113844" y="221031"/>
                  </a:cubicBezTo>
                  <a:cubicBezTo>
                    <a:pt x="128978" y="230347"/>
                    <a:pt x="91001" y="249548"/>
                    <a:pt x="66253" y="247551"/>
                  </a:cubicBezTo>
                  <a:cubicBezTo>
                    <a:pt x="41506" y="245555"/>
                    <a:pt x="13523" y="230727"/>
                    <a:pt x="5908" y="214758"/>
                  </a:cubicBezTo>
                  <a:cubicBezTo>
                    <a:pt x="-2754" y="197553"/>
                    <a:pt x="-1992" y="176451"/>
                    <a:pt x="8859" y="177022"/>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4;p24">
              <a:extLst>
                <a:ext uri="{FF2B5EF4-FFF2-40B4-BE49-F238E27FC236}">
                  <a16:creationId xmlns:a16="http://schemas.microsoft.com/office/drawing/2014/main" id="{80703853-AC69-C65E-850A-91CDF99D7D6E}"/>
                </a:ext>
              </a:extLst>
            </p:cNvPr>
            <p:cNvSpPr/>
            <p:nvPr/>
          </p:nvSpPr>
          <p:spPr>
            <a:xfrm>
              <a:off x="2832349" y="3948237"/>
              <a:ext cx="239208" cy="394751"/>
            </a:xfrm>
            <a:custGeom>
              <a:avLst/>
              <a:gdLst/>
              <a:ahLst/>
              <a:cxnLst/>
              <a:rect l="l" t="t" r="r" b="b"/>
              <a:pathLst>
                <a:path w="239208" h="394751" extrusionOk="0">
                  <a:moveTo>
                    <a:pt x="83308" y="3725"/>
                  </a:moveTo>
                  <a:cubicBezTo>
                    <a:pt x="78930" y="14561"/>
                    <a:pt x="90066" y="27868"/>
                    <a:pt x="119667" y="37088"/>
                  </a:cubicBezTo>
                  <a:cubicBezTo>
                    <a:pt x="149269" y="46308"/>
                    <a:pt x="151839" y="34427"/>
                    <a:pt x="151839" y="34427"/>
                  </a:cubicBezTo>
                  <a:cubicBezTo>
                    <a:pt x="171408" y="43257"/>
                    <a:pt x="190473" y="53162"/>
                    <a:pt x="208948" y="64083"/>
                  </a:cubicBezTo>
                  <a:cubicBezTo>
                    <a:pt x="226652" y="76441"/>
                    <a:pt x="234552" y="112371"/>
                    <a:pt x="236932" y="172920"/>
                  </a:cubicBezTo>
                  <a:cubicBezTo>
                    <a:pt x="239692" y="242974"/>
                    <a:pt x="239977" y="346963"/>
                    <a:pt x="237598" y="364928"/>
                  </a:cubicBezTo>
                  <a:cubicBezTo>
                    <a:pt x="237598" y="364928"/>
                    <a:pt x="204475" y="398007"/>
                    <a:pt x="161452" y="394490"/>
                  </a:cubicBezTo>
                  <a:cubicBezTo>
                    <a:pt x="118430" y="390973"/>
                    <a:pt x="47234" y="353427"/>
                    <a:pt x="30196" y="324435"/>
                  </a:cubicBezTo>
                  <a:cubicBezTo>
                    <a:pt x="30196" y="263031"/>
                    <a:pt x="37906" y="253050"/>
                    <a:pt x="27912" y="217595"/>
                  </a:cubicBezTo>
                  <a:cubicBezTo>
                    <a:pt x="5068" y="136514"/>
                    <a:pt x="-6925" y="103531"/>
                    <a:pt x="4212" y="49540"/>
                  </a:cubicBezTo>
                  <a:cubicBezTo>
                    <a:pt x="13730" y="5150"/>
                    <a:pt x="26103" y="-363"/>
                    <a:pt x="43712" y="17"/>
                  </a:cubicBezTo>
                  <a:cubicBezTo>
                    <a:pt x="56967" y="550"/>
                    <a:pt x="70185" y="1785"/>
                    <a:pt x="83308" y="3725"/>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5;p24">
              <a:extLst>
                <a:ext uri="{FF2B5EF4-FFF2-40B4-BE49-F238E27FC236}">
                  <a16:creationId xmlns:a16="http://schemas.microsoft.com/office/drawing/2014/main" id="{1C16D40D-A537-DE3E-13FA-B2F3CA2BB5AB}"/>
                </a:ext>
              </a:extLst>
            </p:cNvPr>
            <p:cNvSpPr/>
            <p:nvPr/>
          </p:nvSpPr>
          <p:spPr>
            <a:xfrm>
              <a:off x="3011886" y="4098914"/>
              <a:ext cx="63391" cy="288487"/>
            </a:xfrm>
            <a:custGeom>
              <a:avLst/>
              <a:gdLst/>
              <a:ahLst/>
              <a:cxnLst/>
              <a:rect l="l" t="t" r="r" b="b"/>
              <a:pathLst>
                <a:path w="63391" h="288487" extrusionOk="0">
                  <a:moveTo>
                    <a:pt x="21226" y="268241"/>
                  </a:moveTo>
                  <a:lnTo>
                    <a:pt x="0" y="24144"/>
                  </a:lnTo>
                  <a:lnTo>
                    <a:pt x="45592" y="0"/>
                  </a:lnTo>
                  <a:lnTo>
                    <a:pt x="63391" y="14923"/>
                  </a:lnTo>
                  <a:lnTo>
                    <a:pt x="57109" y="234117"/>
                  </a:lnTo>
                  <a:lnTo>
                    <a:pt x="57109" y="234117"/>
                  </a:lnTo>
                  <a:lnTo>
                    <a:pt x="57109" y="240200"/>
                  </a:lnTo>
                  <a:lnTo>
                    <a:pt x="57109" y="240200"/>
                  </a:lnTo>
                  <a:lnTo>
                    <a:pt x="57109" y="247995"/>
                  </a:lnTo>
                  <a:cubicBezTo>
                    <a:pt x="57109" y="247995"/>
                    <a:pt x="58061" y="266435"/>
                    <a:pt x="23224" y="288488"/>
                  </a:cubicBezTo>
                  <a:cubicBezTo>
                    <a:pt x="23224" y="288488"/>
                    <a:pt x="22653" y="282689"/>
                    <a:pt x="22177" y="277271"/>
                  </a:cubicBezTo>
                  <a:lnTo>
                    <a:pt x="22177" y="277271"/>
                  </a:lnTo>
                  <a:lnTo>
                    <a:pt x="21321" y="267766"/>
                  </a:ln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7" name="Google Shape;1116;p24">
              <a:extLst>
                <a:ext uri="{FF2B5EF4-FFF2-40B4-BE49-F238E27FC236}">
                  <a16:creationId xmlns:a16="http://schemas.microsoft.com/office/drawing/2014/main" id="{437DC618-D92F-A74F-18CF-A88BE03F264D}"/>
                </a:ext>
              </a:extLst>
            </p:cNvPr>
            <p:cNvSpPr/>
            <p:nvPr/>
          </p:nvSpPr>
          <p:spPr>
            <a:xfrm>
              <a:off x="2997806" y="3997207"/>
              <a:ext cx="83658" cy="135231"/>
            </a:xfrm>
            <a:custGeom>
              <a:avLst/>
              <a:gdLst/>
              <a:ahLst/>
              <a:cxnLst/>
              <a:rect l="l" t="t" r="r" b="b"/>
              <a:pathLst>
                <a:path w="83658" h="135231" extrusionOk="0">
                  <a:moveTo>
                    <a:pt x="29880" y="0"/>
                  </a:moveTo>
                  <a:cubicBezTo>
                    <a:pt x="53390" y="0"/>
                    <a:pt x="67953" y="11977"/>
                    <a:pt x="74140" y="48192"/>
                  </a:cubicBezTo>
                  <a:cubicBezTo>
                    <a:pt x="80327" y="84408"/>
                    <a:pt x="83658" y="114064"/>
                    <a:pt x="83658" y="114064"/>
                  </a:cubicBezTo>
                  <a:cubicBezTo>
                    <a:pt x="72826" y="126070"/>
                    <a:pt x="57807" y="133484"/>
                    <a:pt x="41683" y="134786"/>
                  </a:cubicBezTo>
                  <a:cubicBezTo>
                    <a:pt x="13128" y="137923"/>
                    <a:pt x="4943" y="123475"/>
                    <a:pt x="4943" y="123475"/>
                  </a:cubicBezTo>
                  <a:cubicBezTo>
                    <a:pt x="4943" y="123475"/>
                    <a:pt x="1897" y="85929"/>
                    <a:pt x="374" y="60359"/>
                  </a:cubicBezTo>
                  <a:cubicBezTo>
                    <a:pt x="-1149" y="34790"/>
                    <a:pt x="755" y="570"/>
                    <a:pt x="29880" y="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7;p24">
              <a:extLst>
                <a:ext uri="{FF2B5EF4-FFF2-40B4-BE49-F238E27FC236}">
                  <a16:creationId xmlns:a16="http://schemas.microsoft.com/office/drawing/2014/main" id="{A70FCC72-79CA-5CA4-4E30-87363D83F547}"/>
                </a:ext>
              </a:extLst>
            </p:cNvPr>
            <p:cNvSpPr/>
            <p:nvPr/>
          </p:nvSpPr>
          <p:spPr>
            <a:xfrm>
              <a:off x="2888823" y="3761654"/>
              <a:ext cx="150557" cy="165637"/>
            </a:xfrm>
            <a:custGeom>
              <a:avLst/>
              <a:gdLst/>
              <a:ahLst/>
              <a:cxnLst/>
              <a:rect l="l" t="t" r="r" b="b"/>
              <a:pathLst>
                <a:path w="150557" h="165637" extrusionOk="0">
                  <a:moveTo>
                    <a:pt x="142099" y="68353"/>
                  </a:moveTo>
                  <a:cubicBezTo>
                    <a:pt x="142099" y="68353"/>
                    <a:pt x="178840" y="12557"/>
                    <a:pt x="99172" y="1150"/>
                  </a:cubicBezTo>
                  <a:cubicBezTo>
                    <a:pt x="42063" y="-7024"/>
                    <a:pt x="4752" y="29667"/>
                    <a:pt x="468" y="69874"/>
                  </a:cubicBezTo>
                  <a:cubicBezTo>
                    <a:pt x="-3624" y="107896"/>
                    <a:pt x="19981" y="147723"/>
                    <a:pt x="37018" y="163502"/>
                  </a:cubicBezTo>
                  <a:cubicBezTo>
                    <a:pt x="53749" y="167751"/>
                    <a:pt x="71464" y="165612"/>
                    <a:pt x="86703" y="157514"/>
                  </a:cubicBezTo>
                  <a:cubicBezTo>
                    <a:pt x="87636" y="147115"/>
                    <a:pt x="87988" y="136678"/>
                    <a:pt x="87750" y="126241"/>
                  </a:cubicBezTo>
                  <a:cubicBezTo>
                    <a:pt x="87750" y="126241"/>
                    <a:pt x="59862" y="67308"/>
                    <a:pt x="142099" y="6835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8;p24">
              <a:extLst>
                <a:ext uri="{FF2B5EF4-FFF2-40B4-BE49-F238E27FC236}">
                  <a16:creationId xmlns:a16="http://schemas.microsoft.com/office/drawing/2014/main" id="{1D862A14-9ED3-4F3C-177B-BC5F73415778}"/>
                </a:ext>
              </a:extLst>
            </p:cNvPr>
            <p:cNvSpPr/>
            <p:nvPr/>
          </p:nvSpPr>
          <p:spPr>
            <a:xfrm>
              <a:off x="2091982" y="2625612"/>
              <a:ext cx="210167" cy="307273"/>
            </a:xfrm>
            <a:custGeom>
              <a:avLst/>
              <a:gdLst/>
              <a:ahLst/>
              <a:cxnLst/>
              <a:rect l="l" t="t" r="r" b="b"/>
              <a:pathLst>
                <a:path w="210167" h="307273" extrusionOk="0">
                  <a:moveTo>
                    <a:pt x="136175" y="10238"/>
                  </a:moveTo>
                  <a:cubicBezTo>
                    <a:pt x="127799" y="-3260"/>
                    <a:pt x="63836" y="-12100"/>
                    <a:pt x="42801" y="41986"/>
                  </a:cubicBezTo>
                  <a:cubicBezTo>
                    <a:pt x="34806" y="62517"/>
                    <a:pt x="36043" y="114987"/>
                    <a:pt x="29380" y="147875"/>
                  </a:cubicBezTo>
                  <a:cubicBezTo>
                    <a:pt x="22718" y="180764"/>
                    <a:pt x="7013" y="199489"/>
                    <a:pt x="1397" y="226199"/>
                  </a:cubicBezTo>
                  <a:cubicBezTo>
                    <a:pt x="-4219" y="252910"/>
                    <a:pt x="4919" y="297775"/>
                    <a:pt x="69452" y="305664"/>
                  </a:cubicBezTo>
                  <a:cubicBezTo>
                    <a:pt x="133985" y="313554"/>
                    <a:pt x="183670" y="290931"/>
                    <a:pt x="198709" y="270399"/>
                  </a:cubicBezTo>
                  <a:cubicBezTo>
                    <a:pt x="213748" y="249868"/>
                    <a:pt x="214224" y="206238"/>
                    <a:pt x="198709" y="182855"/>
                  </a:cubicBezTo>
                  <a:cubicBezTo>
                    <a:pt x="183194" y="159472"/>
                    <a:pt x="170916" y="140366"/>
                    <a:pt x="171297" y="109854"/>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19;p24">
              <a:extLst>
                <a:ext uri="{FF2B5EF4-FFF2-40B4-BE49-F238E27FC236}">
                  <a16:creationId xmlns:a16="http://schemas.microsoft.com/office/drawing/2014/main" id="{8CE46497-C57E-893E-7A0C-7F1D77A3BBAB}"/>
                </a:ext>
              </a:extLst>
            </p:cNvPr>
            <p:cNvSpPr/>
            <p:nvPr/>
          </p:nvSpPr>
          <p:spPr>
            <a:xfrm>
              <a:off x="2269538" y="2847336"/>
              <a:ext cx="39152" cy="227300"/>
            </a:xfrm>
            <a:custGeom>
              <a:avLst/>
              <a:gdLst/>
              <a:ahLst/>
              <a:cxnLst/>
              <a:rect l="l" t="t" r="r" b="b"/>
              <a:pathLst>
                <a:path w="39152" h="227300" extrusionOk="0">
                  <a:moveTo>
                    <a:pt x="35145" y="14835"/>
                  </a:moveTo>
                  <a:cubicBezTo>
                    <a:pt x="35145" y="14835"/>
                    <a:pt x="50279" y="121866"/>
                    <a:pt x="21725" y="197909"/>
                  </a:cubicBezTo>
                  <a:cubicBezTo>
                    <a:pt x="-6830" y="273952"/>
                    <a:pt x="975" y="178423"/>
                    <a:pt x="975" y="178423"/>
                  </a:cubicBezTo>
                  <a:lnTo>
                    <a:pt x="7923" y="155705"/>
                  </a:lnTo>
                  <a:cubicBezTo>
                    <a:pt x="7923" y="155705"/>
                    <a:pt x="13634" y="68446"/>
                    <a:pt x="11255" y="47059"/>
                  </a:cubicBezTo>
                  <a:cubicBezTo>
                    <a:pt x="8875" y="25672"/>
                    <a:pt x="9446" y="7231"/>
                    <a:pt x="7923" y="5520"/>
                  </a:cubicBezTo>
                  <a:cubicBezTo>
                    <a:pt x="6400" y="3809"/>
                    <a:pt x="13539" y="387"/>
                    <a:pt x="16585" y="7"/>
                  </a:cubicBezTo>
                  <a:cubicBezTo>
                    <a:pt x="19631" y="-373"/>
                    <a:pt x="35145" y="14835"/>
                    <a:pt x="35145" y="1483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0;p24">
              <a:extLst>
                <a:ext uri="{FF2B5EF4-FFF2-40B4-BE49-F238E27FC236}">
                  <a16:creationId xmlns:a16="http://schemas.microsoft.com/office/drawing/2014/main" id="{F7EE4528-C1F6-2BDD-920B-B984A1AD05E8}"/>
                </a:ext>
              </a:extLst>
            </p:cNvPr>
            <p:cNvSpPr/>
            <p:nvPr/>
          </p:nvSpPr>
          <p:spPr>
            <a:xfrm>
              <a:off x="2185896" y="2622782"/>
              <a:ext cx="100407" cy="124097"/>
            </a:xfrm>
            <a:custGeom>
              <a:avLst/>
              <a:gdLst/>
              <a:ahLst/>
              <a:cxnLst/>
              <a:rect l="l" t="t" r="r" b="b"/>
              <a:pathLst>
                <a:path w="100407" h="124097" extrusionOk="0">
                  <a:moveTo>
                    <a:pt x="0" y="3657"/>
                  </a:moveTo>
                  <a:cubicBezTo>
                    <a:pt x="0" y="3657"/>
                    <a:pt x="48162" y="-10126"/>
                    <a:pt x="77288" y="15824"/>
                  </a:cubicBezTo>
                  <a:cubicBezTo>
                    <a:pt x="96918" y="33855"/>
                    <a:pt x="104879" y="61297"/>
                    <a:pt x="97942" y="87019"/>
                  </a:cubicBezTo>
                  <a:cubicBezTo>
                    <a:pt x="94040" y="102227"/>
                    <a:pt x="86235" y="122949"/>
                    <a:pt x="74147" y="124090"/>
                  </a:cubicBezTo>
                  <a:cubicBezTo>
                    <a:pt x="62059" y="125230"/>
                    <a:pt x="0" y="3657"/>
                    <a:pt x="0" y="3657"/>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2" name="Google Shape;1121;p24">
              <a:extLst>
                <a:ext uri="{FF2B5EF4-FFF2-40B4-BE49-F238E27FC236}">
                  <a16:creationId xmlns:a16="http://schemas.microsoft.com/office/drawing/2014/main" id="{70DAF59C-70FF-3DAA-0243-A163D2996FFE}"/>
                </a:ext>
              </a:extLst>
            </p:cNvPr>
            <p:cNvSpPr/>
            <p:nvPr/>
          </p:nvSpPr>
          <p:spPr>
            <a:xfrm>
              <a:off x="2142363" y="2757613"/>
              <a:ext cx="124104" cy="138364"/>
            </a:xfrm>
            <a:custGeom>
              <a:avLst/>
              <a:gdLst/>
              <a:ahLst/>
              <a:cxnLst/>
              <a:rect l="l" t="t" r="r" b="b"/>
              <a:pathLst>
                <a:path w="124104" h="138364" extrusionOk="0">
                  <a:moveTo>
                    <a:pt x="25163" y="0"/>
                  </a:moveTo>
                  <a:cubicBezTo>
                    <a:pt x="25163" y="0"/>
                    <a:pt x="28304" y="53515"/>
                    <a:pt x="27352" y="57032"/>
                  </a:cubicBezTo>
                  <a:cubicBezTo>
                    <a:pt x="26400" y="60549"/>
                    <a:pt x="6221" y="64826"/>
                    <a:pt x="606" y="69484"/>
                  </a:cubicBezTo>
                  <a:cubicBezTo>
                    <a:pt x="-5010" y="74142"/>
                    <a:pt x="29826" y="128513"/>
                    <a:pt x="47530" y="136592"/>
                  </a:cubicBezTo>
                  <a:cubicBezTo>
                    <a:pt x="65234" y="144671"/>
                    <a:pt x="119964" y="124045"/>
                    <a:pt x="123676" y="96860"/>
                  </a:cubicBezTo>
                  <a:cubicBezTo>
                    <a:pt x="127198" y="71766"/>
                    <a:pt x="108066" y="52279"/>
                    <a:pt x="100642" y="45531"/>
                  </a:cubicBezTo>
                  <a:cubicBezTo>
                    <a:pt x="95603" y="45179"/>
                    <a:pt x="90547" y="45179"/>
                    <a:pt x="85508" y="45531"/>
                  </a:cubicBezTo>
                  <a:lnTo>
                    <a:pt x="83890" y="19486"/>
                  </a:lnTo>
                  <a:cubicBezTo>
                    <a:pt x="60475" y="11977"/>
                    <a:pt x="25163" y="0"/>
                    <a:pt x="25163"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2;p24">
              <a:extLst>
                <a:ext uri="{FF2B5EF4-FFF2-40B4-BE49-F238E27FC236}">
                  <a16:creationId xmlns:a16="http://schemas.microsoft.com/office/drawing/2014/main" id="{7DAC007C-9381-E9FC-6B4C-6DE2E2DAD10B}"/>
                </a:ext>
              </a:extLst>
            </p:cNvPr>
            <p:cNvSpPr/>
            <p:nvPr/>
          </p:nvSpPr>
          <p:spPr>
            <a:xfrm>
              <a:off x="2121718" y="2803072"/>
              <a:ext cx="180978" cy="208003"/>
            </a:xfrm>
            <a:custGeom>
              <a:avLst/>
              <a:gdLst/>
              <a:ahLst/>
              <a:cxnLst/>
              <a:rect l="l" t="t" r="r" b="b"/>
              <a:pathLst>
                <a:path w="180978" h="208003" extrusionOk="0">
                  <a:moveTo>
                    <a:pt x="38384" y="17181"/>
                  </a:moveTo>
                  <a:cubicBezTo>
                    <a:pt x="23345" y="19557"/>
                    <a:pt x="6117" y="27542"/>
                    <a:pt x="3738" y="36192"/>
                  </a:cubicBezTo>
                  <a:cubicBezTo>
                    <a:pt x="-2445" y="65896"/>
                    <a:pt x="-938" y="96684"/>
                    <a:pt x="8116" y="125637"/>
                  </a:cubicBezTo>
                  <a:cubicBezTo>
                    <a:pt x="21156" y="160046"/>
                    <a:pt x="29913" y="182004"/>
                    <a:pt x="37432" y="196832"/>
                  </a:cubicBezTo>
                  <a:cubicBezTo>
                    <a:pt x="37432" y="196832"/>
                    <a:pt x="102632" y="224778"/>
                    <a:pt x="155268" y="192270"/>
                  </a:cubicBezTo>
                  <a:cubicBezTo>
                    <a:pt x="155268" y="192270"/>
                    <a:pt x="158789" y="155294"/>
                    <a:pt x="159075" y="135238"/>
                  </a:cubicBezTo>
                  <a:cubicBezTo>
                    <a:pt x="207618" y="92939"/>
                    <a:pt x="166118" y="40849"/>
                    <a:pt x="125000" y="356"/>
                  </a:cubicBezTo>
                  <a:cubicBezTo>
                    <a:pt x="120062" y="-119"/>
                    <a:pt x="115089" y="-119"/>
                    <a:pt x="110151" y="356"/>
                  </a:cubicBezTo>
                  <a:cubicBezTo>
                    <a:pt x="110151" y="356"/>
                    <a:pt x="146892" y="43606"/>
                    <a:pt x="121383" y="68225"/>
                  </a:cubicBezTo>
                  <a:cubicBezTo>
                    <a:pt x="66748" y="51495"/>
                    <a:pt x="55898" y="26971"/>
                    <a:pt x="38384" y="17181"/>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3;p24">
              <a:extLst>
                <a:ext uri="{FF2B5EF4-FFF2-40B4-BE49-F238E27FC236}">
                  <a16:creationId xmlns:a16="http://schemas.microsoft.com/office/drawing/2014/main" id="{F2034C14-A31F-1A2F-A0B2-43ABB48F582D}"/>
                </a:ext>
              </a:extLst>
            </p:cNvPr>
            <p:cNvSpPr/>
            <p:nvPr/>
          </p:nvSpPr>
          <p:spPr>
            <a:xfrm>
              <a:off x="2137334" y="2632700"/>
              <a:ext cx="133195" cy="163980"/>
            </a:xfrm>
            <a:custGeom>
              <a:avLst/>
              <a:gdLst/>
              <a:ahLst/>
              <a:cxnLst/>
              <a:rect l="l" t="t" r="r" b="b"/>
              <a:pathLst>
                <a:path w="133195" h="163980" extrusionOk="0">
                  <a:moveTo>
                    <a:pt x="130419" y="58471"/>
                  </a:moveTo>
                  <a:lnTo>
                    <a:pt x="130419" y="58471"/>
                  </a:lnTo>
                  <a:cubicBezTo>
                    <a:pt x="124993" y="24061"/>
                    <a:pt x="100056" y="-1888"/>
                    <a:pt x="64553" y="108"/>
                  </a:cubicBezTo>
                  <a:cubicBezTo>
                    <a:pt x="26762" y="2399"/>
                    <a:pt x="-2053" y="34793"/>
                    <a:pt x="115" y="72539"/>
                  </a:cubicBezTo>
                  <a:cubicBezTo>
                    <a:pt x="1384" y="93736"/>
                    <a:pt x="12514" y="113117"/>
                    <a:pt x="30192" y="124913"/>
                  </a:cubicBezTo>
                  <a:cubicBezTo>
                    <a:pt x="31439" y="130103"/>
                    <a:pt x="33258" y="135141"/>
                    <a:pt x="35618" y="139932"/>
                  </a:cubicBezTo>
                  <a:cubicBezTo>
                    <a:pt x="48277" y="154570"/>
                    <a:pt x="81686" y="163885"/>
                    <a:pt x="92727" y="163980"/>
                  </a:cubicBezTo>
                  <a:cubicBezTo>
                    <a:pt x="102245" y="163980"/>
                    <a:pt x="110526" y="155235"/>
                    <a:pt x="119473" y="140407"/>
                  </a:cubicBezTo>
                  <a:cubicBezTo>
                    <a:pt x="138033" y="109610"/>
                    <a:pt x="133369" y="75485"/>
                    <a:pt x="130419" y="58471"/>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4;p24">
              <a:extLst>
                <a:ext uri="{FF2B5EF4-FFF2-40B4-BE49-F238E27FC236}">
                  <a16:creationId xmlns:a16="http://schemas.microsoft.com/office/drawing/2014/main" id="{F8D00E1D-90D7-B5C5-1DDA-353B9DD42790}"/>
                </a:ext>
              </a:extLst>
            </p:cNvPr>
            <p:cNvSpPr/>
            <p:nvPr/>
          </p:nvSpPr>
          <p:spPr>
            <a:xfrm>
              <a:off x="2131362" y="2631771"/>
              <a:ext cx="133630" cy="125556"/>
            </a:xfrm>
            <a:custGeom>
              <a:avLst/>
              <a:gdLst/>
              <a:ahLst/>
              <a:cxnLst/>
              <a:rect l="l" t="t" r="r" b="b"/>
              <a:pathLst>
                <a:path w="133630" h="125556" extrusionOk="0">
                  <a:moveTo>
                    <a:pt x="59484" y="1702"/>
                  </a:moveTo>
                  <a:cubicBezTo>
                    <a:pt x="34546" y="6549"/>
                    <a:pt x="14082" y="13583"/>
                    <a:pt x="7324" y="38012"/>
                  </a:cubicBezTo>
                  <a:cubicBezTo>
                    <a:pt x="2660" y="54837"/>
                    <a:pt x="-3432" y="86965"/>
                    <a:pt x="2375" y="100462"/>
                  </a:cubicBezTo>
                  <a:lnTo>
                    <a:pt x="5991" y="109968"/>
                  </a:lnTo>
                  <a:lnTo>
                    <a:pt x="36164" y="125557"/>
                  </a:lnTo>
                  <a:cubicBezTo>
                    <a:pt x="36164" y="125557"/>
                    <a:pt x="50251" y="113770"/>
                    <a:pt x="45682" y="79456"/>
                  </a:cubicBezTo>
                  <a:cubicBezTo>
                    <a:pt x="45808" y="74807"/>
                    <a:pt x="47261" y="70283"/>
                    <a:pt x="49870" y="66433"/>
                  </a:cubicBezTo>
                  <a:cubicBezTo>
                    <a:pt x="51779" y="63173"/>
                    <a:pt x="53189" y="59646"/>
                    <a:pt x="54058" y="55977"/>
                  </a:cubicBezTo>
                  <a:cubicBezTo>
                    <a:pt x="57624" y="46681"/>
                    <a:pt x="64649" y="39124"/>
                    <a:pt x="73666" y="34875"/>
                  </a:cubicBezTo>
                  <a:cubicBezTo>
                    <a:pt x="96129" y="22233"/>
                    <a:pt x="129062" y="33164"/>
                    <a:pt x="133631" y="37727"/>
                  </a:cubicBezTo>
                  <a:cubicBezTo>
                    <a:pt x="120538" y="9734"/>
                    <a:pt x="89617" y="-5285"/>
                    <a:pt x="59484" y="1702"/>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5;p24">
              <a:extLst>
                <a:ext uri="{FF2B5EF4-FFF2-40B4-BE49-F238E27FC236}">
                  <a16:creationId xmlns:a16="http://schemas.microsoft.com/office/drawing/2014/main" id="{70645B14-851D-804A-9A89-E92E11CF41BE}"/>
                </a:ext>
              </a:extLst>
            </p:cNvPr>
            <p:cNvSpPr/>
            <p:nvPr/>
          </p:nvSpPr>
          <p:spPr>
            <a:xfrm>
              <a:off x="2137527" y="3718507"/>
              <a:ext cx="105640" cy="80438"/>
            </a:xfrm>
            <a:custGeom>
              <a:avLst/>
              <a:gdLst/>
              <a:ahLst/>
              <a:cxnLst/>
              <a:rect l="l" t="t" r="r" b="b"/>
              <a:pathLst>
                <a:path w="105640" h="80438" extrusionOk="0">
                  <a:moveTo>
                    <a:pt x="8202" y="3"/>
                  </a:moveTo>
                  <a:cubicBezTo>
                    <a:pt x="20862" y="10269"/>
                    <a:pt x="40469" y="3139"/>
                    <a:pt x="41421" y="4090"/>
                  </a:cubicBezTo>
                  <a:cubicBezTo>
                    <a:pt x="56092" y="16761"/>
                    <a:pt x="71439" y="28623"/>
                    <a:pt x="87394" y="39640"/>
                  </a:cubicBezTo>
                  <a:cubicBezTo>
                    <a:pt x="95294" y="45818"/>
                    <a:pt x="107572" y="54088"/>
                    <a:pt x="105383" y="65970"/>
                  </a:cubicBezTo>
                  <a:cubicBezTo>
                    <a:pt x="101386" y="87167"/>
                    <a:pt x="67310" y="80608"/>
                    <a:pt x="54461" y="74145"/>
                  </a:cubicBezTo>
                  <a:cubicBezTo>
                    <a:pt x="41611" y="67681"/>
                    <a:pt x="31141" y="56845"/>
                    <a:pt x="19053" y="49335"/>
                  </a:cubicBezTo>
                  <a:cubicBezTo>
                    <a:pt x="10392" y="44012"/>
                    <a:pt x="1825" y="41161"/>
                    <a:pt x="17" y="30325"/>
                  </a:cubicBezTo>
                  <a:cubicBezTo>
                    <a:pt x="-364" y="23386"/>
                    <a:pt x="5823" y="-283"/>
                    <a:pt x="8202" y="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6;p24">
              <a:extLst>
                <a:ext uri="{FF2B5EF4-FFF2-40B4-BE49-F238E27FC236}">
                  <a16:creationId xmlns:a16="http://schemas.microsoft.com/office/drawing/2014/main" id="{E908B303-8CF8-5DC5-486E-A82B1243C4F4}"/>
                </a:ext>
              </a:extLst>
            </p:cNvPr>
            <p:cNvSpPr/>
            <p:nvPr/>
          </p:nvSpPr>
          <p:spPr>
            <a:xfrm>
              <a:off x="2137841" y="3744079"/>
              <a:ext cx="105259" cy="54863"/>
            </a:xfrm>
            <a:custGeom>
              <a:avLst/>
              <a:gdLst/>
              <a:ahLst/>
              <a:cxnLst/>
              <a:rect l="l" t="t" r="r" b="b"/>
              <a:pathLst>
                <a:path w="105259" h="54863" extrusionOk="0">
                  <a:moveTo>
                    <a:pt x="369" y="0"/>
                  </a:moveTo>
                  <a:cubicBezTo>
                    <a:pt x="1987" y="10456"/>
                    <a:pt x="10458" y="13308"/>
                    <a:pt x="19405" y="19011"/>
                  </a:cubicBezTo>
                  <a:cubicBezTo>
                    <a:pt x="31779" y="26615"/>
                    <a:pt x="42629" y="38021"/>
                    <a:pt x="55479" y="44200"/>
                  </a:cubicBezTo>
                  <a:cubicBezTo>
                    <a:pt x="68329" y="50379"/>
                    <a:pt x="96883" y="56082"/>
                    <a:pt x="105259" y="40968"/>
                  </a:cubicBezTo>
                  <a:cubicBezTo>
                    <a:pt x="100690" y="61405"/>
                    <a:pt x="67186" y="55036"/>
                    <a:pt x="54527" y="48573"/>
                  </a:cubicBezTo>
                  <a:cubicBezTo>
                    <a:pt x="41868" y="42109"/>
                    <a:pt x="31208" y="31273"/>
                    <a:pt x="19119" y="23763"/>
                  </a:cubicBezTo>
                  <a:cubicBezTo>
                    <a:pt x="10458" y="18440"/>
                    <a:pt x="1891" y="15589"/>
                    <a:pt x="83" y="4753"/>
                  </a:cubicBezTo>
                  <a:cubicBezTo>
                    <a:pt x="-89" y="3165"/>
                    <a:pt x="7" y="1559"/>
                    <a:pt x="369"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7;p24">
              <a:extLst>
                <a:ext uri="{FF2B5EF4-FFF2-40B4-BE49-F238E27FC236}">
                  <a16:creationId xmlns:a16="http://schemas.microsoft.com/office/drawing/2014/main" id="{CAE0E8D8-73D0-88A1-80C3-BE9FA287A5DE}"/>
                </a:ext>
              </a:extLst>
            </p:cNvPr>
            <p:cNvSpPr/>
            <p:nvPr/>
          </p:nvSpPr>
          <p:spPr>
            <a:xfrm>
              <a:off x="2226539" y="3701115"/>
              <a:ext cx="96273" cy="74358"/>
            </a:xfrm>
            <a:custGeom>
              <a:avLst/>
              <a:gdLst/>
              <a:ahLst/>
              <a:cxnLst/>
              <a:rect l="l" t="t" r="r" b="b"/>
              <a:pathLst>
                <a:path w="96273" h="74358" extrusionOk="0">
                  <a:moveTo>
                    <a:pt x="7519" y="0"/>
                  </a:moveTo>
                  <a:cubicBezTo>
                    <a:pt x="19132" y="9505"/>
                    <a:pt x="36074" y="4087"/>
                    <a:pt x="37407" y="4943"/>
                  </a:cubicBezTo>
                  <a:cubicBezTo>
                    <a:pt x="50869" y="16473"/>
                    <a:pt x="64979" y="27233"/>
                    <a:pt x="79667" y="37166"/>
                  </a:cubicBezTo>
                  <a:cubicBezTo>
                    <a:pt x="86806" y="42774"/>
                    <a:pt x="98037" y="50378"/>
                    <a:pt x="96039" y="61215"/>
                  </a:cubicBezTo>
                  <a:cubicBezTo>
                    <a:pt x="92422" y="80225"/>
                    <a:pt x="61202" y="74712"/>
                    <a:pt x="49495" y="68724"/>
                  </a:cubicBezTo>
                  <a:cubicBezTo>
                    <a:pt x="37787" y="62735"/>
                    <a:pt x="28079" y="52945"/>
                    <a:pt x="16942" y="46006"/>
                  </a:cubicBezTo>
                  <a:cubicBezTo>
                    <a:pt x="9042" y="41158"/>
                    <a:pt x="1237" y="38592"/>
                    <a:pt x="0" y="28516"/>
                  </a:cubicBezTo>
                  <a:cubicBezTo>
                    <a:pt x="386" y="18574"/>
                    <a:pt x="2954" y="8840"/>
                    <a:pt x="7519" y="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8;p24">
              <a:extLst>
                <a:ext uri="{FF2B5EF4-FFF2-40B4-BE49-F238E27FC236}">
                  <a16:creationId xmlns:a16="http://schemas.microsoft.com/office/drawing/2014/main" id="{32A2FC70-BCC3-007C-33C3-DF6119E26B50}"/>
                </a:ext>
              </a:extLst>
            </p:cNvPr>
            <p:cNvSpPr/>
            <p:nvPr/>
          </p:nvSpPr>
          <p:spPr>
            <a:xfrm>
              <a:off x="2226484" y="3725354"/>
              <a:ext cx="95903" cy="50071"/>
            </a:xfrm>
            <a:custGeom>
              <a:avLst/>
              <a:gdLst/>
              <a:ahLst/>
              <a:cxnLst/>
              <a:rect l="l" t="t" r="r" b="b"/>
              <a:pathLst>
                <a:path w="95903" h="50071" extrusionOk="0">
                  <a:moveTo>
                    <a:pt x="245" y="0"/>
                  </a:moveTo>
                  <a:cubicBezTo>
                    <a:pt x="1768" y="9505"/>
                    <a:pt x="9763" y="12262"/>
                    <a:pt x="17283" y="17110"/>
                  </a:cubicBezTo>
                  <a:cubicBezTo>
                    <a:pt x="28609" y="24144"/>
                    <a:pt x="38604" y="34219"/>
                    <a:pt x="50311" y="40208"/>
                  </a:cubicBezTo>
                  <a:cubicBezTo>
                    <a:pt x="62018" y="46196"/>
                    <a:pt x="88384" y="51139"/>
                    <a:pt x="95903" y="37261"/>
                  </a:cubicBezTo>
                  <a:cubicBezTo>
                    <a:pt x="91810" y="56272"/>
                    <a:pt x="61162" y="50093"/>
                    <a:pt x="49549" y="44200"/>
                  </a:cubicBezTo>
                  <a:cubicBezTo>
                    <a:pt x="37937" y="38307"/>
                    <a:pt x="28134" y="28421"/>
                    <a:pt x="16997" y="21482"/>
                  </a:cubicBezTo>
                  <a:cubicBezTo>
                    <a:pt x="9097" y="16634"/>
                    <a:pt x="1292" y="14068"/>
                    <a:pt x="55" y="3992"/>
                  </a:cubicBezTo>
                  <a:cubicBezTo>
                    <a:pt x="-59" y="2661"/>
                    <a:pt x="5" y="1321"/>
                    <a:pt x="24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29;p24">
              <a:extLst>
                <a:ext uri="{FF2B5EF4-FFF2-40B4-BE49-F238E27FC236}">
                  <a16:creationId xmlns:a16="http://schemas.microsoft.com/office/drawing/2014/main" id="{25E3722E-A757-94A9-1F38-6841885E7A64}"/>
                </a:ext>
              </a:extLst>
            </p:cNvPr>
            <p:cNvSpPr/>
            <p:nvPr/>
          </p:nvSpPr>
          <p:spPr>
            <a:xfrm>
              <a:off x="2101518" y="3008174"/>
              <a:ext cx="205910" cy="717579"/>
            </a:xfrm>
            <a:custGeom>
              <a:avLst/>
              <a:gdLst/>
              <a:ahLst/>
              <a:cxnLst/>
              <a:rect l="l" t="t" r="r" b="b"/>
              <a:pathLst>
                <a:path w="205910" h="717579" extrusionOk="0">
                  <a:moveTo>
                    <a:pt x="200595" y="106555"/>
                  </a:moveTo>
                  <a:cubicBezTo>
                    <a:pt x="194980" y="63115"/>
                    <a:pt x="178989" y="0"/>
                    <a:pt x="178989" y="0"/>
                  </a:cubicBezTo>
                  <a:cubicBezTo>
                    <a:pt x="163827" y="7043"/>
                    <a:pt x="147437" y="11083"/>
                    <a:pt x="130732" y="11882"/>
                  </a:cubicBezTo>
                  <a:cubicBezTo>
                    <a:pt x="106230" y="11825"/>
                    <a:pt x="81788" y="9467"/>
                    <a:pt x="57727" y="4848"/>
                  </a:cubicBezTo>
                  <a:cubicBezTo>
                    <a:pt x="49855" y="18526"/>
                    <a:pt x="41277" y="31786"/>
                    <a:pt x="32028" y="44580"/>
                  </a:cubicBezTo>
                  <a:cubicBezTo>
                    <a:pt x="19464" y="61975"/>
                    <a:pt x="-4998" y="100091"/>
                    <a:pt x="904" y="166629"/>
                  </a:cubicBezTo>
                  <a:cubicBezTo>
                    <a:pt x="4806" y="210163"/>
                    <a:pt x="29458" y="394758"/>
                    <a:pt x="29458" y="394758"/>
                  </a:cubicBezTo>
                  <a:cubicBezTo>
                    <a:pt x="19982" y="425830"/>
                    <a:pt x="14951" y="458092"/>
                    <a:pt x="14515" y="490572"/>
                  </a:cubicBezTo>
                  <a:cubicBezTo>
                    <a:pt x="16767" y="529163"/>
                    <a:pt x="21857" y="567546"/>
                    <a:pt x="29744" y="605396"/>
                  </a:cubicBezTo>
                  <a:lnTo>
                    <a:pt x="44307" y="709955"/>
                  </a:lnTo>
                  <a:cubicBezTo>
                    <a:pt x="44307" y="709955"/>
                    <a:pt x="63343" y="723928"/>
                    <a:pt x="77525" y="714043"/>
                  </a:cubicBezTo>
                  <a:lnTo>
                    <a:pt x="75812" y="611385"/>
                  </a:lnTo>
                  <a:cubicBezTo>
                    <a:pt x="77430" y="586291"/>
                    <a:pt x="79905" y="549220"/>
                    <a:pt x="81523" y="525837"/>
                  </a:cubicBezTo>
                  <a:cubicBezTo>
                    <a:pt x="84188" y="487340"/>
                    <a:pt x="91041" y="426125"/>
                    <a:pt x="93040" y="410917"/>
                  </a:cubicBezTo>
                  <a:cubicBezTo>
                    <a:pt x="95039" y="395708"/>
                    <a:pt x="99988" y="368903"/>
                    <a:pt x="102558" y="338961"/>
                  </a:cubicBezTo>
                  <a:cubicBezTo>
                    <a:pt x="105128" y="309019"/>
                    <a:pt x="116169" y="156933"/>
                    <a:pt x="116169" y="156933"/>
                  </a:cubicBezTo>
                  <a:lnTo>
                    <a:pt x="117787" y="185449"/>
                  </a:lnTo>
                  <a:cubicBezTo>
                    <a:pt x="117787" y="185449"/>
                    <a:pt x="119215" y="231741"/>
                    <a:pt x="125878" y="288773"/>
                  </a:cubicBezTo>
                  <a:cubicBezTo>
                    <a:pt x="132540" y="345805"/>
                    <a:pt x="134920" y="371089"/>
                    <a:pt x="134920" y="371089"/>
                  </a:cubicBezTo>
                  <a:cubicBezTo>
                    <a:pt x="128461" y="382524"/>
                    <a:pt x="123865" y="394910"/>
                    <a:pt x="121309" y="407780"/>
                  </a:cubicBezTo>
                  <a:cubicBezTo>
                    <a:pt x="120167" y="420042"/>
                    <a:pt x="105985" y="517567"/>
                    <a:pt x="114456" y="567185"/>
                  </a:cubicBezTo>
                  <a:lnTo>
                    <a:pt x="131779" y="693321"/>
                  </a:lnTo>
                  <a:cubicBezTo>
                    <a:pt x="140538" y="699338"/>
                    <a:pt x="151655" y="700783"/>
                    <a:pt x="161666" y="697218"/>
                  </a:cubicBezTo>
                  <a:lnTo>
                    <a:pt x="171850" y="570131"/>
                  </a:lnTo>
                  <a:cubicBezTo>
                    <a:pt x="178704" y="521749"/>
                    <a:pt x="193171" y="419186"/>
                    <a:pt x="195360" y="405879"/>
                  </a:cubicBezTo>
                  <a:cubicBezTo>
                    <a:pt x="200276" y="379007"/>
                    <a:pt x="203171" y="351812"/>
                    <a:pt x="204022" y="324513"/>
                  </a:cubicBezTo>
                  <a:cubicBezTo>
                    <a:pt x="207394" y="251863"/>
                    <a:pt x="206250" y="179071"/>
                    <a:pt x="200595" y="10655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0;p24">
              <a:extLst>
                <a:ext uri="{FF2B5EF4-FFF2-40B4-BE49-F238E27FC236}">
                  <a16:creationId xmlns:a16="http://schemas.microsoft.com/office/drawing/2014/main" id="{5F862AB3-63EE-A670-1E2B-02AF180177F1}"/>
                </a:ext>
              </a:extLst>
            </p:cNvPr>
            <p:cNvSpPr/>
            <p:nvPr/>
          </p:nvSpPr>
          <p:spPr>
            <a:xfrm>
              <a:off x="2096876" y="2994106"/>
              <a:ext cx="219176" cy="477454"/>
            </a:xfrm>
            <a:custGeom>
              <a:avLst/>
              <a:gdLst/>
              <a:ahLst/>
              <a:cxnLst/>
              <a:rect l="l" t="t" r="r" b="b"/>
              <a:pathLst>
                <a:path w="219176" h="477454" extrusionOk="0">
                  <a:moveTo>
                    <a:pt x="62274" y="5418"/>
                  </a:moveTo>
                  <a:lnTo>
                    <a:pt x="24773" y="80606"/>
                  </a:lnTo>
                  <a:cubicBezTo>
                    <a:pt x="24773" y="80606"/>
                    <a:pt x="-32337" y="164158"/>
                    <a:pt x="26867" y="378979"/>
                  </a:cubicBezTo>
                  <a:lnTo>
                    <a:pt x="15730" y="445516"/>
                  </a:lnTo>
                  <a:cubicBezTo>
                    <a:pt x="15730" y="445516"/>
                    <a:pt x="127855" y="517377"/>
                    <a:pt x="202953" y="445516"/>
                  </a:cubicBezTo>
                  <a:cubicBezTo>
                    <a:pt x="202953" y="445516"/>
                    <a:pt x="228938" y="247044"/>
                    <a:pt x="215137" y="155508"/>
                  </a:cubicBezTo>
                  <a:cubicBezTo>
                    <a:pt x="207420" y="102867"/>
                    <a:pt x="195743" y="50882"/>
                    <a:pt x="180205" y="0"/>
                  </a:cubicBezTo>
                  <a:cubicBezTo>
                    <a:pt x="180205" y="0"/>
                    <a:pt x="161835" y="20246"/>
                    <a:pt x="67224" y="6844"/>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1;p24">
              <a:extLst>
                <a:ext uri="{FF2B5EF4-FFF2-40B4-BE49-F238E27FC236}">
                  <a16:creationId xmlns:a16="http://schemas.microsoft.com/office/drawing/2014/main" id="{6FFE238B-9EC0-2289-8AAC-69A77650C852}"/>
                </a:ext>
              </a:extLst>
            </p:cNvPr>
            <p:cNvSpPr/>
            <p:nvPr/>
          </p:nvSpPr>
          <p:spPr>
            <a:xfrm>
              <a:off x="2115642" y="2850934"/>
              <a:ext cx="316003" cy="274536"/>
            </a:xfrm>
            <a:custGeom>
              <a:avLst/>
              <a:gdLst/>
              <a:ahLst/>
              <a:cxnLst/>
              <a:rect l="l" t="t" r="r" b="b"/>
              <a:pathLst>
                <a:path w="316003" h="274536" extrusionOk="0">
                  <a:moveTo>
                    <a:pt x="278037" y="202010"/>
                  </a:moveTo>
                  <a:cubicBezTo>
                    <a:pt x="268463" y="202400"/>
                    <a:pt x="258924" y="203417"/>
                    <a:pt x="249482" y="205052"/>
                  </a:cubicBezTo>
                  <a:cubicBezTo>
                    <a:pt x="240488" y="207875"/>
                    <a:pt x="231117" y="209320"/>
                    <a:pt x="221689" y="209329"/>
                  </a:cubicBezTo>
                  <a:cubicBezTo>
                    <a:pt x="211410" y="209329"/>
                    <a:pt x="182760" y="195071"/>
                    <a:pt x="158203" y="177867"/>
                  </a:cubicBezTo>
                  <a:cubicBezTo>
                    <a:pt x="131540" y="157867"/>
                    <a:pt x="108492" y="133467"/>
                    <a:pt x="90052" y="105721"/>
                  </a:cubicBezTo>
                  <a:cubicBezTo>
                    <a:pt x="70714" y="76112"/>
                    <a:pt x="53873" y="44963"/>
                    <a:pt x="39701" y="12568"/>
                  </a:cubicBezTo>
                  <a:cubicBezTo>
                    <a:pt x="31706" y="-10435"/>
                    <a:pt x="31896" y="5249"/>
                    <a:pt x="18285" y="4869"/>
                  </a:cubicBezTo>
                  <a:cubicBezTo>
                    <a:pt x="2199" y="4869"/>
                    <a:pt x="-6367" y="10382"/>
                    <a:pt x="5626" y="41655"/>
                  </a:cubicBezTo>
                  <a:cubicBezTo>
                    <a:pt x="17624" y="74011"/>
                    <a:pt x="34368" y="104419"/>
                    <a:pt x="55311" y="131861"/>
                  </a:cubicBezTo>
                  <a:cubicBezTo>
                    <a:pt x="74979" y="159540"/>
                    <a:pt x="99215" y="183675"/>
                    <a:pt x="126983" y="203246"/>
                  </a:cubicBezTo>
                  <a:cubicBezTo>
                    <a:pt x="151440" y="220356"/>
                    <a:pt x="177868" y="234452"/>
                    <a:pt x="205699" y="245260"/>
                  </a:cubicBezTo>
                  <a:cubicBezTo>
                    <a:pt x="213694" y="248492"/>
                    <a:pt x="218834" y="252959"/>
                    <a:pt x="233301" y="260944"/>
                  </a:cubicBezTo>
                  <a:cubicBezTo>
                    <a:pt x="247832" y="269251"/>
                    <a:pt x="264161" y="273918"/>
                    <a:pt x="280892" y="274536"/>
                  </a:cubicBezTo>
                  <a:cubicBezTo>
                    <a:pt x="294789" y="274536"/>
                    <a:pt x="299929" y="271875"/>
                    <a:pt x="300881" y="269023"/>
                  </a:cubicBezTo>
                  <a:cubicBezTo>
                    <a:pt x="301832" y="266171"/>
                    <a:pt x="299643" y="263035"/>
                    <a:pt x="293266" y="262465"/>
                  </a:cubicBezTo>
                  <a:cubicBezTo>
                    <a:pt x="283123" y="262312"/>
                    <a:pt x="273092" y="260316"/>
                    <a:pt x="263664" y="256571"/>
                  </a:cubicBezTo>
                  <a:cubicBezTo>
                    <a:pt x="263664" y="256571"/>
                    <a:pt x="277466" y="258567"/>
                    <a:pt x="285842" y="258947"/>
                  </a:cubicBezTo>
                  <a:cubicBezTo>
                    <a:pt x="293341" y="259394"/>
                    <a:pt x="300865" y="258814"/>
                    <a:pt x="308210" y="257236"/>
                  </a:cubicBezTo>
                  <a:cubicBezTo>
                    <a:pt x="315253" y="255525"/>
                    <a:pt x="319156" y="245640"/>
                    <a:pt x="312778" y="244880"/>
                  </a:cubicBezTo>
                  <a:cubicBezTo>
                    <a:pt x="306401" y="244119"/>
                    <a:pt x="301166" y="244880"/>
                    <a:pt x="288793" y="244404"/>
                  </a:cubicBezTo>
                  <a:cubicBezTo>
                    <a:pt x="282333" y="243967"/>
                    <a:pt x="275944" y="242788"/>
                    <a:pt x="269756" y="240887"/>
                  </a:cubicBezTo>
                  <a:cubicBezTo>
                    <a:pt x="278072" y="240944"/>
                    <a:pt x="286380" y="240345"/>
                    <a:pt x="294599" y="239081"/>
                  </a:cubicBezTo>
                  <a:cubicBezTo>
                    <a:pt x="301263" y="238425"/>
                    <a:pt x="307602" y="235887"/>
                    <a:pt x="312874" y="231762"/>
                  </a:cubicBezTo>
                  <a:cubicBezTo>
                    <a:pt x="315634" y="229481"/>
                    <a:pt x="316110" y="223112"/>
                    <a:pt x="308019" y="223207"/>
                  </a:cubicBezTo>
                  <a:cubicBezTo>
                    <a:pt x="298031" y="224947"/>
                    <a:pt x="287865" y="225460"/>
                    <a:pt x="277751" y="224728"/>
                  </a:cubicBezTo>
                  <a:cubicBezTo>
                    <a:pt x="267757" y="223302"/>
                    <a:pt x="260809" y="220926"/>
                    <a:pt x="262332" y="219595"/>
                  </a:cubicBezTo>
                  <a:cubicBezTo>
                    <a:pt x="263855" y="218264"/>
                    <a:pt x="269756" y="219595"/>
                    <a:pt x="278132" y="216553"/>
                  </a:cubicBezTo>
                  <a:cubicBezTo>
                    <a:pt x="286508" y="213512"/>
                    <a:pt x="292219" y="206193"/>
                    <a:pt x="290315" y="201915"/>
                  </a:cubicBezTo>
                  <a:cubicBezTo>
                    <a:pt x="288412" y="197638"/>
                    <a:pt x="287079" y="200395"/>
                    <a:pt x="278037" y="20201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2;p24">
              <a:extLst>
                <a:ext uri="{FF2B5EF4-FFF2-40B4-BE49-F238E27FC236}">
                  <a16:creationId xmlns:a16="http://schemas.microsoft.com/office/drawing/2014/main" id="{D3DA9D02-4D59-324E-5A56-78D2DCE7F7D7}"/>
                </a:ext>
              </a:extLst>
            </p:cNvPr>
            <p:cNvSpPr/>
            <p:nvPr/>
          </p:nvSpPr>
          <p:spPr>
            <a:xfrm>
              <a:off x="2110000" y="2833008"/>
              <a:ext cx="75991" cy="89275"/>
            </a:xfrm>
            <a:custGeom>
              <a:avLst/>
              <a:gdLst/>
              <a:ahLst/>
              <a:cxnLst/>
              <a:rect l="l" t="t" r="r" b="b"/>
              <a:pathLst>
                <a:path w="75991" h="89275" extrusionOk="0">
                  <a:moveTo>
                    <a:pt x="18406" y="89237"/>
                  </a:moveTo>
                  <a:cubicBezTo>
                    <a:pt x="18406" y="89237"/>
                    <a:pt x="55147" y="91139"/>
                    <a:pt x="75991" y="68231"/>
                  </a:cubicBezTo>
                  <a:lnTo>
                    <a:pt x="53338" y="20704"/>
                  </a:lnTo>
                  <a:cubicBezTo>
                    <a:pt x="53338" y="20704"/>
                    <a:pt x="42963" y="-5436"/>
                    <a:pt x="18501" y="1028"/>
                  </a:cubicBezTo>
                  <a:cubicBezTo>
                    <a:pt x="-5960" y="7491"/>
                    <a:pt x="-6341" y="42186"/>
                    <a:pt x="18406" y="8923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4" name="Google Shape;1133;p24">
              <a:extLst>
                <a:ext uri="{FF2B5EF4-FFF2-40B4-BE49-F238E27FC236}">
                  <a16:creationId xmlns:a16="http://schemas.microsoft.com/office/drawing/2014/main" id="{9AA0CD89-4AC2-4D9C-D0FC-306A7F32A178}"/>
                </a:ext>
              </a:extLst>
            </p:cNvPr>
            <p:cNvSpPr/>
            <p:nvPr/>
          </p:nvSpPr>
          <p:spPr>
            <a:xfrm>
              <a:off x="2246717" y="2802864"/>
              <a:ext cx="61392" cy="64630"/>
            </a:xfrm>
            <a:custGeom>
              <a:avLst/>
              <a:gdLst/>
              <a:ahLst/>
              <a:cxnLst/>
              <a:rect l="l" t="t" r="r" b="b"/>
              <a:pathLst>
                <a:path w="61392" h="64630" extrusionOk="0">
                  <a:moveTo>
                    <a:pt x="0" y="469"/>
                  </a:moveTo>
                  <a:cubicBezTo>
                    <a:pt x="0" y="469"/>
                    <a:pt x="29792" y="-9036"/>
                    <a:pt x="61392" y="57501"/>
                  </a:cubicBezTo>
                  <a:lnTo>
                    <a:pt x="49590" y="64630"/>
                  </a:lnTo>
                  <a:cubicBezTo>
                    <a:pt x="49590" y="64630"/>
                    <a:pt x="18465" y="17294"/>
                    <a:pt x="0" y="46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5" name="Google Shape;1134;p24">
              <a:extLst>
                <a:ext uri="{FF2B5EF4-FFF2-40B4-BE49-F238E27FC236}">
                  <a16:creationId xmlns:a16="http://schemas.microsoft.com/office/drawing/2014/main" id="{234A0DCE-DD79-287E-650F-DD7500756457}"/>
                </a:ext>
              </a:extLst>
            </p:cNvPr>
            <p:cNvSpPr/>
            <p:nvPr/>
          </p:nvSpPr>
          <p:spPr>
            <a:xfrm>
              <a:off x="2092047" y="1119152"/>
              <a:ext cx="668082" cy="515307"/>
            </a:xfrm>
            <a:custGeom>
              <a:avLst/>
              <a:gdLst/>
              <a:ahLst/>
              <a:cxnLst/>
              <a:rect l="l" t="t" r="r" b="b"/>
              <a:pathLst>
                <a:path w="668082" h="515307" extrusionOk="0">
                  <a:moveTo>
                    <a:pt x="668083" y="310182"/>
                  </a:moveTo>
                  <a:lnTo>
                    <a:pt x="141345" y="6010"/>
                  </a:lnTo>
                  <a:lnTo>
                    <a:pt x="139346" y="4869"/>
                  </a:lnTo>
                  <a:lnTo>
                    <a:pt x="139346" y="4869"/>
                  </a:lnTo>
                  <a:cubicBezTo>
                    <a:pt x="124498" y="-3020"/>
                    <a:pt x="104415" y="-1594"/>
                    <a:pt x="82237" y="11143"/>
                  </a:cubicBezTo>
                  <a:cubicBezTo>
                    <a:pt x="36835" y="37378"/>
                    <a:pt x="0" y="101064"/>
                    <a:pt x="0" y="153723"/>
                  </a:cubicBezTo>
                  <a:cubicBezTo>
                    <a:pt x="0" y="180814"/>
                    <a:pt x="9994" y="199539"/>
                    <a:pt x="25890" y="207619"/>
                  </a:cubicBezTo>
                  <a:lnTo>
                    <a:pt x="559765" y="515307"/>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5;p24">
              <a:extLst>
                <a:ext uri="{FF2B5EF4-FFF2-40B4-BE49-F238E27FC236}">
                  <a16:creationId xmlns:a16="http://schemas.microsoft.com/office/drawing/2014/main" id="{7A9CF00F-6A3F-B46E-B186-49E6B2BEE816}"/>
                </a:ext>
              </a:extLst>
            </p:cNvPr>
            <p:cNvSpPr/>
            <p:nvPr/>
          </p:nvSpPr>
          <p:spPr>
            <a:xfrm rot="-3598236">
              <a:off x="2590249" y="1465200"/>
              <a:ext cx="232417" cy="133906"/>
            </a:xfrm>
            <a:custGeom>
              <a:avLst/>
              <a:gdLst/>
              <a:ahLst/>
              <a:cxnLst/>
              <a:rect l="l" t="t" r="r" b="b"/>
              <a:pathLst>
                <a:path w="232624" h="134025" extrusionOk="0">
                  <a:moveTo>
                    <a:pt x="232625" y="67013"/>
                  </a:moveTo>
                  <a:cubicBezTo>
                    <a:pt x="232625" y="104023"/>
                    <a:pt x="180550" y="134026"/>
                    <a:pt x="116312" y="134026"/>
                  </a:cubicBezTo>
                  <a:cubicBezTo>
                    <a:pt x="52075" y="134026"/>
                    <a:pt x="0" y="104023"/>
                    <a:pt x="0" y="67013"/>
                  </a:cubicBezTo>
                  <a:cubicBezTo>
                    <a:pt x="0" y="30003"/>
                    <a:pt x="52075" y="0"/>
                    <a:pt x="116312" y="0"/>
                  </a:cubicBezTo>
                  <a:cubicBezTo>
                    <a:pt x="180550" y="0"/>
                    <a:pt x="232625" y="30003"/>
                    <a:pt x="232625" y="67013"/>
                  </a:cubicBezTo>
                  <a:close/>
                </a:path>
              </a:pathLst>
            </a:custGeom>
            <a:solidFill>
              <a:srgbClr val="616E8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7" name="Google Shape;1136;p24">
              <a:extLst>
                <a:ext uri="{FF2B5EF4-FFF2-40B4-BE49-F238E27FC236}">
                  <a16:creationId xmlns:a16="http://schemas.microsoft.com/office/drawing/2014/main" id="{14CD31F1-8FA6-B359-648D-8667B11DCBE4}"/>
                </a:ext>
              </a:extLst>
            </p:cNvPr>
            <p:cNvSpPr/>
            <p:nvPr/>
          </p:nvSpPr>
          <p:spPr>
            <a:xfrm>
              <a:off x="2667422" y="1490358"/>
              <a:ext cx="274409" cy="269191"/>
            </a:xfrm>
            <a:custGeom>
              <a:avLst/>
              <a:gdLst/>
              <a:ahLst/>
              <a:cxnLst/>
              <a:rect l="l" t="t" r="r" b="b"/>
              <a:pathLst>
                <a:path w="274409" h="269191" extrusionOk="0">
                  <a:moveTo>
                    <a:pt x="274410" y="269192"/>
                  </a:moveTo>
                  <a:lnTo>
                    <a:pt x="0" y="111023"/>
                  </a:lnTo>
                  <a:lnTo>
                    <a:pt x="0" y="0"/>
                  </a:lnTo>
                  <a:lnTo>
                    <a:pt x="274410" y="158264"/>
                  </a:lnTo>
                  <a:lnTo>
                    <a:pt x="274410" y="26919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8" name="Google Shape;1137;p24">
              <a:extLst>
                <a:ext uri="{FF2B5EF4-FFF2-40B4-BE49-F238E27FC236}">
                  <a16:creationId xmlns:a16="http://schemas.microsoft.com/office/drawing/2014/main" id="{23714A03-64DA-6B79-D610-CD663D926210}"/>
                </a:ext>
              </a:extLst>
            </p:cNvPr>
            <p:cNvSpPr/>
            <p:nvPr/>
          </p:nvSpPr>
          <p:spPr>
            <a:xfrm>
              <a:off x="2667422" y="1454143"/>
              <a:ext cx="337610" cy="194669"/>
            </a:xfrm>
            <a:custGeom>
              <a:avLst/>
              <a:gdLst/>
              <a:ahLst/>
              <a:cxnLst/>
              <a:rect l="l" t="t" r="r" b="b"/>
              <a:pathLst>
                <a:path w="337610" h="194669" extrusionOk="0">
                  <a:moveTo>
                    <a:pt x="274410" y="194670"/>
                  </a:moveTo>
                  <a:lnTo>
                    <a:pt x="0" y="36501"/>
                  </a:lnTo>
                  <a:lnTo>
                    <a:pt x="63201" y="0"/>
                  </a:lnTo>
                  <a:lnTo>
                    <a:pt x="337611" y="158264"/>
                  </a:lnTo>
                  <a:lnTo>
                    <a:pt x="274410" y="194670"/>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8;p24">
              <a:extLst>
                <a:ext uri="{FF2B5EF4-FFF2-40B4-BE49-F238E27FC236}">
                  <a16:creationId xmlns:a16="http://schemas.microsoft.com/office/drawing/2014/main" id="{3F37AFCD-2DD7-A9D3-ACE4-1FFAEF5153B6}"/>
                </a:ext>
              </a:extLst>
            </p:cNvPr>
            <p:cNvSpPr/>
            <p:nvPr/>
          </p:nvSpPr>
          <p:spPr>
            <a:xfrm rot="-1801764">
              <a:off x="2968958" y="1259916"/>
              <a:ext cx="690027" cy="1193572"/>
            </a:xfrm>
            <a:custGeom>
              <a:avLst/>
              <a:gdLst/>
              <a:ahLst/>
              <a:cxnLst/>
              <a:rect l="l" t="t" r="r" b="b"/>
              <a:pathLst>
                <a:path w="690640" h="1194633" extrusionOk="0">
                  <a:moveTo>
                    <a:pt x="690640" y="597317"/>
                  </a:moveTo>
                  <a:cubicBezTo>
                    <a:pt x="690640" y="927206"/>
                    <a:pt x="536035" y="1194633"/>
                    <a:pt x="345320" y="1194633"/>
                  </a:cubicBezTo>
                  <a:cubicBezTo>
                    <a:pt x="154605" y="1194633"/>
                    <a:pt x="0" y="927206"/>
                    <a:pt x="0" y="597317"/>
                  </a:cubicBezTo>
                  <a:cubicBezTo>
                    <a:pt x="0" y="267428"/>
                    <a:pt x="154605" y="0"/>
                    <a:pt x="345320" y="0"/>
                  </a:cubicBezTo>
                  <a:cubicBezTo>
                    <a:pt x="536035" y="0"/>
                    <a:pt x="690640" y="267428"/>
                    <a:pt x="690640" y="597317"/>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39;p24">
              <a:extLst>
                <a:ext uri="{FF2B5EF4-FFF2-40B4-BE49-F238E27FC236}">
                  <a16:creationId xmlns:a16="http://schemas.microsoft.com/office/drawing/2014/main" id="{7FC28D0E-8583-2781-6806-D28BAA20C969}"/>
                </a:ext>
              </a:extLst>
            </p:cNvPr>
            <p:cNvSpPr/>
            <p:nvPr/>
          </p:nvSpPr>
          <p:spPr>
            <a:xfrm>
              <a:off x="2858071" y="1161854"/>
              <a:ext cx="1027965" cy="1324206"/>
            </a:xfrm>
            <a:custGeom>
              <a:avLst/>
              <a:gdLst/>
              <a:ahLst/>
              <a:cxnLst/>
              <a:rect l="l" t="t" r="r" b="b"/>
              <a:pathLst>
                <a:path w="1027965" h="1324206" extrusionOk="0">
                  <a:moveTo>
                    <a:pt x="513983" y="1254422"/>
                  </a:moveTo>
                  <a:cubicBezTo>
                    <a:pt x="230816" y="1091119"/>
                    <a:pt x="0" y="692560"/>
                    <a:pt x="0" y="365955"/>
                  </a:cubicBezTo>
                  <a:cubicBezTo>
                    <a:pt x="0" y="39351"/>
                    <a:pt x="230436" y="-93439"/>
                    <a:pt x="513983" y="69863"/>
                  </a:cubicBezTo>
                  <a:cubicBezTo>
                    <a:pt x="797530" y="233165"/>
                    <a:pt x="1027966" y="631725"/>
                    <a:pt x="1027966" y="958234"/>
                  </a:cubicBezTo>
                  <a:cubicBezTo>
                    <a:pt x="1027966" y="1284744"/>
                    <a:pt x="797245" y="1417629"/>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40;p24">
              <a:extLst>
                <a:ext uri="{FF2B5EF4-FFF2-40B4-BE49-F238E27FC236}">
                  <a16:creationId xmlns:a16="http://schemas.microsoft.com/office/drawing/2014/main" id="{88221006-9091-20C4-162B-73F8250E52CA}"/>
                </a:ext>
              </a:extLst>
            </p:cNvPr>
            <p:cNvSpPr/>
            <p:nvPr/>
          </p:nvSpPr>
          <p:spPr>
            <a:xfrm>
              <a:off x="2800391" y="1195123"/>
              <a:ext cx="1027965" cy="1324248"/>
            </a:xfrm>
            <a:custGeom>
              <a:avLst/>
              <a:gdLst/>
              <a:ahLst/>
              <a:cxnLst/>
              <a:rect l="l" t="t" r="r" b="b"/>
              <a:pathLst>
                <a:path w="1027965" h="1324248" extrusionOk="0">
                  <a:moveTo>
                    <a:pt x="513983" y="1254422"/>
                  </a:moveTo>
                  <a:cubicBezTo>
                    <a:pt x="230721" y="1091119"/>
                    <a:pt x="0" y="692560"/>
                    <a:pt x="0" y="365955"/>
                  </a:cubicBezTo>
                  <a:cubicBezTo>
                    <a:pt x="0" y="39351"/>
                    <a:pt x="230341" y="-93439"/>
                    <a:pt x="513983" y="69863"/>
                  </a:cubicBezTo>
                  <a:cubicBezTo>
                    <a:pt x="797625" y="233165"/>
                    <a:pt x="1027966" y="631725"/>
                    <a:pt x="1027966" y="958234"/>
                  </a:cubicBezTo>
                  <a:cubicBezTo>
                    <a:pt x="1027966" y="1284744"/>
                    <a:pt x="797149" y="1417724"/>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76831017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20</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7869" y="441846"/>
            <a:ext cx="9483762" cy="779933"/>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WHAT IS COLUMN/BAR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46794"/>
            <a:ext cx="948376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46BAA9-98E2-7D73-DC92-20B3506940E4}"/>
              </a:ext>
            </a:extLst>
          </p:cNvPr>
          <p:cNvSpPr txBox="1"/>
          <p:nvPr/>
        </p:nvSpPr>
        <p:spPr>
          <a:xfrm>
            <a:off x="346800" y="1841554"/>
            <a:ext cx="7595119" cy="4154984"/>
          </a:xfrm>
          <a:prstGeom prst="rect">
            <a:avLst/>
          </a:prstGeom>
          <a:noFill/>
        </p:spPr>
        <p:txBody>
          <a:bodyPr wrap="square" rtlCol="0">
            <a:spAutoFit/>
          </a:bodyPr>
          <a:lstStyle/>
          <a:p>
            <a:pPr marL="285750" indent="-285750">
              <a:buFont typeface="Arial" panose="020B0604020202020204" pitchFamily="34" charset="0"/>
              <a:buChar char="•"/>
            </a:pPr>
            <a:r>
              <a:rPr lang="en-US"/>
              <a:t>WHAT IS PURPOSE OF BAR CHART?</a:t>
            </a:r>
          </a:p>
          <a:p>
            <a:pPr marL="742950" lvl="1" indent="-285750">
              <a:buFont typeface="Wingdings" panose="05000000000000000000" pitchFamily="2" charset="2"/>
              <a:buChar char="Ø"/>
            </a:pPr>
            <a:r>
              <a:rPr lang="en-US" sz="1600"/>
              <a:t>CONVEYS RELATIONAL INFORMATION QUICKLY IN A VISUAL MANNER. </a:t>
            </a:r>
          </a:p>
          <a:p>
            <a:pPr marL="285750" indent="-285750">
              <a:buFont typeface="Arial" panose="020B0604020202020204" pitchFamily="34" charset="0"/>
              <a:buChar char="•"/>
            </a:pPr>
            <a:endParaRPr lang="en-US"/>
          </a:p>
          <a:p>
            <a:pPr marL="285750" indent="-285750">
              <a:buFont typeface="Arial" panose="020B0604020202020204" pitchFamily="34" charset="0"/>
              <a:buChar char="•"/>
            </a:pPr>
            <a:r>
              <a:rPr lang="en-US"/>
              <a:t>WHAT IS BAR CHART?</a:t>
            </a:r>
          </a:p>
          <a:p>
            <a:pPr marL="742950" lvl="1" indent="-285750">
              <a:buFont typeface="Wingdings" panose="05000000000000000000" pitchFamily="2" charset="2"/>
              <a:buChar char="Ø"/>
            </a:pPr>
            <a:r>
              <a:rPr lang="en-US" sz="1600"/>
              <a:t>DISPLAYS DATA USING NUMBER OF BARS THAT REPRESENTS A PARTICULAR CATEGORY. </a:t>
            </a:r>
          </a:p>
          <a:p>
            <a:pPr marL="742950" lvl="1" indent="-285750">
              <a:buFont typeface="Wingdings" panose="05000000000000000000" pitchFamily="2" charset="2"/>
              <a:buChar char="Ø"/>
            </a:pPr>
            <a:r>
              <a:rPr lang="en-US" sz="1600"/>
              <a:t>BAR GRAPHS HAS X-AXIS AND Y-AXIS THAT CAN BE USED TO COMPARE ONE OR MORE CATEGORIES OF DATA.</a:t>
            </a:r>
          </a:p>
          <a:p>
            <a:pPr marL="742950" lvl="1" indent="-285750">
              <a:buFont typeface="Wingdings" panose="05000000000000000000" pitchFamily="2" charset="2"/>
              <a:buChar char="Ø"/>
            </a:pPr>
            <a:r>
              <a:rPr lang="en-US" sz="1600"/>
              <a:t>IT CAN ALSO BE GROUPED TOGETHER FOR COMPARATIVE PURPOSES. </a:t>
            </a:r>
          </a:p>
          <a:p>
            <a:pPr marL="742950" lvl="1" indent="-285750">
              <a:buFont typeface="Wingdings" panose="05000000000000000000" pitchFamily="2" charset="2"/>
              <a:buChar char="Ø"/>
            </a:pPr>
            <a:endParaRPr lang="en-US" sz="1600"/>
          </a:p>
          <a:p>
            <a:pPr marL="285750" indent="-285750">
              <a:buFont typeface="Arial" panose="020B0604020202020204" pitchFamily="34" charset="0"/>
              <a:buChar char="•"/>
            </a:pPr>
            <a:r>
              <a:rPr lang="en-US"/>
              <a:t>WHAT ARE THE BENEFITS OF BAR CHART?</a:t>
            </a:r>
          </a:p>
          <a:p>
            <a:pPr marL="742950" lvl="1" indent="-285750">
              <a:buFont typeface="Wingdings" panose="05000000000000000000" pitchFamily="2" charset="2"/>
              <a:buChar char="Ø"/>
            </a:pPr>
            <a:r>
              <a:rPr lang="en-US" sz="1600"/>
              <a:t>EASIER TO EXPLAIN COMPLEX DATA.</a:t>
            </a:r>
          </a:p>
          <a:p>
            <a:pPr marL="742950" lvl="1" indent="-285750">
              <a:buFont typeface="Wingdings" panose="05000000000000000000" pitchFamily="2" charset="2"/>
              <a:buChar char="Ø"/>
            </a:pPr>
            <a:r>
              <a:rPr lang="en-US" sz="1600"/>
              <a:t>ALLOWS TO COMPARE DIFFERENT SETS OF DATA AMONG DIFFERENT GROUPS EASILY.</a:t>
            </a:r>
          </a:p>
          <a:p>
            <a:pPr marL="742950" lvl="1" indent="-285750">
              <a:buFont typeface="Wingdings" panose="05000000000000000000" pitchFamily="2" charset="2"/>
              <a:buChar char="Ø"/>
            </a:pPr>
            <a:r>
              <a:rPr lang="en-US" sz="1600"/>
              <a:t>ABLE TO ILLUSTRATE CHANGES IN DATA THROUGHOUT A PERIOD OF TIME. </a:t>
            </a:r>
          </a:p>
          <a:p>
            <a:pPr marL="742950" lvl="1" indent="-285750">
              <a:buFont typeface="Wingdings" panose="05000000000000000000" pitchFamily="2" charset="2"/>
              <a:buChar char="Ø"/>
            </a:pPr>
            <a:endParaRPr lang="en-MY" sz="1600"/>
          </a:p>
        </p:txBody>
      </p:sp>
      <p:grpSp>
        <p:nvGrpSpPr>
          <p:cNvPr id="8" name="Google Shape;1047;p24">
            <a:extLst>
              <a:ext uri="{FF2B5EF4-FFF2-40B4-BE49-F238E27FC236}">
                <a16:creationId xmlns:a16="http://schemas.microsoft.com/office/drawing/2014/main" id="{BEAD81C3-9197-7F68-B127-73A25DF76049}"/>
              </a:ext>
            </a:extLst>
          </p:cNvPr>
          <p:cNvGrpSpPr/>
          <p:nvPr/>
        </p:nvGrpSpPr>
        <p:grpSpPr>
          <a:xfrm>
            <a:off x="8407381" y="2553568"/>
            <a:ext cx="3495800" cy="3628765"/>
            <a:chOff x="2012475" y="393272"/>
            <a:chExt cx="4440240" cy="4609126"/>
          </a:xfrm>
        </p:grpSpPr>
        <p:sp>
          <p:nvSpPr>
            <p:cNvPr id="10" name="Google Shape;1048;p24">
              <a:extLst>
                <a:ext uri="{FF2B5EF4-FFF2-40B4-BE49-F238E27FC236}">
                  <a16:creationId xmlns:a16="http://schemas.microsoft.com/office/drawing/2014/main" id="{81BBD1CB-D67F-E2F7-86FB-F11D62AC72DB}"/>
                </a:ext>
              </a:extLst>
            </p:cNvPr>
            <p:cNvSpPr/>
            <p:nvPr/>
          </p:nvSpPr>
          <p:spPr>
            <a:xfrm>
              <a:off x="4172687" y="3422228"/>
              <a:ext cx="1096154" cy="631831"/>
            </a:xfrm>
            <a:custGeom>
              <a:avLst/>
              <a:gdLst/>
              <a:ahLst/>
              <a:cxnLst/>
              <a:rect l="l" t="t" r="r" b="b"/>
              <a:pathLst>
                <a:path w="1096154" h="631831" extrusionOk="0">
                  <a:moveTo>
                    <a:pt x="581029" y="616328"/>
                  </a:moveTo>
                  <a:lnTo>
                    <a:pt x="26975" y="296853"/>
                  </a:lnTo>
                  <a:cubicBezTo>
                    <a:pt x="-13002" y="273849"/>
                    <a:pt x="-7957" y="233547"/>
                    <a:pt x="38206" y="207027"/>
                  </a:cubicBezTo>
                  <a:lnTo>
                    <a:pt x="397137" y="0"/>
                  </a:lnTo>
                  <a:lnTo>
                    <a:pt x="1096154" y="402457"/>
                  </a:lnTo>
                  <a:lnTo>
                    <a:pt x="737223" y="609484"/>
                  </a:lnTo>
                  <a:cubicBezTo>
                    <a:pt x="691155" y="636479"/>
                    <a:pt x="621386" y="639331"/>
                    <a:pt x="581029" y="616328"/>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1049;p24">
              <a:extLst>
                <a:ext uri="{FF2B5EF4-FFF2-40B4-BE49-F238E27FC236}">
                  <a16:creationId xmlns:a16="http://schemas.microsoft.com/office/drawing/2014/main" id="{2E1542EF-D858-44F0-BF19-2E2D3157DEC4}"/>
                </a:ext>
              </a:extLst>
            </p:cNvPr>
            <p:cNvSpPr/>
            <p:nvPr/>
          </p:nvSpPr>
          <p:spPr>
            <a:xfrm>
              <a:off x="4213521" y="3398464"/>
              <a:ext cx="1096058" cy="631866"/>
            </a:xfrm>
            <a:custGeom>
              <a:avLst/>
              <a:gdLst/>
              <a:ahLst/>
              <a:cxnLst/>
              <a:rect l="l" t="t" r="r" b="b"/>
              <a:pathLst>
                <a:path w="1096058" h="631866" extrusionOk="0">
                  <a:moveTo>
                    <a:pt x="581029" y="616328"/>
                  </a:moveTo>
                  <a:lnTo>
                    <a:pt x="26975" y="296853"/>
                  </a:lnTo>
                  <a:cubicBezTo>
                    <a:pt x="-13002" y="273849"/>
                    <a:pt x="-7957" y="233547"/>
                    <a:pt x="38206" y="207027"/>
                  </a:cubicBezTo>
                  <a:lnTo>
                    <a:pt x="397423" y="0"/>
                  </a:lnTo>
                  <a:lnTo>
                    <a:pt x="1096059" y="402837"/>
                  </a:lnTo>
                  <a:lnTo>
                    <a:pt x="737128" y="609864"/>
                  </a:lnTo>
                  <a:cubicBezTo>
                    <a:pt x="690774" y="636479"/>
                    <a:pt x="621005" y="639331"/>
                    <a:pt x="581029" y="616328"/>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1050;p24">
              <a:extLst>
                <a:ext uri="{FF2B5EF4-FFF2-40B4-BE49-F238E27FC236}">
                  <a16:creationId xmlns:a16="http://schemas.microsoft.com/office/drawing/2014/main" id="{27370D78-36FA-DAC6-1C98-D4E9B09EF23B}"/>
                </a:ext>
              </a:extLst>
            </p:cNvPr>
            <p:cNvSpPr/>
            <p:nvPr/>
          </p:nvSpPr>
          <p:spPr>
            <a:xfrm>
              <a:off x="5277122" y="3780200"/>
              <a:ext cx="32266" cy="21196"/>
            </a:xfrm>
            <a:custGeom>
              <a:avLst/>
              <a:gdLst/>
              <a:ahLst/>
              <a:cxnLst/>
              <a:rect l="l" t="t" r="r" b="b"/>
              <a:pathLst>
                <a:path w="32266" h="21196" extrusionOk="0">
                  <a:moveTo>
                    <a:pt x="32267" y="21197"/>
                  </a:moveTo>
                  <a:lnTo>
                    <a:pt x="32267" y="0"/>
                  </a:lnTo>
                  <a:lnTo>
                    <a:pt x="0" y="18630"/>
                  </a:lnTo>
                  <a:lnTo>
                    <a:pt x="32267" y="2119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1051;p24">
              <a:extLst>
                <a:ext uri="{FF2B5EF4-FFF2-40B4-BE49-F238E27FC236}">
                  <a16:creationId xmlns:a16="http://schemas.microsoft.com/office/drawing/2014/main" id="{A19B2AC6-B6B6-7164-C916-448583390123}"/>
                </a:ext>
              </a:extLst>
            </p:cNvPr>
            <p:cNvSpPr/>
            <p:nvPr/>
          </p:nvSpPr>
          <p:spPr>
            <a:xfrm>
              <a:off x="4213559" y="3635813"/>
              <a:ext cx="33123" cy="21387"/>
            </a:xfrm>
            <a:custGeom>
              <a:avLst/>
              <a:gdLst/>
              <a:ahLst/>
              <a:cxnLst/>
              <a:rect l="l" t="t" r="r" b="b"/>
              <a:pathLst>
                <a:path w="33123" h="21387" extrusionOk="0">
                  <a:moveTo>
                    <a:pt x="0" y="21387"/>
                  </a:moveTo>
                  <a:lnTo>
                    <a:pt x="0" y="0"/>
                  </a:lnTo>
                  <a:lnTo>
                    <a:pt x="33123" y="13688"/>
                  </a:lnTo>
                  <a:lnTo>
                    <a:pt x="0" y="2138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052;p24">
              <a:extLst>
                <a:ext uri="{FF2B5EF4-FFF2-40B4-BE49-F238E27FC236}">
                  <a16:creationId xmlns:a16="http://schemas.microsoft.com/office/drawing/2014/main" id="{C46C20F1-0317-CED4-2742-C5C0FBA4FB30}"/>
                </a:ext>
              </a:extLst>
            </p:cNvPr>
            <p:cNvSpPr/>
            <p:nvPr/>
          </p:nvSpPr>
          <p:spPr>
            <a:xfrm>
              <a:off x="4213521" y="3377363"/>
              <a:ext cx="1096058" cy="631809"/>
            </a:xfrm>
            <a:custGeom>
              <a:avLst/>
              <a:gdLst/>
              <a:ahLst/>
              <a:cxnLst/>
              <a:rect l="l" t="t" r="r" b="b"/>
              <a:pathLst>
                <a:path w="1096058" h="631809" extrusionOk="0">
                  <a:moveTo>
                    <a:pt x="581029" y="616232"/>
                  </a:moveTo>
                  <a:lnTo>
                    <a:pt x="26975" y="296853"/>
                  </a:lnTo>
                  <a:cubicBezTo>
                    <a:pt x="-13002" y="273754"/>
                    <a:pt x="-7957" y="233547"/>
                    <a:pt x="38206" y="206932"/>
                  </a:cubicBezTo>
                  <a:lnTo>
                    <a:pt x="397423" y="0"/>
                  </a:lnTo>
                  <a:lnTo>
                    <a:pt x="1096059" y="402837"/>
                  </a:lnTo>
                  <a:lnTo>
                    <a:pt x="737128" y="609769"/>
                  </a:lnTo>
                  <a:cubicBezTo>
                    <a:pt x="690774" y="636384"/>
                    <a:pt x="621005" y="639331"/>
                    <a:pt x="581029" y="616232"/>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1053;p24">
              <a:extLst>
                <a:ext uri="{FF2B5EF4-FFF2-40B4-BE49-F238E27FC236}">
                  <a16:creationId xmlns:a16="http://schemas.microsoft.com/office/drawing/2014/main" id="{09F3B5E0-4A62-2F6D-C73E-93EE335B6529}"/>
                </a:ext>
              </a:extLst>
            </p:cNvPr>
            <p:cNvSpPr/>
            <p:nvPr/>
          </p:nvSpPr>
          <p:spPr>
            <a:xfrm>
              <a:off x="4526041" y="3091821"/>
              <a:ext cx="783348" cy="688378"/>
            </a:xfrm>
            <a:custGeom>
              <a:avLst/>
              <a:gdLst/>
              <a:ahLst/>
              <a:cxnLst/>
              <a:rect l="l" t="t" r="r" b="b"/>
              <a:pathLst>
                <a:path w="783348" h="688378" extrusionOk="0">
                  <a:moveTo>
                    <a:pt x="86521" y="286492"/>
                  </a:moveTo>
                  <a:lnTo>
                    <a:pt x="0" y="0"/>
                  </a:lnTo>
                  <a:lnTo>
                    <a:pt x="706346" y="404548"/>
                  </a:lnTo>
                  <a:lnTo>
                    <a:pt x="783348" y="688378"/>
                  </a:lnTo>
                  <a:lnTo>
                    <a:pt x="86521" y="286492"/>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1054;p24">
              <a:extLst>
                <a:ext uri="{FF2B5EF4-FFF2-40B4-BE49-F238E27FC236}">
                  <a16:creationId xmlns:a16="http://schemas.microsoft.com/office/drawing/2014/main" id="{B7A325FD-22D0-2B55-C283-8878B4D14669}"/>
                </a:ext>
              </a:extLst>
            </p:cNvPr>
            <p:cNvSpPr/>
            <p:nvPr/>
          </p:nvSpPr>
          <p:spPr>
            <a:xfrm>
              <a:off x="5278931" y="3755961"/>
              <a:ext cx="30363" cy="36025"/>
            </a:xfrm>
            <a:custGeom>
              <a:avLst/>
              <a:gdLst/>
              <a:ahLst/>
              <a:cxnLst/>
              <a:rect l="l" t="t" r="r" b="b"/>
              <a:pathLst>
                <a:path w="30363" h="36025" extrusionOk="0">
                  <a:moveTo>
                    <a:pt x="9899" y="36025"/>
                  </a:moveTo>
                  <a:lnTo>
                    <a:pt x="30363" y="24239"/>
                  </a:lnTo>
                  <a:lnTo>
                    <a:pt x="0" y="0"/>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1055;p24">
              <a:extLst>
                <a:ext uri="{FF2B5EF4-FFF2-40B4-BE49-F238E27FC236}">
                  <a16:creationId xmlns:a16="http://schemas.microsoft.com/office/drawing/2014/main" id="{6A795B74-D238-4A2C-989A-AF1FDED954A9}"/>
                </a:ext>
              </a:extLst>
            </p:cNvPr>
            <p:cNvSpPr/>
            <p:nvPr/>
          </p:nvSpPr>
          <p:spPr>
            <a:xfrm>
              <a:off x="4503768" y="3102562"/>
              <a:ext cx="785061" cy="689423"/>
            </a:xfrm>
            <a:custGeom>
              <a:avLst/>
              <a:gdLst/>
              <a:ahLst/>
              <a:cxnLst/>
              <a:rect l="l" t="t" r="r" b="b"/>
              <a:pathLst>
                <a:path w="785061" h="689423" extrusionOk="0">
                  <a:moveTo>
                    <a:pt x="86425" y="286492"/>
                  </a:moveTo>
                  <a:lnTo>
                    <a:pt x="0" y="0"/>
                  </a:lnTo>
                  <a:lnTo>
                    <a:pt x="706346" y="404643"/>
                  </a:lnTo>
                  <a:lnTo>
                    <a:pt x="785061" y="689424"/>
                  </a:lnTo>
                  <a:lnTo>
                    <a:pt x="86425" y="286492"/>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056;p24">
              <a:extLst>
                <a:ext uri="{FF2B5EF4-FFF2-40B4-BE49-F238E27FC236}">
                  <a16:creationId xmlns:a16="http://schemas.microsoft.com/office/drawing/2014/main" id="{665E483E-8246-55A0-70BD-B513BB690BCE}"/>
                </a:ext>
              </a:extLst>
            </p:cNvPr>
            <p:cNvSpPr/>
            <p:nvPr/>
          </p:nvSpPr>
          <p:spPr>
            <a:xfrm>
              <a:off x="3580122" y="393272"/>
              <a:ext cx="2872593" cy="3889928"/>
            </a:xfrm>
            <a:custGeom>
              <a:avLst/>
              <a:gdLst/>
              <a:ahLst/>
              <a:cxnLst/>
              <a:rect l="l" t="t" r="r" b="b"/>
              <a:pathLst>
                <a:path w="2872593" h="3889928" extrusionOk="0">
                  <a:moveTo>
                    <a:pt x="2803111" y="3881586"/>
                  </a:moveTo>
                  <a:lnTo>
                    <a:pt x="69483" y="2305217"/>
                  </a:lnTo>
                  <a:cubicBezTo>
                    <a:pt x="31410" y="2283165"/>
                    <a:pt x="0" y="2223756"/>
                    <a:pt x="0" y="2172713"/>
                  </a:cubicBezTo>
                  <a:lnTo>
                    <a:pt x="0" y="60716"/>
                  </a:lnTo>
                  <a:cubicBezTo>
                    <a:pt x="0" y="9673"/>
                    <a:pt x="31125" y="-13806"/>
                    <a:pt x="69483" y="8342"/>
                  </a:cubicBezTo>
                  <a:lnTo>
                    <a:pt x="2803111" y="1584711"/>
                  </a:lnTo>
                  <a:cubicBezTo>
                    <a:pt x="2841183" y="1606763"/>
                    <a:pt x="2872593" y="1666077"/>
                    <a:pt x="2872593" y="1717121"/>
                  </a:cubicBezTo>
                  <a:lnTo>
                    <a:pt x="2872593" y="3829212"/>
                  </a:lnTo>
                  <a:cubicBezTo>
                    <a:pt x="2872593" y="3880256"/>
                    <a:pt x="2841469" y="3903734"/>
                    <a:pt x="2803111" y="3881586"/>
                  </a:cubicBez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6" name="Google Shape;1057;p24">
              <a:extLst>
                <a:ext uri="{FF2B5EF4-FFF2-40B4-BE49-F238E27FC236}">
                  <a16:creationId xmlns:a16="http://schemas.microsoft.com/office/drawing/2014/main" id="{E65B543A-A52F-B86E-79C7-2F6A777FA219}"/>
                </a:ext>
              </a:extLst>
            </p:cNvPr>
            <p:cNvSpPr/>
            <p:nvPr/>
          </p:nvSpPr>
          <p:spPr>
            <a:xfrm>
              <a:off x="6397319" y="4189501"/>
              <a:ext cx="30267" cy="107125"/>
            </a:xfrm>
            <a:custGeom>
              <a:avLst/>
              <a:gdLst/>
              <a:ahLst/>
              <a:cxnLst/>
              <a:rect l="l" t="t" r="r" b="b"/>
              <a:pathLst>
                <a:path w="30267" h="107125" extrusionOk="0">
                  <a:moveTo>
                    <a:pt x="0" y="107125"/>
                  </a:moveTo>
                  <a:lnTo>
                    <a:pt x="30268" y="89731"/>
                  </a:lnTo>
                  <a:lnTo>
                    <a:pt x="17228" y="0"/>
                  </a:lnTo>
                  <a:lnTo>
                    <a:pt x="0" y="107125"/>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8;p24">
              <a:extLst>
                <a:ext uri="{FF2B5EF4-FFF2-40B4-BE49-F238E27FC236}">
                  <a16:creationId xmlns:a16="http://schemas.microsoft.com/office/drawing/2014/main" id="{5C293C97-A3A9-0394-F1C5-DB8CBAB9CC27}"/>
                </a:ext>
              </a:extLst>
            </p:cNvPr>
            <p:cNvSpPr/>
            <p:nvPr/>
          </p:nvSpPr>
          <p:spPr>
            <a:xfrm>
              <a:off x="3574887" y="397432"/>
              <a:ext cx="72623" cy="31086"/>
            </a:xfrm>
            <a:custGeom>
              <a:avLst/>
              <a:gdLst/>
              <a:ahLst/>
              <a:cxnLst/>
              <a:rect l="l" t="t" r="r" b="b"/>
              <a:pathLst>
                <a:path w="72623" h="31086" extrusionOk="0">
                  <a:moveTo>
                    <a:pt x="0" y="17110"/>
                  </a:moveTo>
                  <a:lnTo>
                    <a:pt x="29792" y="0"/>
                  </a:lnTo>
                  <a:lnTo>
                    <a:pt x="72624" y="24334"/>
                  </a:lnTo>
                  <a:cubicBezTo>
                    <a:pt x="72624" y="24334"/>
                    <a:pt x="27032" y="31273"/>
                    <a:pt x="25890" y="31083"/>
                  </a:cubicBezTo>
                  <a:cubicBezTo>
                    <a:pt x="24747" y="30892"/>
                    <a:pt x="0" y="17110"/>
                    <a:pt x="0" y="17110"/>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59;p24">
              <a:extLst>
                <a:ext uri="{FF2B5EF4-FFF2-40B4-BE49-F238E27FC236}">
                  <a16:creationId xmlns:a16="http://schemas.microsoft.com/office/drawing/2014/main" id="{8DFEA9E9-EA70-8625-B119-193940AA3E6A}"/>
                </a:ext>
              </a:extLst>
            </p:cNvPr>
            <p:cNvSpPr/>
            <p:nvPr/>
          </p:nvSpPr>
          <p:spPr>
            <a:xfrm>
              <a:off x="3554709" y="407720"/>
              <a:ext cx="2872878" cy="3889928"/>
            </a:xfrm>
            <a:custGeom>
              <a:avLst/>
              <a:gdLst/>
              <a:ahLst/>
              <a:cxnLst/>
              <a:rect l="l" t="t" r="r" b="b"/>
              <a:pathLst>
                <a:path w="2872878" h="3889928" extrusionOk="0">
                  <a:moveTo>
                    <a:pt x="2803491" y="3881587"/>
                  </a:moveTo>
                  <a:lnTo>
                    <a:pt x="69388" y="2304837"/>
                  </a:lnTo>
                  <a:cubicBezTo>
                    <a:pt x="31315" y="2282785"/>
                    <a:pt x="0" y="2223471"/>
                    <a:pt x="0" y="2172332"/>
                  </a:cubicBezTo>
                  <a:lnTo>
                    <a:pt x="0" y="60716"/>
                  </a:lnTo>
                  <a:cubicBezTo>
                    <a:pt x="0" y="9673"/>
                    <a:pt x="31125" y="-13806"/>
                    <a:pt x="69388" y="8342"/>
                  </a:cubicBezTo>
                  <a:lnTo>
                    <a:pt x="2803491" y="1584711"/>
                  </a:lnTo>
                  <a:cubicBezTo>
                    <a:pt x="2841564" y="1606763"/>
                    <a:pt x="2872879" y="1666077"/>
                    <a:pt x="2872879" y="1717216"/>
                  </a:cubicBezTo>
                  <a:lnTo>
                    <a:pt x="2872879" y="3829212"/>
                  </a:lnTo>
                  <a:cubicBezTo>
                    <a:pt x="2872879" y="3880256"/>
                    <a:pt x="2841850" y="3903734"/>
                    <a:pt x="2803491" y="3881587"/>
                  </a:cubicBezTo>
                  <a:close/>
                </a:path>
              </a:pathLst>
            </a:custGeom>
            <a:solidFill>
              <a:srgbClr val="E4E7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60;p24">
              <a:extLst>
                <a:ext uri="{FF2B5EF4-FFF2-40B4-BE49-F238E27FC236}">
                  <a16:creationId xmlns:a16="http://schemas.microsoft.com/office/drawing/2014/main" id="{DF7B860E-78CC-0313-64AF-AA3DED7495B3}"/>
                </a:ext>
              </a:extLst>
            </p:cNvPr>
            <p:cNvSpPr/>
            <p:nvPr/>
          </p:nvSpPr>
          <p:spPr>
            <a:xfrm>
              <a:off x="3549854" y="410477"/>
              <a:ext cx="2872973" cy="3889886"/>
            </a:xfrm>
            <a:custGeom>
              <a:avLst/>
              <a:gdLst/>
              <a:ahLst/>
              <a:cxnLst/>
              <a:rect l="l" t="t" r="r" b="b"/>
              <a:pathLst>
                <a:path w="2872973" h="3889886" extrusionOk="0">
                  <a:moveTo>
                    <a:pt x="2803491" y="3881587"/>
                  </a:moveTo>
                  <a:lnTo>
                    <a:pt x="69483" y="2305217"/>
                  </a:lnTo>
                  <a:cubicBezTo>
                    <a:pt x="31410" y="2283070"/>
                    <a:pt x="0" y="2223756"/>
                    <a:pt x="0" y="2172713"/>
                  </a:cubicBezTo>
                  <a:lnTo>
                    <a:pt x="0" y="60716"/>
                  </a:lnTo>
                  <a:cubicBezTo>
                    <a:pt x="0" y="9673"/>
                    <a:pt x="31124" y="-13806"/>
                    <a:pt x="69483" y="8342"/>
                  </a:cubicBezTo>
                  <a:lnTo>
                    <a:pt x="2803491" y="1584711"/>
                  </a:lnTo>
                  <a:cubicBezTo>
                    <a:pt x="2841564" y="1606764"/>
                    <a:pt x="2872974" y="1666077"/>
                    <a:pt x="2872974" y="1717121"/>
                  </a:cubicBezTo>
                  <a:lnTo>
                    <a:pt x="2872974" y="3829212"/>
                  </a:lnTo>
                  <a:cubicBezTo>
                    <a:pt x="2872974" y="3879971"/>
                    <a:pt x="2841849" y="3903734"/>
                    <a:pt x="2803491" y="3881587"/>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1;p24">
              <a:extLst>
                <a:ext uri="{FF2B5EF4-FFF2-40B4-BE49-F238E27FC236}">
                  <a16:creationId xmlns:a16="http://schemas.microsoft.com/office/drawing/2014/main" id="{7562960E-04DC-2642-229B-0D5E7B1BB432}"/>
                </a:ext>
              </a:extLst>
            </p:cNvPr>
            <p:cNvSpPr/>
            <p:nvPr/>
          </p:nvSpPr>
          <p:spPr>
            <a:xfrm>
              <a:off x="3584596" y="456003"/>
              <a:ext cx="2802063" cy="3707642"/>
            </a:xfrm>
            <a:custGeom>
              <a:avLst/>
              <a:gdLst/>
              <a:ahLst/>
              <a:cxnLst/>
              <a:rect l="l" t="t" r="r" b="b"/>
              <a:pathLst>
                <a:path w="2802063" h="3707642" extrusionOk="0">
                  <a:moveTo>
                    <a:pt x="2800636" y="3707643"/>
                  </a:moveTo>
                  <a:lnTo>
                    <a:pt x="0" y="2092872"/>
                  </a:lnTo>
                  <a:lnTo>
                    <a:pt x="1428" y="23650"/>
                  </a:lnTo>
                  <a:cubicBezTo>
                    <a:pt x="1428" y="2453"/>
                    <a:pt x="16371" y="-6102"/>
                    <a:pt x="34742" y="4639"/>
                  </a:cubicBezTo>
                  <a:lnTo>
                    <a:pt x="2768750" y="1580818"/>
                  </a:lnTo>
                  <a:cubicBezTo>
                    <a:pt x="2788395" y="1593631"/>
                    <a:pt x="2800769" y="1615018"/>
                    <a:pt x="2802063" y="1638421"/>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2;p24">
              <a:extLst>
                <a:ext uri="{FF2B5EF4-FFF2-40B4-BE49-F238E27FC236}">
                  <a16:creationId xmlns:a16="http://schemas.microsoft.com/office/drawing/2014/main" id="{2AEC885B-32B4-DC04-5423-EB5BE342C748}"/>
                </a:ext>
              </a:extLst>
            </p:cNvPr>
            <p:cNvSpPr/>
            <p:nvPr/>
          </p:nvSpPr>
          <p:spPr>
            <a:xfrm>
              <a:off x="3711283" y="669187"/>
              <a:ext cx="283071" cy="477189"/>
            </a:xfrm>
            <a:custGeom>
              <a:avLst/>
              <a:gdLst/>
              <a:ahLst/>
              <a:cxnLst/>
              <a:rect l="l" t="t" r="r" b="b"/>
              <a:pathLst>
                <a:path w="283071" h="477189" extrusionOk="0">
                  <a:moveTo>
                    <a:pt x="268604" y="475462"/>
                  </a:moveTo>
                  <a:lnTo>
                    <a:pt x="14468" y="328699"/>
                  </a:lnTo>
                  <a:cubicBezTo>
                    <a:pt x="5540" y="322277"/>
                    <a:pt x="181" y="312023"/>
                    <a:pt x="0" y="301038"/>
                  </a:cubicBezTo>
                  <a:lnTo>
                    <a:pt x="0" y="12646"/>
                  </a:lnTo>
                  <a:cubicBezTo>
                    <a:pt x="0" y="2000"/>
                    <a:pt x="6472" y="-2848"/>
                    <a:pt x="14468" y="1715"/>
                  </a:cubicBezTo>
                  <a:lnTo>
                    <a:pt x="268604" y="148572"/>
                  </a:lnTo>
                  <a:cubicBezTo>
                    <a:pt x="277551" y="154933"/>
                    <a:pt x="282919" y="165172"/>
                    <a:pt x="283071" y="176138"/>
                  </a:cubicBezTo>
                  <a:lnTo>
                    <a:pt x="283071" y="464531"/>
                  </a:lnTo>
                  <a:cubicBezTo>
                    <a:pt x="283071" y="474986"/>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3;p24">
              <a:extLst>
                <a:ext uri="{FF2B5EF4-FFF2-40B4-BE49-F238E27FC236}">
                  <a16:creationId xmlns:a16="http://schemas.microsoft.com/office/drawing/2014/main" id="{E48E0408-7D6E-95B5-4579-34BFDAE93AA2}"/>
                </a:ext>
              </a:extLst>
            </p:cNvPr>
            <p:cNvSpPr/>
            <p:nvPr/>
          </p:nvSpPr>
          <p:spPr>
            <a:xfrm>
              <a:off x="4063456" y="872696"/>
              <a:ext cx="283832" cy="477419"/>
            </a:xfrm>
            <a:custGeom>
              <a:avLst/>
              <a:gdLst/>
              <a:ahLst/>
              <a:cxnLst/>
              <a:rect l="l" t="t" r="r" b="b"/>
              <a:pathLst>
                <a:path w="283832" h="477419" extrusionOk="0">
                  <a:moveTo>
                    <a:pt x="269365" y="475462"/>
                  </a:moveTo>
                  <a:lnTo>
                    <a:pt x="14468" y="328509"/>
                  </a:lnTo>
                  <a:cubicBezTo>
                    <a:pt x="5540" y="322087"/>
                    <a:pt x="181" y="311833"/>
                    <a:pt x="0" y="300848"/>
                  </a:cubicBezTo>
                  <a:lnTo>
                    <a:pt x="0" y="12646"/>
                  </a:lnTo>
                  <a:cubicBezTo>
                    <a:pt x="0" y="2000"/>
                    <a:pt x="6472" y="-2848"/>
                    <a:pt x="14468" y="1715"/>
                  </a:cubicBezTo>
                  <a:lnTo>
                    <a:pt x="269080" y="148572"/>
                  </a:lnTo>
                  <a:cubicBezTo>
                    <a:pt x="278217" y="154931"/>
                    <a:pt x="283709" y="165305"/>
                    <a:pt x="283833" y="176423"/>
                  </a:cubicBezTo>
                  <a:lnTo>
                    <a:pt x="283833" y="464531"/>
                  </a:lnTo>
                  <a:cubicBezTo>
                    <a:pt x="283833" y="475177"/>
                    <a:pt x="277360" y="480595"/>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4;p24">
              <a:extLst>
                <a:ext uri="{FF2B5EF4-FFF2-40B4-BE49-F238E27FC236}">
                  <a16:creationId xmlns:a16="http://schemas.microsoft.com/office/drawing/2014/main" id="{46B08F56-3633-7057-E645-2F3F7296D586}"/>
                </a:ext>
              </a:extLst>
            </p:cNvPr>
            <p:cNvSpPr/>
            <p:nvPr/>
          </p:nvSpPr>
          <p:spPr>
            <a:xfrm>
              <a:off x="4408015" y="1071223"/>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993"/>
                  </a:lnTo>
                  <a:cubicBezTo>
                    <a:pt x="278503" y="155354"/>
                    <a:pt x="283871" y="165592"/>
                    <a:pt x="284023" y="176559"/>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5;p24">
              <a:extLst>
                <a:ext uri="{FF2B5EF4-FFF2-40B4-BE49-F238E27FC236}">
                  <a16:creationId xmlns:a16="http://schemas.microsoft.com/office/drawing/2014/main" id="{0A6861C5-AD79-9C31-CBDE-0A79B6BAB7F5}"/>
                </a:ext>
              </a:extLst>
            </p:cNvPr>
            <p:cNvSpPr/>
            <p:nvPr/>
          </p:nvSpPr>
          <p:spPr>
            <a:xfrm>
              <a:off x="3711283" y="1076206"/>
              <a:ext cx="283071" cy="477216"/>
            </a:xfrm>
            <a:custGeom>
              <a:avLst/>
              <a:gdLst/>
              <a:ahLst/>
              <a:cxnLst/>
              <a:rect l="l" t="t" r="r" b="b"/>
              <a:pathLst>
                <a:path w="283071" h="477216" extrusionOk="0">
                  <a:moveTo>
                    <a:pt x="268604" y="475462"/>
                  </a:moveTo>
                  <a:lnTo>
                    <a:pt x="14468" y="328699"/>
                  </a:lnTo>
                  <a:cubicBezTo>
                    <a:pt x="5540" y="322273"/>
                    <a:pt x="181" y="312027"/>
                    <a:pt x="0" y="301038"/>
                  </a:cubicBezTo>
                  <a:lnTo>
                    <a:pt x="0" y="12646"/>
                  </a:lnTo>
                  <a:cubicBezTo>
                    <a:pt x="0" y="2000"/>
                    <a:pt x="6472" y="-2848"/>
                    <a:pt x="14468" y="1715"/>
                  </a:cubicBezTo>
                  <a:lnTo>
                    <a:pt x="268604" y="148477"/>
                  </a:lnTo>
                  <a:cubicBezTo>
                    <a:pt x="277532" y="154899"/>
                    <a:pt x="282891" y="165154"/>
                    <a:pt x="283071" y="176138"/>
                  </a:cubicBezTo>
                  <a:lnTo>
                    <a:pt x="283071" y="464531"/>
                  </a:lnTo>
                  <a:cubicBezTo>
                    <a:pt x="283071" y="475177"/>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6;p24">
              <a:extLst>
                <a:ext uri="{FF2B5EF4-FFF2-40B4-BE49-F238E27FC236}">
                  <a16:creationId xmlns:a16="http://schemas.microsoft.com/office/drawing/2014/main" id="{7792CA2E-0AC0-9868-73EE-0D9A6FB4D58C}"/>
                </a:ext>
              </a:extLst>
            </p:cNvPr>
            <p:cNvSpPr/>
            <p:nvPr/>
          </p:nvSpPr>
          <p:spPr>
            <a:xfrm>
              <a:off x="4063456" y="1279716"/>
              <a:ext cx="283556" cy="477216"/>
            </a:xfrm>
            <a:custGeom>
              <a:avLst/>
              <a:gdLst/>
              <a:ahLst/>
              <a:cxnLst/>
              <a:rect l="l" t="t" r="r" b="b"/>
              <a:pathLst>
                <a:path w="283556" h="477216" extrusionOk="0">
                  <a:moveTo>
                    <a:pt x="269365" y="475462"/>
                  </a:moveTo>
                  <a:lnTo>
                    <a:pt x="14468" y="328699"/>
                  </a:lnTo>
                  <a:cubicBezTo>
                    <a:pt x="5540" y="322273"/>
                    <a:pt x="181" y="312027"/>
                    <a:pt x="0" y="301038"/>
                  </a:cubicBezTo>
                  <a:lnTo>
                    <a:pt x="0" y="12646"/>
                  </a:lnTo>
                  <a:cubicBezTo>
                    <a:pt x="0" y="2000"/>
                    <a:pt x="6472" y="-2848"/>
                    <a:pt x="14468" y="1715"/>
                  </a:cubicBezTo>
                  <a:lnTo>
                    <a:pt x="269080" y="148477"/>
                  </a:lnTo>
                  <a:cubicBezTo>
                    <a:pt x="278008" y="154903"/>
                    <a:pt x="283366" y="165150"/>
                    <a:pt x="283547" y="176138"/>
                  </a:cubicBezTo>
                  <a:lnTo>
                    <a:pt x="283547" y="464531"/>
                  </a:lnTo>
                  <a:cubicBezTo>
                    <a:pt x="283833" y="475177"/>
                    <a:pt x="277360" y="480119"/>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7;p24">
              <a:extLst>
                <a:ext uri="{FF2B5EF4-FFF2-40B4-BE49-F238E27FC236}">
                  <a16:creationId xmlns:a16="http://schemas.microsoft.com/office/drawing/2014/main" id="{E6D2AF8E-6D8A-23AC-80BE-A5D037DA0AA6}"/>
                </a:ext>
              </a:extLst>
            </p:cNvPr>
            <p:cNvSpPr/>
            <p:nvPr/>
          </p:nvSpPr>
          <p:spPr>
            <a:xfrm>
              <a:off x="4098484" y="1260570"/>
              <a:ext cx="283570" cy="477216"/>
            </a:xfrm>
            <a:custGeom>
              <a:avLst/>
              <a:gdLst/>
              <a:ahLst/>
              <a:cxnLst/>
              <a:rect l="l" t="t" r="r" b="b"/>
              <a:pathLst>
                <a:path w="283570" h="477216" extrusionOk="0">
                  <a:moveTo>
                    <a:pt x="269079" y="475502"/>
                  </a:moveTo>
                  <a:lnTo>
                    <a:pt x="14468" y="328644"/>
                  </a:lnTo>
                  <a:cubicBezTo>
                    <a:pt x="5521" y="322285"/>
                    <a:pt x="152" y="312048"/>
                    <a:pt x="0" y="301079"/>
                  </a:cubicBezTo>
                  <a:lnTo>
                    <a:pt x="0" y="12686"/>
                  </a:lnTo>
                  <a:cubicBezTo>
                    <a:pt x="0" y="2040"/>
                    <a:pt x="6472" y="-2903"/>
                    <a:pt x="14468" y="1755"/>
                  </a:cubicBezTo>
                  <a:lnTo>
                    <a:pt x="269079" y="148518"/>
                  </a:lnTo>
                  <a:cubicBezTo>
                    <a:pt x="278008" y="154943"/>
                    <a:pt x="283366" y="165190"/>
                    <a:pt x="283547" y="176178"/>
                  </a:cubicBezTo>
                  <a:lnTo>
                    <a:pt x="283547" y="464571"/>
                  </a:lnTo>
                  <a:cubicBezTo>
                    <a:pt x="284023" y="475217"/>
                    <a:pt x="277075" y="480065"/>
                    <a:pt x="269079" y="47550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8;p24">
              <a:extLst>
                <a:ext uri="{FF2B5EF4-FFF2-40B4-BE49-F238E27FC236}">
                  <a16:creationId xmlns:a16="http://schemas.microsoft.com/office/drawing/2014/main" id="{39DF8387-DE13-A7CA-EA56-ED391F10345E}"/>
                </a:ext>
              </a:extLst>
            </p:cNvPr>
            <p:cNvSpPr/>
            <p:nvPr/>
          </p:nvSpPr>
          <p:spPr>
            <a:xfrm>
              <a:off x="4408015" y="1478241"/>
              <a:ext cx="284023" cy="477161"/>
            </a:xfrm>
            <a:custGeom>
              <a:avLst/>
              <a:gdLst/>
              <a:ahLst/>
              <a:cxnLst/>
              <a:rect l="l" t="t" r="r" b="b"/>
              <a:pathLst>
                <a:path w="284023" h="477161" extrusionOk="0">
                  <a:moveTo>
                    <a:pt x="269556" y="475409"/>
                  </a:moveTo>
                  <a:lnTo>
                    <a:pt x="14468" y="328646"/>
                  </a:lnTo>
                  <a:cubicBezTo>
                    <a:pt x="5521" y="322287"/>
                    <a:pt x="152" y="312050"/>
                    <a:pt x="0" y="301080"/>
                  </a:cubicBezTo>
                  <a:lnTo>
                    <a:pt x="0" y="12593"/>
                  </a:lnTo>
                  <a:cubicBezTo>
                    <a:pt x="0" y="2042"/>
                    <a:pt x="6472" y="-2901"/>
                    <a:pt x="14468" y="1757"/>
                  </a:cubicBezTo>
                  <a:lnTo>
                    <a:pt x="269556" y="148519"/>
                  </a:lnTo>
                  <a:cubicBezTo>
                    <a:pt x="278503" y="154878"/>
                    <a:pt x="283871" y="165116"/>
                    <a:pt x="284023" y="176085"/>
                  </a:cubicBezTo>
                  <a:lnTo>
                    <a:pt x="284023" y="464382"/>
                  </a:lnTo>
                  <a:cubicBezTo>
                    <a:pt x="283547" y="475124"/>
                    <a:pt x="277075" y="480066"/>
                    <a:pt x="269556"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69;p24">
              <a:extLst>
                <a:ext uri="{FF2B5EF4-FFF2-40B4-BE49-F238E27FC236}">
                  <a16:creationId xmlns:a16="http://schemas.microsoft.com/office/drawing/2014/main" id="{378EACCF-514C-6A06-ABE5-A48FA9DC3BB4}"/>
                </a:ext>
              </a:extLst>
            </p:cNvPr>
            <p:cNvSpPr/>
            <p:nvPr/>
          </p:nvSpPr>
          <p:spPr>
            <a:xfrm>
              <a:off x="3711283" y="1491834"/>
              <a:ext cx="283071" cy="477165"/>
            </a:xfrm>
            <a:custGeom>
              <a:avLst/>
              <a:gdLst/>
              <a:ahLst/>
              <a:cxnLst/>
              <a:rect l="l" t="t" r="r" b="b"/>
              <a:pathLst>
                <a:path w="283071" h="477165" extrusionOk="0">
                  <a:moveTo>
                    <a:pt x="268604" y="475409"/>
                  </a:moveTo>
                  <a:lnTo>
                    <a:pt x="14468" y="328646"/>
                  </a:lnTo>
                  <a:cubicBezTo>
                    <a:pt x="5521" y="322287"/>
                    <a:pt x="152" y="312050"/>
                    <a:pt x="0" y="301080"/>
                  </a:cubicBezTo>
                  <a:lnTo>
                    <a:pt x="0" y="12593"/>
                  </a:lnTo>
                  <a:cubicBezTo>
                    <a:pt x="0" y="2042"/>
                    <a:pt x="6472" y="-2901"/>
                    <a:pt x="14468" y="1757"/>
                  </a:cubicBezTo>
                  <a:lnTo>
                    <a:pt x="268604" y="148519"/>
                  </a:lnTo>
                  <a:cubicBezTo>
                    <a:pt x="277551" y="154878"/>
                    <a:pt x="282919" y="165116"/>
                    <a:pt x="283071" y="176085"/>
                  </a:cubicBezTo>
                  <a:lnTo>
                    <a:pt x="283071" y="464573"/>
                  </a:lnTo>
                  <a:cubicBezTo>
                    <a:pt x="283071" y="475123"/>
                    <a:pt x="276599" y="480066"/>
                    <a:pt x="268604"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70;p24">
              <a:extLst>
                <a:ext uri="{FF2B5EF4-FFF2-40B4-BE49-F238E27FC236}">
                  <a16:creationId xmlns:a16="http://schemas.microsoft.com/office/drawing/2014/main" id="{730D33D5-B1FB-CDD6-5470-3A23D7546A30}"/>
                </a:ext>
              </a:extLst>
            </p:cNvPr>
            <p:cNvSpPr/>
            <p:nvPr/>
          </p:nvSpPr>
          <p:spPr>
            <a:xfrm>
              <a:off x="3711283" y="1946286"/>
              <a:ext cx="980755" cy="657383"/>
            </a:xfrm>
            <a:custGeom>
              <a:avLst/>
              <a:gdLst/>
              <a:ahLst/>
              <a:cxnLst/>
              <a:rect l="l" t="t" r="r" b="b"/>
              <a:pathLst>
                <a:path w="980755" h="657383" extrusionOk="0">
                  <a:moveTo>
                    <a:pt x="966288" y="655629"/>
                  </a:moveTo>
                  <a:lnTo>
                    <a:pt x="14468" y="106884"/>
                  </a:lnTo>
                  <a:cubicBezTo>
                    <a:pt x="5540" y="100458"/>
                    <a:pt x="181" y="90212"/>
                    <a:pt x="0" y="79224"/>
                  </a:cubicBezTo>
                  <a:lnTo>
                    <a:pt x="0" y="12686"/>
                  </a:lnTo>
                  <a:cubicBezTo>
                    <a:pt x="0" y="2040"/>
                    <a:pt x="6472" y="-2903"/>
                    <a:pt x="14468" y="1755"/>
                  </a:cubicBezTo>
                  <a:lnTo>
                    <a:pt x="966288" y="550594"/>
                  </a:lnTo>
                  <a:cubicBezTo>
                    <a:pt x="975235" y="556954"/>
                    <a:pt x="980603" y="567191"/>
                    <a:pt x="980755" y="578160"/>
                  </a:cubicBezTo>
                  <a:lnTo>
                    <a:pt x="980755" y="644698"/>
                  </a:lnTo>
                  <a:cubicBezTo>
                    <a:pt x="980280" y="655344"/>
                    <a:pt x="973807" y="660286"/>
                    <a:pt x="966288" y="65562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2" name="Google Shape;1071;p24">
              <a:extLst>
                <a:ext uri="{FF2B5EF4-FFF2-40B4-BE49-F238E27FC236}">
                  <a16:creationId xmlns:a16="http://schemas.microsoft.com/office/drawing/2014/main" id="{24BF66C9-3891-2589-AFDF-11C008B1BCF7}"/>
                </a:ext>
              </a:extLst>
            </p:cNvPr>
            <p:cNvSpPr/>
            <p:nvPr/>
          </p:nvSpPr>
          <p:spPr>
            <a:xfrm>
              <a:off x="3715090" y="2139055"/>
              <a:ext cx="732044" cy="480371"/>
            </a:xfrm>
            <a:custGeom>
              <a:avLst/>
              <a:gdLst/>
              <a:ahLst/>
              <a:cxnLst/>
              <a:rect l="l" t="t" r="r" b="b"/>
              <a:pathLst>
                <a:path w="732044" h="480371" extrusionOk="0">
                  <a:moveTo>
                    <a:pt x="717577" y="478449"/>
                  </a:moveTo>
                  <a:lnTo>
                    <a:pt x="14468" y="73425"/>
                  </a:lnTo>
                  <a:cubicBezTo>
                    <a:pt x="5521" y="67066"/>
                    <a:pt x="152" y="56829"/>
                    <a:pt x="0" y="45860"/>
                  </a:cubicBezTo>
                  <a:lnTo>
                    <a:pt x="0" y="12686"/>
                  </a:lnTo>
                  <a:cubicBezTo>
                    <a:pt x="0" y="2040"/>
                    <a:pt x="6472" y="-2903"/>
                    <a:pt x="14468" y="1755"/>
                  </a:cubicBezTo>
                  <a:lnTo>
                    <a:pt x="717577" y="407064"/>
                  </a:lnTo>
                  <a:cubicBezTo>
                    <a:pt x="726505" y="413489"/>
                    <a:pt x="731864" y="423736"/>
                    <a:pt x="732045" y="434724"/>
                  </a:cubicBezTo>
                  <a:lnTo>
                    <a:pt x="732045" y="467708"/>
                  </a:lnTo>
                  <a:cubicBezTo>
                    <a:pt x="732045" y="478449"/>
                    <a:pt x="725572" y="483392"/>
                    <a:pt x="717577" y="47844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2;p24">
              <a:extLst>
                <a:ext uri="{FF2B5EF4-FFF2-40B4-BE49-F238E27FC236}">
                  <a16:creationId xmlns:a16="http://schemas.microsoft.com/office/drawing/2014/main" id="{62749BA5-5634-69B3-5B4E-90517B2DEE8A}"/>
                </a:ext>
              </a:extLst>
            </p:cNvPr>
            <p:cNvSpPr/>
            <p:nvPr/>
          </p:nvSpPr>
          <p:spPr>
            <a:xfrm>
              <a:off x="3715090" y="2264376"/>
              <a:ext cx="732044" cy="480312"/>
            </a:xfrm>
            <a:custGeom>
              <a:avLst/>
              <a:gdLst/>
              <a:ahLst/>
              <a:cxnLst/>
              <a:rect l="l" t="t" r="r" b="b"/>
              <a:pathLst>
                <a:path w="732044" h="480312" extrusionOk="0">
                  <a:moveTo>
                    <a:pt x="717577" y="478598"/>
                  </a:moveTo>
                  <a:lnTo>
                    <a:pt x="14468" y="73195"/>
                  </a:lnTo>
                  <a:cubicBezTo>
                    <a:pt x="5521" y="66836"/>
                    <a:pt x="152" y="56599"/>
                    <a:pt x="0" y="45629"/>
                  </a:cubicBezTo>
                  <a:lnTo>
                    <a:pt x="0" y="12646"/>
                  </a:lnTo>
                  <a:cubicBezTo>
                    <a:pt x="0" y="2000"/>
                    <a:pt x="6472" y="-2848"/>
                    <a:pt x="14468" y="1715"/>
                  </a:cubicBezTo>
                  <a:lnTo>
                    <a:pt x="717577" y="407023"/>
                  </a:lnTo>
                  <a:cubicBezTo>
                    <a:pt x="726505" y="413449"/>
                    <a:pt x="731864" y="423696"/>
                    <a:pt x="732045" y="434684"/>
                  </a:cubicBezTo>
                  <a:lnTo>
                    <a:pt x="732045" y="467667"/>
                  </a:lnTo>
                  <a:cubicBezTo>
                    <a:pt x="732045" y="478313"/>
                    <a:pt x="725572" y="483161"/>
                    <a:pt x="717577" y="4785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3;p24">
              <a:extLst>
                <a:ext uri="{FF2B5EF4-FFF2-40B4-BE49-F238E27FC236}">
                  <a16:creationId xmlns:a16="http://schemas.microsoft.com/office/drawing/2014/main" id="{8AE96269-6260-4F7E-B6E1-E24B774E96EA}"/>
                </a:ext>
              </a:extLst>
            </p:cNvPr>
            <p:cNvSpPr/>
            <p:nvPr/>
          </p:nvSpPr>
          <p:spPr>
            <a:xfrm>
              <a:off x="3715090" y="2389467"/>
              <a:ext cx="599361" cy="403889"/>
            </a:xfrm>
            <a:custGeom>
              <a:avLst/>
              <a:gdLst/>
              <a:ahLst/>
              <a:cxnLst/>
              <a:rect l="l" t="t" r="r" b="b"/>
              <a:pathLst>
                <a:path w="599361" h="403889" extrusionOk="0">
                  <a:moveTo>
                    <a:pt x="584893" y="402175"/>
                  </a:moveTo>
                  <a:lnTo>
                    <a:pt x="14468" y="73195"/>
                  </a:lnTo>
                  <a:cubicBezTo>
                    <a:pt x="5521" y="66836"/>
                    <a:pt x="152" y="56599"/>
                    <a:pt x="0" y="45629"/>
                  </a:cubicBezTo>
                  <a:lnTo>
                    <a:pt x="0" y="12646"/>
                  </a:lnTo>
                  <a:cubicBezTo>
                    <a:pt x="0" y="2000"/>
                    <a:pt x="6472" y="-2848"/>
                    <a:pt x="14468" y="1715"/>
                  </a:cubicBezTo>
                  <a:lnTo>
                    <a:pt x="584893" y="330600"/>
                  </a:lnTo>
                  <a:cubicBezTo>
                    <a:pt x="593822" y="337026"/>
                    <a:pt x="599180" y="347272"/>
                    <a:pt x="599361" y="358261"/>
                  </a:cubicBezTo>
                  <a:lnTo>
                    <a:pt x="599361" y="391244"/>
                  </a:lnTo>
                  <a:cubicBezTo>
                    <a:pt x="599361" y="401890"/>
                    <a:pt x="592889" y="406738"/>
                    <a:pt x="584893" y="402175"/>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4;p24">
              <a:extLst>
                <a:ext uri="{FF2B5EF4-FFF2-40B4-BE49-F238E27FC236}">
                  <a16:creationId xmlns:a16="http://schemas.microsoft.com/office/drawing/2014/main" id="{E0CDE917-3093-9E25-0387-8CC07AE42535}"/>
                </a:ext>
              </a:extLst>
            </p:cNvPr>
            <p:cNvSpPr/>
            <p:nvPr/>
          </p:nvSpPr>
          <p:spPr>
            <a:xfrm>
              <a:off x="4855752" y="2612272"/>
              <a:ext cx="1403078" cy="900663"/>
            </a:xfrm>
            <a:custGeom>
              <a:avLst/>
              <a:gdLst/>
              <a:ahLst/>
              <a:cxnLst/>
              <a:rect l="l" t="t" r="r" b="b"/>
              <a:pathLst>
                <a:path w="1403078" h="900663" extrusionOk="0">
                  <a:moveTo>
                    <a:pt x="1388610" y="898735"/>
                  </a:moveTo>
                  <a:lnTo>
                    <a:pt x="14468" y="106749"/>
                  </a:lnTo>
                  <a:cubicBezTo>
                    <a:pt x="5520" y="100390"/>
                    <a:pt x="152" y="90152"/>
                    <a:pt x="0" y="79183"/>
                  </a:cubicBezTo>
                  <a:lnTo>
                    <a:pt x="0" y="12646"/>
                  </a:lnTo>
                  <a:cubicBezTo>
                    <a:pt x="0" y="2000"/>
                    <a:pt x="6472" y="-2848"/>
                    <a:pt x="14468" y="1715"/>
                  </a:cubicBezTo>
                  <a:lnTo>
                    <a:pt x="1388610" y="794177"/>
                  </a:lnTo>
                  <a:cubicBezTo>
                    <a:pt x="1397557" y="800536"/>
                    <a:pt x="1402926" y="810773"/>
                    <a:pt x="1403078" y="821742"/>
                  </a:cubicBezTo>
                  <a:lnTo>
                    <a:pt x="1403078" y="888280"/>
                  </a:lnTo>
                  <a:cubicBezTo>
                    <a:pt x="1403078" y="898735"/>
                    <a:pt x="1396606" y="903678"/>
                    <a:pt x="1388610" y="898735"/>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5;p24">
              <a:extLst>
                <a:ext uri="{FF2B5EF4-FFF2-40B4-BE49-F238E27FC236}">
                  <a16:creationId xmlns:a16="http://schemas.microsoft.com/office/drawing/2014/main" id="{A62082D8-B2FB-2DCE-73BB-CD246274B8B9}"/>
                </a:ext>
              </a:extLst>
            </p:cNvPr>
            <p:cNvSpPr/>
            <p:nvPr/>
          </p:nvSpPr>
          <p:spPr>
            <a:xfrm>
              <a:off x="4860130" y="2805136"/>
              <a:ext cx="1263255" cy="786670"/>
            </a:xfrm>
            <a:custGeom>
              <a:avLst/>
              <a:gdLst/>
              <a:ahLst/>
              <a:cxnLst/>
              <a:rect l="l" t="t" r="r" b="b"/>
              <a:pathLst>
                <a:path w="1263255" h="786670" extrusionOk="0">
                  <a:moveTo>
                    <a:pt x="1248788" y="784956"/>
                  </a:moveTo>
                  <a:lnTo>
                    <a:pt x="14468" y="73195"/>
                  </a:lnTo>
                  <a:cubicBezTo>
                    <a:pt x="5521" y="66836"/>
                    <a:pt x="152" y="56599"/>
                    <a:pt x="0" y="45629"/>
                  </a:cubicBezTo>
                  <a:lnTo>
                    <a:pt x="0" y="12646"/>
                  </a:lnTo>
                  <a:cubicBezTo>
                    <a:pt x="0" y="2000"/>
                    <a:pt x="6472" y="-2848"/>
                    <a:pt x="14468" y="1715"/>
                  </a:cubicBezTo>
                  <a:lnTo>
                    <a:pt x="1248788" y="713381"/>
                  </a:lnTo>
                  <a:cubicBezTo>
                    <a:pt x="1257716" y="719807"/>
                    <a:pt x="1263075" y="730053"/>
                    <a:pt x="1263256" y="741042"/>
                  </a:cubicBezTo>
                  <a:lnTo>
                    <a:pt x="1263256" y="774025"/>
                  </a:lnTo>
                  <a:cubicBezTo>
                    <a:pt x="1263256" y="784671"/>
                    <a:pt x="1256783" y="78951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7" name="Google Shape;1076;p24">
              <a:extLst>
                <a:ext uri="{FF2B5EF4-FFF2-40B4-BE49-F238E27FC236}">
                  <a16:creationId xmlns:a16="http://schemas.microsoft.com/office/drawing/2014/main" id="{FB353129-884B-8705-C99A-578CA335C3F4}"/>
                </a:ext>
              </a:extLst>
            </p:cNvPr>
            <p:cNvSpPr/>
            <p:nvPr/>
          </p:nvSpPr>
          <p:spPr>
            <a:xfrm>
              <a:off x="4860130" y="2930227"/>
              <a:ext cx="1263255" cy="786839"/>
            </a:xfrm>
            <a:custGeom>
              <a:avLst/>
              <a:gdLst/>
              <a:ahLst/>
              <a:cxnLst/>
              <a:rect l="l" t="t" r="r" b="b"/>
              <a:pathLst>
                <a:path w="1263255" h="786839" extrusionOk="0">
                  <a:moveTo>
                    <a:pt x="1248788" y="784956"/>
                  </a:moveTo>
                  <a:lnTo>
                    <a:pt x="14468" y="73290"/>
                  </a:lnTo>
                  <a:cubicBezTo>
                    <a:pt x="5540" y="66864"/>
                    <a:pt x="181" y="56617"/>
                    <a:pt x="0" y="45629"/>
                  </a:cubicBezTo>
                  <a:lnTo>
                    <a:pt x="0" y="12646"/>
                  </a:lnTo>
                  <a:cubicBezTo>
                    <a:pt x="0" y="2000"/>
                    <a:pt x="6472" y="-2848"/>
                    <a:pt x="14468" y="1714"/>
                  </a:cubicBezTo>
                  <a:lnTo>
                    <a:pt x="1248788" y="713856"/>
                  </a:lnTo>
                  <a:cubicBezTo>
                    <a:pt x="1257735" y="720215"/>
                    <a:pt x="1263104" y="730453"/>
                    <a:pt x="1263256" y="741422"/>
                  </a:cubicBezTo>
                  <a:lnTo>
                    <a:pt x="1263256" y="774405"/>
                  </a:lnTo>
                  <a:cubicBezTo>
                    <a:pt x="1263256" y="784671"/>
                    <a:pt x="1256783" y="78989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8" name="Google Shape;1077;p24">
              <a:extLst>
                <a:ext uri="{FF2B5EF4-FFF2-40B4-BE49-F238E27FC236}">
                  <a16:creationId xmlns:a16="http://schemas.microsoft.com/office/drawing/2014/main" id="{B69CD6EC-CC51-3439-7578-C80B70B67929}"/>
                </a:ext>
              </a:extLst>
            </p:cNvPr>
            <p:cNvSpPr/>
            <p:nvPr/>
          </p:nvSpPr>
          <p:spPr>
            <a:xfrm>
              <a:off x="4860130" y="3055222"/>
              <a:ext cx="1034438" cy="654829"/>
            </a:xfrm>
            <a:custGeom>
              <a:avLst/>
              <a:gdLst/>
              <a:ahLst/>
              <a:cxnLst/>
              <a:rect l="l" t="t" r="r" b="b"/>
              <a:pathLst>
                <a:path w="1034438" h="654829" extrusionOk="0">
                  <a:moveTo>
                    <a:pt x="1019971" y="653117"/>
                  </a:moveTo>
                  <a:lnTo>
                    <a:pt x="14468" y="73290"/>
                  </a:lnTo>
                  <a:cubicBezTo>
                    <a:pt x="5540" y="66864"/>
                    <a:pt x="181" y="56618"/>
                    <a:pt x="0" y="45629"/>
                  </a:cubicBezTo>
                  <a:lnTo>
                    <a:pt x="0" y="12646"/>
                  </a:lnTo>
                  <a:cubicBezTo>
                    <a:pt x="0" y="2000"/>
                    <a:pt x="6472" y="-2848"/>
                    <a:pt x="14468" y="1715"/>
                  </a:cubicBezTo>
                  <a:lnTo>
                    <a:pt x="1019971" y="581542"/>
                  </a:lnTo>
                  <a:cubicBezTo>
                    <a:pt x="1028880" y="587929"/>
                    <a:pt x="1034248" y="598157"/>
                    <a:pt x="1034438" y="609107"/>
                  </a:cubicBezTo>
                  <a:lnTo>
                    <a:pt x="1034438" y="642091"/>
                  </a:lnTo>
                  <a:cubicBezTo>
                    <a:pt x="1034438" y="652832"/>
                    <a:pt x="1027871" y="657679"/>
                    <a:pt x="1019971" y="65311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8;p24">
              <a:extLst>
                <a:ext uri="{FF2B5EF4-FFF2-40B4-BE49-F238E27FC236}">
                  <a16:creationId xmlns:a16="http://schemas.microsoft.com/office/drawing/2014/main" id="{578F37F2-339C-80B7-7A0B-3659F1B467AB}"/>
                </a:ext>
              </a:extLst>
            </p:cNvPr>
            <p:cNvSpPr/>
            <p:nvPr/>
          </p:nvSpPr>
          <p:spPr>
            <a:xfrm>
              <a:off x="4063456" y="1695343"/>
              <a:ext cx="283556" cy="477207"/>
            </a:xfrm>
            <a:custGeom>
              <a:avLst/>
              <a:gdLst/>
              <a:ahLst/>
              <a:cxnLst/>
              <a:rect l="l" t="t" r="r" b="b"/>
              <a:pathLst>
                <a:path w="283556" h="477207" extrusionOk="0">
                  <a:moveTo>
                    <a:pt x="269365" y="475409"/>
                  </a:moveTo>
                  <a:lnTo>
                    <a:pt x="14468" y="328646"/>
                  </a:lnTo>
                  <a:cubicBezTo>
                    <a:pt x="5521" y="322287"/>
                    <a:pt x="152" y="312050"/>
                    <a:pt x="0" y="301080"/>
                  </a:cubicBezTo>
                  <a:lnTo>
                    <a:pt x="0" y="12593"/>
                  </a:lnTo>
                  <a:cubicBezTo>
                    <a:pt x="0" y="2042"/>
                    <a:pt x="6472" y="-2901"/>
                    <a:pt x="14468" y="1757"/>
                  </a:cubicBezTo>
                  <a:lnTo>
                    <a:pt x="269080" y="148519"/>
                  </a:lnTo>
                  <a:cubicBezTo>
                    <a:pt x="278027" y="154878"/>
                    <a:pt x="283395" y="165116"/>
                    <a:pt x="283547" y="176085"/>
                  </a:cubicBezTo>
                  <a:lnTo>
                    <a:pt x="283547" y="464573"/>
                  </a:lnTo>
                  <a:cubicBezTo>
                    <a:pt x="283833" y="475409"/>
                    <a:pt x="277360" y="480066"/>
                    <a:pt x="269365"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79;p24">
              <a:extLst>
                <a:ext uri="{FF2B5EF4-FFF2-40B4-BE49-F238E27FC236}">
                  <a16:creationId xmlns:a16="http://schemas.microsoft.com/office/drawing/2014/main" id="{5DA9A8A6-D6B4-9460-F303-F9BA4A2E69FC}"/>
                </a:ext>
              </a:extLst>
            </p:cNvPr>
            <p:cNvSpPr/>
            <p:nvPr/>
          </p:nvSpPr>
          <p:spPr>
            <a:xfrm>
              <a:off x="4408015" y="1893817"/>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518"/>
                  </a:lnTo>
                  <a:cubicBezTo>
                    <a:pt x="278484" y="154943"/>
                    <a:pt x="283842" y="165190"/>
                    <a:pt x="284023" y="176178"/>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80;p24">
              <a:extLst>
                <a:ext uri="{FF2B5EF4-FFF2-40B4-BE49-F238E27FC236}">
                  <a16:creationId xmlns:a16="http://schemas.microsoft.com/office/drawing/2014/main" id="{6857B157-DEEA-A2EB-9271-2DEF3C2C6CB5}"/>
                </a:ext>
              </a:extLst>
            </p:cNvPr>
            <p:cNvSpPr/>
            <p:nvPr/>
          </p:nvSpPr>
          <p:spPr>
            <a:xfrm>
              <a:off x="4855752" y="1988490"/>
              <a:ext cx="1403078" cy="1286379"/>
            </a:xfrm>
            <a:custGeom>
              <a:avLst/>
              <a:gdLst/>
              <a:ahLst/>
              <a:cxnLst/>
              <a:rect l="l" t="t" r="r" b="b"/>
              <a:pathLst>
                <a:path w="1403078" h="1286379" extrusionOk="0">
                  <a:moveTo>
                    <a:pt x="1388610" y="1284884"/>
                  </a:moveTo>
                  <a:lnTo>
                    <a:pt x="14468" y="492137"/>
                  </a:lnTo>
                  <a:cubicBezTo>
                    <a:pt x="5520" y="485777"/>
                    <a:pt x="152" y="475540"/>
                    <a:pt x="0" y="464571"/>
                  </a:cubicBezTo>
                  <a:lnTo>
                    <a:pt x="0" y="12686"/>
                  </a:lnTo>
                  <a:cubicBezTo>
                    <a:pt x="0" y="2040"/>
                    <a:pt x="6472" y="-2903"/>
                    <a:pt x="14468" y="1755"/>
                  </a:cubicBezTo>
                  <a:lnTo>
                    <a:pt x="1388610" y="794027"/>
                  </a:lnTo>
                  <a:cubicBezTo>
                    <a:pt x="1397539" y="800452"/>
                    <a:pt x="1402897" y="810699"/>
                    <a:pt x="1403078" y="821687"/>
                  </a:cubicBezTo>
                  <a:lnTo>
                    <a:pt x="1403078" y="1273572"/>
                  </a:lnTo>
                  <a:cubicBezTo>
                    <a:pt x="1403078" y="1284218"/>
                    <a:pt x="1396606" y="1289066"/>
                    <a:pt x="1388610" y="12848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1;p24">
              <a:extLst>
                <a:ext uri="{FF2B5EF4-FFF2-40B4-BE49-F238E27FC236}">
                  <a16:creationId xmlns:a16="http://schemas.microsoft.com/office/drawing/2014/main" id="{34DFC8B6-97F1-B5EA-FB62-9EBF63FB7163}"/>
                </a:ext>
              </a:extLst>
            </p:cNvPr>
            <p:cNvSpPr/>
            <p:nvPr/>
          </p:nvSpPr>
          <p:spPr>
            <a:xfrm>
              <a:off x="4846614" y="1414848"/>
              <a:ext cx="423274" cy="545612"/>
            </a:xfrm>
            <a:custGeom>
              <a:avLst/>
              <a:gdLst/>
              <a:ahLst/>
              <a:cxnLst/>
              <a:rect l="l" t="t" r="r" b="b"/>
              <a:pathLst>
                <a:path w="423274" h="545612" extrusionOk="0">
                  <a:moveTo>
                    <a:pt x="211685" y="516844"/>
                  </a:moveTo>
                  <a:cubicBezTo>
                    <a:pt x="94991" y="449546"/>
                    <a:pt x="0" y="285389"/>
                    <a:pt x="0" y="150793"/>
                  </a:cubicBezTo>
                  <a:cubicBezTo>
                    <a:pt x="0" y="16197"/>
                    <a:pt x="95182" y="-38459"/>
                    <a:pt x="211685" y="28744"/>
                  </a:cubicBezTo>
                  <a:cubicBezTo>
                    <a:pt x="328187" y="95947"/>
                    <a:pt x="423274" y="260295"/>
                    <a:pt x="423274" y="394795"/>
                  </a:cubicBezTo>
                  <a:cubicBezTo>
                    <a:pt x="423274" y="529296"/>
                    <a:pt x="328283" y="584142"/>
                    <a:pt x="211685" y="516844"/>
                  </a:cubicBezTo>
                  <a:close/>
                  <a:moveTo>
                    <a:pt x="211685" y="99274"/>
                  </a:moveTo>
                  <a:cubicBezTo>
                    <a:pt x="128686" y="51747"/>
                    <a:pt x="61202" y="90434"/>
                    <a:pt x="61202" y="186058"/>
                  </a:cubicBezTo>
                  <a:cubicBezTo>
                    <a:pt x="61202" y="281682"/>
                    <a:pt x="128686" y="398502"/>
                    <a:pt x="211685" y="446314"/>
                  </a:cubicBezTo>
                  <a:cubicBezTo>
                    <a:pt x="294683" y="494126"/>
                    <a:pt x="362167" y="455249"/>
                    <a:pt x="362167" y="359531"/>
                  </a:cubicBezTo>
                  <a:cubicBezTo>
                    <a:pt x="362167" y="263811"/>
                    <a:pt x="294493" y="147561"/>
                    <a:pt x="211685" y="9927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2;p24">
              <a:extLst>
                <a:ext uri="{FF2B5EF4-FFF2-40B4-BE49-F238E27FC236}">
                  <a16:creationId xmlns:a16="http://schemas.microsoft.com/office/drawing/2014/main" id="{803C19AA-B9DD-2065-F0D5-D85B74675D5C}"/>
                </a:ext>
              </a:extLst>
            </p:cNvPr>
            <p:cNvSpPr/>
            <p:nvPr/>
          </p:nvSpPr>
          <p:spPr>
            <a:xfrm>
              <a:off x="4846614" y="1414848"/>
              <a:ext cx="423274" cy="545629"/>
            </a:xfrm>
            <a:custGeom>
              <a:avLst/>
              <a:gdLst/>
              <a:ahLst/>
              <a:cxnLst/>
              <a:rect l="l" t="t" r="r" b="b"/>
              <a:pathLst>
                <a:path w="423274" h="545629" extrusionOk="0">
                  <a:moveTo>
                    <a:pt x="211685" y="516844"/>
                  </a:moveTo>
                  <a:cubicBezTo>
                    <a:pt x="94991" y="449546"/>
                    <a:pt x="0" y="285389"/>
                    <a:pt x="0" y="150793"/>
                  </a:cubicBezTo>
                  <a:cubicBezTo>
                    <a:pt x="0" y="16197"/>
                    <a:pt x="95182" y="-38459"/>
                    <a:pt x="211685" y="28744"/>
                  </a:cubicBezTo>
                  <a:lnTo>
                    <a:pt x="211685" y="99274"/>
                  </a:lnTo>
                  <a:cubicBezTo>
                    <a:pt x="128686" y="51747"/>
                    <a:pt x="61202" y="90434"/>
                    <a:pt x="61202" y="186058"/>
                  </a:cubicBezTo>
                  <a:cubicBezTo>
                    <a:pt x="61202" y="281682"/>
                    <a:pt x="128686" y="398502"/>
                    <a:pt x="211685" y="446314"/>
                  </a:cubicBezTo>
                  <a:cubicBezTo>
                    <a:pt x="294683" y="494126"/>
                    <a:pt x="362167" y="455249"/>
                    <a:pt x="362167" y="359531"/>
                  </a:cubicBezTo>
                  <a:lnTo>
                    <a:pt x="423274" y="394795"/>
                  </a:lnTo>
                  <a:cubicBezTo>
                    <a:pt x="423179" y="529391"/>
                    <a:pt x="328283" y="584142"/>
                    <a:pt x="211685" y="516844"/>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3;p24">
              <a:extLst>
                <a:ext uri="{FF2B5EF4-FFF2-40B4-BE49-F238E27FC236}">
                  <a16:creationId xmlns:a16="http://schemas.microsoft.com/office/drawing/2014/main" id="{FF5CF7F0-9B44-9A57-7410-0C8332D22E78}"/>
                </a:ext>
              </a:extLst>
            </p:cNvPr>
            <p:cNvSpPr/>
            <p:nvPr/>
          </p:nvSpPr>
          <p:spPr>
            <a:xfrm>
              <a:off x="5340323" y="1699604"/>
              <a:ext cx="423179" cy="545654"/>
            </a:xfrm>
            <a:custGeom>
              <a:avLst/>
              <a:gdLst/>
              <a:ahLst/>
              <a:cxnLst/>
              <a:rect l="l" t="t" r="r" b="b"/>
              <a:pathLst>
                <a:path w="423179" h="545654" extrusionOk="0">
                  <a:moveTo>
                    <a:pt x="211589" y="516869"/>
                  </a:moveTo>
                  <a:cubicBezTo>
                    <a:pt x="94896" y="449571"/>
                    <a:pt x="0" y="285318"/>
                    <a:pt x="0" y="150817"/>
                  </a:cubicBezTo>
                  <a:cubicBezTo>
                    <a:pt x="0" y="16316"/>
                    <a:pt x="95182" y="-38529"/>
                    <a:pt x="211589" y="28769"/>
                  </a:cubicBezTo>
                  <a:cubicBezTo>
                    <a:pt x="327997" y="96066"/>
                    <a:pt x="423179" y="260224"/>
                    <a:pt x="423179" y="394820"/>
                  </a:cubicBezTo>
                  <a:cubicBezTo>
                    <a:pt x="423179" y="529416"/>
                    <a:pt x="328283" y="584167"/>
                    <a:pt x="211589" y="516869"/>
                  </a:cubicBezTo>
                  <a:close/>
                  <a:moveTo>
                    <a:pt x="211589" y="99298"/>
                  </a:moveTo>
                  <a:cubicBezTo>
                    <a:pt x="128591" y="51772"/>
                    <a:pt x="61107" y="90363"/>
                    <a:pt x="61107" y="186082"/>
                  </a:cubicBezTo>
                  <a:cubicBezTo>
                    <a:pt x="61107" y="281801"/>
                    <a:pt x="128591" y="398432"/>
                    <a:pt x="211589" y="446339"/>
                  </a:cubicBezTo>
                  <a:cubicBezTo>
                    <a:pt x="294588" y="494246"/>
                    <a:pt x="362072" y="455274"/>
                    <a:pt x="362072" y="359555"/>
                  </a:cubicBezTo>
                  <a:cubicBezTo>
                    <a:pt x="362072" y="263836"/>
                    <a:pt x="294588" y="147110"/>
                    <a:pt x="211589"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4;p24">
              <a:extLst>
                <a:ext uri="{FF2B5EF4-FFF2-40B4-BE49-F238E27FC236}">
                  <a16:creationId xmlns:a16="http://schemas.microsoft.com/office/drawing/2014/main" id="{4CB282F0-8C82-D5F9-36C3-3525B7317FE4}"/>
                </a:ext>
              </a:extLst>
            </p:cNvPr>
            <p:cNvSpPr/>
            <p:nvPr/>
          </p:nvSpPr>
          <p:spPr>
            <a:xfrm>
              <a:off x="5340323" y="1699604"/>
              <a:ext cx="332185" cy="545952"/>
            </a:xfrm>
            <a:custGeom>
              <a:avLst/>
              <a:gdLst/>
              <a:ahLst/>
              <a:cxnLst/>
              <a:rect l="l" t="t" r="r" b="b"/>
              <a:pathLst>
                <a:path w="332185" h="545952" extrusionOk="0">
                  <a:moveTo>
                    <a:pt x="211589" y="516869"/>
                  </a:moveTo>
                  <a:cubicBezTo>
                    <a:pt x="94896" y="449571"/>
                    <a:pt x="0" y="285318"/>
                    <a:pt x="0" y="150817"/>
                  </a:cubicBezTo>
                  <a:cubicBezTo>
                    <a:pt x="0" y="16316"/>
                    <a:pt x="95182" y="-38529"/>
                    <a:pt x="211589" y="28769"/>
                  </a:cubicBezTo>
                  <a:lnTo>
                    <a:pt x="211589" y="99298"/>
                  </a:lnTo>
                  <a:cubicBezTo>
                    <a:pt x="128591" y="51772"/>
                    <a:pt x="61107" y="90363"/>
                    <a:pt x="61107" y="186082"/>
                  </a:cubicBezTo>
                  <a:cubicBezTo>
                    <a:pt x="61107" y="281801"/>
                    <a:pt x="128591" y="398432"/>
                    <a:pt x="211589" y="446339"/>
                  </a:cubicBezTo>
                  <a:cubicBezTo>
                    <a:pt x="242429" y="464114"/>
                    <a:pt x="272030" y="470483"/>
                    <a:pt x="297253" y="465350"/>
                  </a:cubicBezTo>
                  <a:lnTo>
                    <a:pt x="332185" y="543389"/>
                  </a:lnTo>
                  <a:cubicBezTo>
                    <a:pt x="296682" y="550898"/>
                    <a:pt x="254993" y="541868"/>
                    <a:pt x="211589" y="5168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6" name="Google Shape;1085;p24">
              <a:extLst>
                <a:ext uri="{FF2B5EF4-FFF2-40B4-BE49-F238E27FC236}">
                  <a16:creationId xmlns:a16="http://schemas.microsoft.com/office/drawing/2014/main" id="{4FED6F2F-FCFA-F6CB-BE31-788CADD5B8C5}"/>
                </a:ext>
              </a:extLst>
            </p:cNvPr>
            <p:cNvSpPr/>
            <p:nvPr/>
          </p:nvSpPr>
          <p:spPr>
            <a:xfrm>
              <a:off x="5834032" y="1984194"/>
              <a:ext cx="423559" cy="545654"/>
            </a:xfrm>
            <a:custGeom>
              <a:avLst/>
              <a:gdLst/>
              <a:ahLst/>
              <a:cxnLst/>
              <a:rect l="l" t="t" r="r" b="b"/>
              <a:pathLst>
                <a:path w="423559" h="545654" extrusionOk="0">
                  <a:moveTo>
                    <a:pt x="211590" y="516869"/>
                  </a:moveTo>
                  <a:cubicBezTo>
                    <a:pt x="94896" y="449571"/>
                    <a:pt x="0" y="285318"/>
                    <a:pt x="0" y="150817"/>
                  </a:cubicBezTo>
                  <a:cubicBezTo>
                    <a:pt x="0" y="16317"/>
                    <a:pt x="95182" y="-38529"/>
                    <a:pt x="211590" y="28769"/>
                  </a:cubicBezTo>
                  <a:cubicBezTo>
                    <a:pt x="327997" y="96066"/>
                    <a:pt x="423560" y="260224"/>
                    <a:pt x="423560" y="394820"/>
                  </a:cubicBezTo>
                  <a:cubicBezTo>
                    <a:pt x="423560" y="529416"/>
                    <a:pt x="328378" y="584167"/>
                    <a:pt x="211590" y="516869"/>
                  </a:cubicBezTo>
                  <a:close/>
                  <a:moveTo>
                    <a:pt x="211590" y="99298"/>
                  </a:moveTo>
                  <a:cubicBezTo>
                    <a:pt x="128686" y="51772"/>
                    <a:pt x="61107" y="90363"/>
                    <a:pt x="61107" y="186082"/>
                  </a:cubicBezTo>
                  <a:cubicBezTo>
                    <a:pt x="61107" y="281801"/>
                    <a:pt x="128686" y="398432"/>
                    <a:pt x="211590" y="446339"/>
                  </a:cubicBezTo>
                  <a:cubicBezTo>
                    <a:pt x="294493" y="494246"/>
                    <a:pt x="362072" y="455274"/>
                    <a:pt x="362072" y="359555"/>
                  </a:cubicBezTo>
                  <a:cubicBezTo>
                    <a:pt x="362072" y="263836"/>
                    <a:pt x="294588" y="147110"/>
                    <a:pt x="211590"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7" name="Google Shape;1086;p24">
              <a:extLst>
                <a:ext uri="{FF2B5EF4-FFF2-40B4-BE49-F238E27FC236}">
                  <a16:creationId xmlns:a16="http://schemas.microsoft.com/office/drawing/2014/main" id="{3E2BF306-96D9-B87F-2D08-2AF2F0D9BA7B}"/>
                </a:ext>
              </a:extLst>
            </p:cNvPr>
            <p:cNvSpPr/>
            <p:nvPr/>
          </p:nvSpPr>
          <p:spPr>
            <a:xfrm>
              <a:off x="5834032" y="1984177"/>
              <a:ext cx="211589" cy="286951"/>
            </a:xfrm>
            <a:custGeom>
              <a:avLst/>
              <a:gdLst/>
              <a:ahLst/>
              <a:cxnLst/>
              <a:rect l="l" t="t" r="r" b="b"/>
              <a:pathLst>
                <a:path w="211589" h="286951" extrusionOk="0">
                  <a:moveTo>
                    <a:pt x="27412" y="286951"/>
                  </a:moveTo>
                  <a:cubicBezTo>
                    <a:pt x="10194" y="243588"/>
                    <a:pt x="904" y="197477"/>
                    <a:pt x="0" y="150835"/>
                  </a:cubicBezTo>
                  <a:cubicBezTo>
                    <a:pt x="0" y="16239"/>
                    <a:pt x="95182" y="-38512"/>
                    <a:pt x="211590" y="28786"/>
                  </a:cubicBezTo>
                  <a:lnTo>
                    <a:pt x="211590" y="99315"/>
                  </a:lnTo>
                  <a:cubicBezTo>
                    <a:pt x="128686" y="51789"/>
                    <a:pt x="61107" y="90380"/>
                    <a:pt x="61107" y="186099"/>
                  </a:cubicBezTo>
                  <a:cubicBezTo>
                    <a:pt x="61830" y="219254"/>
                    <a:pt x="68540" y="252000"/>
                    <a:pt x="80905" y="2827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7;p24">
              <a:extLst>
                <a:ext uri="{FF2B5EF4-FFF2-40B4-BE49-F238E27FC236}">
                  <a16:creationId xmlns:a16="http://schemas.microsoft.com/office/drawing/2014/main" id="{1B4AEF1B-9085-EF67-73D8-5DE2211D765C}"/>
                </a:ext>
              </a:extLst>
            </p:cNvPr>
            <p:cNvSpPr/>
            <p:nvPr/>
          </p:nvSpPr>
          <p:spPr>
            <a:xfrm>
              <a:off x="5029839" y="4705642"/>
              <a:ext cx="429841" cy="247899"/>
            </a:xfrm>
            <a:custGeom>
              <a:avLst/>
              <a:gdLst/>
              <a:ahLst/>
              <a:cxnLst/>
              <a:rect l="l" t="t" r="r" b="b"/>
              <a:pathLst>
                <a:path w="429841" h="247899" extrusionOk="0">
                  <a:moveTo>
                    <a:pt x="429842" y="123950"/>
                  </a:moveTo>
                  <a:cubicBezTo>
                    <a:pt x="429842" y="192405"/>
                    <a:pt x="333619" y="247900"/>
                    <a:pt x="214921" y="247900"/>
                  </a:cubicBezTo>
                  <a:cubicBezTo>
                    <a:pt x="96224" y="247900"/>
                    <a:pt x="0" y="192406"/>
                    <a:pt x="0" y="123950"/>
                  </a:cubicBezTo>
                  <a:cubicBezTo>
                    <a:pt x="0" y="55494"/>
                    <a:pt x="96224"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8;p24">
              <a:extLst>
                <a:ext uri="{FF2B5EF4-FFF2-40B4-BE49-F238E27FC236}">
                  <a16:creationId xmlns:a16="http://schemas.microsoft.com/office/drawing/2014/main" id="{8F47AABC-186F-5511-2788-996B5D156BCF}"/>
                </a:ext>
              </a:extLst>
            </p:cNvPr>
            <p:cNvSpPr/>
            <p:nvPr/>
          </p:nvSpPr>
          <p:spPr>
            <a:xfrm>
              <a:off x="2757750" y="4754499"/>
              <a:ext cx="429841" cy="247899"/>
            </a:xfrm>
            <a:custGeom>
              <a:avLst/>
              <a:gdLst/>
              <a:ahLst/>
              <a:cxnLst/>
              <a:rect l="l" t="t" r="r" b="b"/>
              <a:pathLst>
                <a:path w="429841" h="247899" extrusionOk="0">
                  <a:moveTo>
                    <a:pt x="429842" y="123950"/>
                  </a:moveTo>
                  <a:cubicBezTo>
                    <a:pt x="429842" y="192405"/>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89;p24">
              <a:extLst>
                <a:ext uri="{FF2B5EF4-FFF2-40B4-BE49-F238E27FC236}">
                  <a16:creationId xmlns:a16="http://schemas.microsoft.com/office/drawing/2014/main" id="{6FA16B08-2A48-B59F-B68D-BB286D6F2473}"/>
                </a:ext>
              </a:extLst>
            </p:cNvPr>
            <p:cNvSpPr/>
            <p:nvPr/>
          </p:nvSpPr>
          <p:spPr>
            <a:xfrm>
              <a:off x="2012475" y="3630110"/>
              <a:ext cx="429841" cy="247899"/>
            </a:xfrm>
            <a:custGeom>
              <a:avLst/>
              <a:gdLst/>
              <a:ahLst/>
              <a:cxnLst/>
              <a:rect l="l" t="t" r="r" b="b"/>
              <a:pathLst>
                <a:path w="429841" h="247899" extrusionOk="0">
                  <a:moveTo>
                    <a:pt x="429842" y="123950"/>
                  </a:moveTo>
                  <a:cubicBezTo>
                    <a:pt x="429842" y="192406"/>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90;p24">
              <a:extLst>
                <a:ext uri="{FF2B5EF4-FFF2-40B4-BE49-F238E27FC236}">
                  <a16:creationId xmlns:a16="http://schemas.microsoft.com/office/drawing/2014/main" id="{770A0EA5-37E0-9C20-75DC-5A6FE2F7BE4B}"/>
                </a:ext>
              </a:extLst>
            </p:cNvPr>
            <p:cNvSpPr/>
            <p:nvPr/>
          </p:nvSpPr>
          <p:spPr>
            <a:xfrm>
              <a:off x="5244274" y="4799933"/>
              <a:ext cx="116580" cy="90224"/>
            </a:xfrm>
            <a:custGeom>
              <a:avLst/>
              <a:gdLst/>
              <a:ahLst/>
              <a:cxnLst/>
              <a:rect l="l" t="t" r="r" b="b"/>
              <a:pathLst>
                <a:path w="116580" h="90224" extrusionOk="0">
                  <a:moveTo>
                    <a:pt x="107376" y="2"/>
                  </a:moveTo>
                  <a:cubicBezTo>
                    <a:pt x="93384" y="11314"/>
                    <a:pt x="72729" y="953"/>
                    <a:pt x="71682" y="1998"/>
                  </a:cubicBezTo>
                  <a:cubicBezTo>
                    <a:pt x="55302" y="17235"/>
                    <a:pt x="38074" y="31550"/>
                    <a:pt x="20094" y="44868"/>
                  </a:cubicBezTo>
                  <a:cubicBezTo>
                    <a:pt x="11432" y="51711"/>
                    <a:pt x="-2179" y="60932"/>
                    <a:pt x="296" y="74049"/>
                  </a:cubicBezTo>
                  <a:cubicBezTo>
                    <a:pt x="4674" y="97622"/>
                    <a:pt x="42366" y="90398"/>
                    <a:pt x="56644" y="83554"/>
                  </a:cubicBezTo>
                  <a:cubicBezTo>
                    <a:pt x="70921" y="76711"/>
                    <a:pt x="82438" y="64544"/>
                    <a:pt x="95954" y="56084"/>
                  </a:cubicBezTo>
                  <a:cubicBezTo>
                    <a:pt x="105472" y="50095"/>
                    <a:pt x="114990" y="47054"/>
                    <a:pt x="116513" y="34887"/>
                  </a:cubicBezTo>
                  <a:cubicBezTo>
                    <a:pt x="117370" y="27187"/>
                    <a:pt x="109850" y="-283"/>
                    <a:pt x="107376" y="2"/>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1;p24">
              <a:extLst>
                <a:ext uri="{FF2B5EF4-FFF2-40B4-BE49-F238E27FC236}">
                  <a16:creationId xmlns:a16="http://schemas.microsoft.com/office/drawing/2014/main" id="{F604784A-65E4-B272-FBAA-453DF00B7CE6}"/>
                </a:ext>
              </a:extLst>
            </p:cNvPr>
            <p:cNvSpPr/>
            <p:nvPr/>
          </p:nvSpPr>
          <p:spPr>
            <a:xfrm>
              <a:off x="5244760" y="4829592"/>
              <a:ext cx="116051" cy="60483"/>
            </a:xfrm>
            <a:custGeom>
              <a:avLst/>
              <a:gdLst/>
              <a:ahLst/>
              <a:cxnLst/>
              <a:rect l="l" t="t" r="r" b="b"/>
              <a:pathLst>
                <a:path w="116051" h="60483" extrusionOk="0">
                  <a:moveTo>
                    <a:pt x="115837" y="0"/>
                  </a:moveTo>
                  <a:cubicBezTo>
                    <a:pt x="113933" y="11597"/>
                    <a:pt x="104605" y="14828"/>
                    <a:pt x="95087" y="20722"/>
                  </a:cubicBezTo>
                  <a:cubicBezTo>
                    <a:pt x="81381" y="29182"/>
                    <a:pt x="69388" y="41443"/>
                    <a:pt x="55110" y="48572"/>
                  </a:cubicBezTo>
                  <a:cubicBezTo>
                    <a:pt x="40833" y="55701"/>
                    <a:pt x="9233" y="61880"/>
                    <a:pt x="0" y="45055"/>
                  </a:cubicBezTo>
                  <a:cubicBezTo>
                    <a:pt x="5045" y="67773"/>
                    <a:pt x="42071" y="60644"/>
                    <a:pt x="56157" y="53515"/>
                  </a:cubicBezTo>
                  <a:cubicBezTo>
                    <a:pt x="70244" y="46386"/>
                    <a:pt x="81952" y="34505"/>
                    <a:pt x="95468" y="26045"/>
                  </a:cubicBezTo>
                  <a:cubicBezTo>
                    <a:pt x="104986" y="20056"/>
                    <a:pt x="114504" y="17015"/>
                    <a:pt x="116027" y="4848"/>
                  </a:cubicBezTo>
                  <a:cubicBezTo>
                    <a:pt x="116093" y="3232"/>
                    <a:pt x="116027" y="1606"/>
                    <a:pt x="11583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3" name="Google Shape;1092;p24">
              <a:extLst>
                <a:ext uri="{FF2B5EF4-FFF2-40B4-BE49-F238E27FC236}">
                  <a16:creationId xmlns:a16="http://schemas.microsoft.com/office/drawing/2014/main" id="{421B94A8-351C-93F8-F665-FAC1B41104F9}"/>
                </a:ext>
              </a:extLst>
            </p:cNvPr>
            <p:cNvSpPr/>
            <p:nvPr/>
          </p:nvSpPr>
          <p:spPr>
            <a:xfrm>
              <a:off x="5124630" y="4754816"/>
              <a:ext cx="116569" cy="86887"/>
            </a:xfrm>
            <a:custGeom>
              <a:avLst/>
              <a:gdLst/>
              <a:ahLst/>
              <a:cxnLst/>
              <a:rect l="l" t="t" r="r" b="b"/>
              <a:pathLst>
                <a:path w="116569" h="86887" extrusionOk="0">
                  <a:moveTo>
                    <a:pt x="105663" y="63"/>
                  </a:moveTo>
                  <a:cubicBezTo>
                    <a:pt x="91671" y="11470"/>
                    <a:pt x="67590" y="-982"/>
                    <a:pt x="66162" y="63"/>
                  </a:cubicBezTo>
                  <a:cubicBezTo>
                    <a:pt x="51656" y="14825"/>
                    <a:pt x="36275" y="28693"/>
                    <a:pt x="20094" y="41602"/>
                  </a:cubicBezTo>
                  <a:cubicBezTo>
                    <a:pt x="11432" y="48446"/>
                    <a:pt x="-2179" y="57666"/>
                    <a:pt x="296" y="70783"/>
                  </a:cubicBezTo>
                  <a:cubicBezTo>
                    <a:pt x="4674" y="94261"/>
                    <a:pt x="42367" y="87037"/>
                    <a:pt x="56644" y="80288"/>
                  </a:cubicBezTo>
                  <a:cubicBezTo>
                    <a:pt x="70921" y="73540"/>
                    <a:pt x="82438" y="61278"/>
                    <a:pt x="95954" y="52818"/>
                  </a:cubicBezTo>
                  <a:cubicBezTo>
                    <a:pt x="105472" y="46830"/>
                    <a:pt x="114990" y="43313"/>
                    <a:pt x="116513" y="31621"/>
                  </a:cubicBezTo>
                  <a:cubicBezTo>
                    <a:pt x="117370" y="23922"/>
                    <a:pt x="108137" y="-222"/>
                    <a:pt x="105663" y="6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4" name="Google Shape;1093;p24">
              <a:extLst>
                <a:ext uri="{FF2B5EF4-FFF2-40B4-BE49-F238E27FC236}">
                  <a16:creationId xmlns:a16="http://schemas.microsoft.com/office/drawing/2014/main" id="{2992210B-1E14-B815-04A0-D3C41704C048}"/>
                </a:ext>
              </a:extLst>
            </p:cNvPr>
            <p:cNvSpPr/>
            <p:nvPr/>
          </p:nvSpPr>
          <p:spPr>
            <a:xfrm>
              <a:off x="5124926" y="4782825"/>
              <a:ext cx="116097" cy="60673"/>
            </a:xfrm>
            <a:custGeom>
              <a:avLst/>
              <a:gdLst/>
              <a:ahLst/>
              <a:cxnLst/>
              <a:rect l="l" t="t" r="r" b="b"/>
              <a:pathLst>
                <a:path w="116097" h="60673" extrusionOk="0">
                  <a:moveTo>
                    <a:pt x="115741" y="0"/>
                  </a:moveTo>
                  <a:cubicBezTo>
                    <a:pt x="114218" y="11407"/>
                    <a:pt x="104700" y="14828"/>
                    <a:pt x="95182" y="20912"/>
                  </a:cubicBezTo>
                  <a:cubicBezTo>
                    <a:pt x="81476" y="29372"/>
                    <a:pt x="69388" y="41634"/>
                    <a:pt x="55205" y="48858"/>
                  </a:cubicBezTo>
                  <a:cubicBezTo>
                    <a:pt x="41023" y="56082"/>
                    <a:pt x="9233" y="62070"/>
                    <a:pt x="0" y="45246"/>
                  </a:cubicBezTo>
                  <a:cubicBezTo>
                    <a:pt x="5045" y="67964"/>
                    <a:pt x="42071" y="60835"/>
                    <a:pt x="56157" y="53706"/>
                  </a:cubicBezTo>
                  <a:cubicBezTo>
                    <a:pt x="70244" y="46577"/>
                    <a:pt x="82047" y="34695"/>
                    <a:pt x="95468" y="26235"/>
                  </a:cubicBezTo>
                  <a:cubicBezTo>
                    <a:pt x="104986" y="20246"/>
                    <a:pt x="114504" y="16730"/>
                    <a:pt x="116027" y="5133"/>
                  </a:cubicBezTo>
                  <a:cubicBezTo>
                    <a:pt x="116179" y="3413"/>
                    <a:pt x="116084" y="1692"/>
                    <a:pt x="115741"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4;p24">
              <a:extLst>
                <a:ext uri="{FF2B5EF4-FFF2-40B4-BE49-F238E27FC236}">
                  <a16:creationId xmlns:a16="http://schemas.microsoft.com/office/drawing/2014/main" id="{5FF2A094-74C3-D361-E620-7B4C3418CA63}"/>
                </a:ext>
              </a:extLst>
            </p:cNvPr>
            <p:cNvSpPr/>
            <p:nvPr/>
          </p:nvSpPr>
          <p:spPr>
            <a:xfrm>
              <a:off x="5154433" y="4234936"/>
              <a:ext cx="200389" cy="574156"/>
            </a:xfrm>
            <a:custGeom>
              <a:avLst/>
              <a:gdLst/>
              <a:ahLst/>
              <a:cxnLst/>
              <a:rect l="l" t="t" r="r" b="b"/>
              <a:pathLst>
                <a:path w="200389" h="574156" extrusionOk="0">
                  <a:moveTo>
                    <a:pt x="197978" y="49713"/>
                  </a:moveTo>
                  <a:cubicBezTo>
                    <a:pt x="197312" y="70815"/>
                    <a:pt x="190745" y="162447"/>
                    <a:pt x="187794" y="211304"/>
                  </a:cubicBezTo>
                  <a:cubicBezTo>
                    <a:pt x="184843" y="260162"/>
                    <a:pt x="184177" y="319285"/>
                    <a:pt x="184177" y="319285"/>
                  </a:cubicBezTo>
                  <a:cubicBezTo>
                    <a:pt x="184177" y="319285"/>
                    <a:pt x="192553" y="354645"/>
                    <a:pt x="197978" y="396183"/>
                  </a:cubicBezTo>
                  <a:cubicBezTo>
                    <a:pt x="203404" y="437722"/>
                    <a:pt x="197978" y="568896"/>
                    <a:pt x="197978" y="568896"/>
                  </a:cubicBezTo>
                  <a:cubicBezTo>
                    <a:pt x="187080" y="575911"/>
                    <a:pt x="173088" y="575911"/>
                    <a:pt x="162190" y="568896"/>
                  </a:cubicBezTo>
                  <a:cubicBezTo>
                    <a:pt x="162190" y="568896"/>
                    <a:pt x="139822" y="464337"/>
                    <a:pt x="129448" y="416810"/>
                  </a:cubicBezTo>
                  <a:cubicBezTo>
                    <a:pt x="119073" y="369283"/>
                    <a:pt x="117359" y="342193"/>
                    <a:pt x="111934" y="312916"/>
                  </a:cubicBezTo>
                  <a:cubicBezTo>
                    <a:pt x="105462" y="277462"/>
                    <a:pt x="91375" y="111973"/>
                    <a:pt x="91375" y="111973"/>
                  </a:cubicBezTo>
                  <a:lnTo>
                    <a:pt x="85759" y="111973"/>
                  </a:lnTo>
                  <a:lnTo>
                    <a:pt x="70815" y="298753"/>
                  </a:lnTo>
                  <a:cubicBezTo>
                    <a:pt x="75479" y="312508"/>
                    <a:pt x="78668" y="326718"/>
                    <a:pt x="80334" y="341147"/>
                  </a:cubicBezTo>
                  <a:cubicBezTo>
                    <a:pt x="84426" y="371660"/>
                    <a:pt x="76050" y="524696"/>
                    <a:pt x="76050" y="524696"/>
                  </a:cubicBezTo>
                  <a:cubicBezTo>
                    <a:pt x="63896" y="531473"/>
                    <a:pt x="48952" y="530846"/>
                    <a:pt x="37406" y="523080"/>
                  </a:cubicBezTo>
                  <a:cubicBezTo>
                    <a:pt x="37406" y="523080"/>
                    <a:pt x="0" y="320331"/>
                    <a:pt x="0" y="289533"/>
                  </a:cubicBezTo>
                  <a:cubicBezTo>
                    <a:pt x="0" y="269097"/>
                    <a:pt x="3522" y="0"/>
                    <a:pt x="3522"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5;p24">
              <a:extLst>
                <a:ext uri="{FF2B5EF4-FFF2-40B4-BE49-F238E27FC236}">
                  <a16:creationId xmlns:a16="http://schemas.microsoft.com/office/drawing/2014/main" id="{956CD465-6E21-B18E-C10D-85EF9F9FACF3}"/>
                </a:ext>
              </a:extLst>
            </p:cNvPr>
            <p:cNvSpPr/>
            <p:nvPr/>
          </p:nvSpPr>
          <p:spPr>
            <a:xfrm>
              <a:off x="5199628" y="3876679"/>
              <a:ext cx="128464" cy="124722"/>
            </a:xfrm>
            <a:custGeom>
              <a:avLst/>
              <a:gdLst/>
              <a:ahLst/>
              <a:cxnLst/>
              <a:rect l="l" t="t" r="r" b="b"/>
              <a:pathLst>
                <a:path w="128464" h="124722" extrusionOk="0">
                  <a:moveTo>
                    <a:pt x="102147" y="0"/>
                  </a:moveTo>
                  <a:cubicBezTo>
                    <a:pt x="102147" y="0"/>
                    <a:pt x="99767" y="46006"/>
                    <a:pt x="100814" y="50093"/>
                  </a:cubicBezTo>
                  <a:cubicBezTo>
                    <a:pt x="101861" y="54181"/>
                    <a:pt x="121945" y="67678"/>
                    <a:pt x="127846" y="72431"/>
                  </a:cubicBezTo>
                  <a:cubicBezTo>
                    <a:pt x="133747" y="77183"/>
                    <a:pt x="95960" y="114445"/>
                    <a:pt x="77590" y="122904"/>
                  </a:cubicBezTo>
                  <a:cubicBezTo>
                    <a:pt x="59220" y="131364"/>
                    <a:pt x="1444" y="109122"/>
                    <a:pt x="112" y="80606"/>
                  </a:cubicBezTo>
                  <a:cubicBezTo>
                    <a:pt x="-1221" y="52089"/>
                    <a:pt x="9630" y="28136"/>
                    <a:pt x="19148" y="26900"/>
                  </a:cubicBezTo>
                  <a:cubicBezTo>
                    <a:pt x="28666" y="25665"/>
                    <a:pt x="102147" y="0"/>
                    <a:pt x="102147" y="0"/>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6;p24">
              <a:extLst>
                <a:ext uri="{FF2B5EF4-FFF2-40B4-BE49-F238E27FC236}">
                  <a16:creationId xmlns:a16="http://schemas.microsoft.com/office/drawing/2014/main" id="{0897A977-7ED8-92F6-AC69-37B82A992A82}"/>
                </a:ext>
              </a:extLst>
            </p:cNvPr>
            <p:cNvSpPr/>
            <p:nvPr/>
          </p:nvSpPr>
          <p:spPr>
            <a:xfrm>
              <a:off x="4996526" y="3906336"/>
              <a:ext cx="182485" cy="357686"/>
            </a:xfrm>
            <a:custGeom>
              <a:avLst/>
              <a:gdLst/>
              <a:ahLst/>
              <a:cxnLst/>
              <a:rect l="l" t="t" r="r" b="b"/>
              <a:pathLst>
                <a:path w="182485" h="357686" extrusionOk="0">
                  <a:moveTo>
                    <a:pt x="179037" y="55702"/>
                  </a:moveTo>
                  <a:cubicBezTo>
                    <a:pt x="176277" y="35455"/>
                    <a:pt x="189697" y="16159"/>
                    <a:pt x="176752" y="0"/>
                  </a:cubicBezTo>
                  <a:cubicBezTo>
                    <a:pt x="131255" y="44485"/>
                    <a:pt x="136966" y="162352"/>
                    <a:pt x="126687" y="237634"/>
                  </a:cubicBezTo>
                  <a:cubicBezTo>
                    <a:pt x="92897" y="272899"/>
                    <a:pt x="25032" y="307594"/>
                    <a:pt x="5901" y="316243"/>
                  </a:cubicBezTo>
                  <a:cubicBezTo>
                    <a:pt x="2379" y="317764"/>
                    <a:pt x="-572" y="319475"/>
                    <a:pt x="95" y="323182"/>
                  </a:cubicBezTo>
                  <a:cubicBezTo>
                    <a:pt x="2665" y="335739"/>
                    <a:pt x="8061" y="347535"/>
                    <a:pt x="15895" y="357687"/>
                  </a:cubicBezTo>
                  <a:cubicBezTo>
                    <a:pt x="60821" y="338676"/>
                    <a:pt x="93183" y="327270"/>
                    <a:pt x="149150" y="274040"/>
                  </a:cubicBezTo>
                  <a:cubicBezTo>
                    <a:pt x="154509" y="268175"/>
                    <a:pt x="159287" y="261806"/>
                    <a:pt x="163427" y="255029"/>
                  </a:cubicBezTo>
                  <a:cubicBezTo>
                    <a:pt x="179608" y="207502"/>
                    <a:pt x="183605" y="90776"/>
                    <a:pt x="179037" y="5570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7;p24">
              <a:extLst>
                <a:ext uri="{FF2B5EF4-FFF2-40B4-BE49-F238E27FC236}">
                  <a16:creationId xmlns:a16="http://schemas.microsoft.com/office/drawing/2014/main" id="{E07E42EC-DC7F-9382-733E-911A9DED9044}"/>
                </a:ext>
              </a:extLst>
            </p:cNvPr>
            <p:cNvSpPr/>
            <p:nvPr/>
          </p:nvSpPr>
          <p:spPr>
            <a:xfrm>
              <a:off x="5154414" y="3894094"/>
              <a:ext cx="208226" cy="419055"/>
            </a:xfrm>
            <a:custGeom>
              <a:avLst/>
              <a:gdLst/>
              <a:ahLst/>
              <a:cxnLst/>
              <a:rect l="l" t="t" r="r" b="b"/>
              <a:pathLst>
                <a:path w="208226" h="419055" extrusionOk="0">
                  <a:moveTo>
                    <a:pt x="152500" y="40568"/>
                  </a:moveTo>
                  <a:cubicBezTo>
                    <a:pt x="152500" y="40568"/>
                    <a:pt x="119091" y="90376"/>
                    <a:pt x="72357" y="95033"/>
                  </a:cubicBezTo>
                  <a:cubicBezTo>
                    <a:pt x="57699" y="80585"/>
                    <a:pt x="56366" y="29066"/>
                    <a:pt x="76736" y="12527"/>
                  </a:cubicBezTo>
                  <a:cubicBezTo>
                    <a:pt x="76736" y="12527"/>
                    <a:pt x="57699" y="-2491"/>
                    <a:pt x="45135" y="360"/>
                  </a:cubicBezTo>
                  <a:cubicBezTo>
                    <a:pt x="31448" y="8744"/>
                    <a:pt x="21301" y="21823"/>
                    <a:pt x="16580" y="37146"/>
                  </a:cubicBezTo>
                  <a:cubicBezTo>
                    <a:pt x="4702" y="71346"/>
                    <a:pt x="-885" y="107419"/>
                    <a:pt x="114" y="143606"/>
                  </a:cubicBezTo>
                  <a:cubicBezTo>
                    <a:pt x="875" y="192463"/>
                    <a:pt x="114" y="341698"/>
                    <a:pt x="114" y="341698"/>
                  </a:cubicBezTo>
                  <a:cubicBezTo>
                    <a:pt x="114" y="341698"/>
                    <a:pt x="6681" y="373256"/>
                    <a:pt x="48942" y="396734"/>
                  </a:cubicBezTo>
                  <a:cubicBezTo>
                    <a:pt x="91203" y="420212"/>
                    <a:pt x="122423" y="422493"/>
                    <a:pt x="151073" y="415745"/>
                  </a:cubicBezTo>
                  <a:cubicBezTo>
                    <a:pt x="174678" y="410231"/>
                    <a:pt x="194190" y="401866"/>
                    <a:pt x="202376" y="384757"/>
                  </a:cubicBezTo>
                  <a:cubicBezTo>
                    <a:pt x="200282" y="350538"/>
                    <a:pt x="184957" y="261187"/>
                    <a:pt x="190668" y="218223"/>
                  </a:cubicBezTo>
                  <a:cubicBezTo>
                    <a:pt x="196379" y="175259"/>
                    <a:pt x="205517" y="143036"/>
                    <a:pt x="207801" y="108246"/>
                  </a:cubicBezTo>
                  <a:cubicBezTo>
                    <a:pt x="210086" y="73456"/>
                    <a:pt x="203233" y="74122"/>
                    <a:pt x="185814" y="61765"/>
                  </a:cubicBezTo>
                  <a:cubicBezTo>
                    <a:pt x="175239" y="53904"/>
                    <a:pt x="164103" y="46813"/>
                    <a:pt x="152500" y="4056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8;p24">
              <a:extLst>
                <a:ext uri="{FF2B5EF4-FFF2-40B4-BE49-F238E27FC236}">
                  <a16:creationId xmlns:a16="http://schemas.microsoft.com/office/drawing/2014/main" id="{E43A1567-CEF4-61FC-1470-530AF97CE11F}"/>
                </a:ext>
              </a:extLst>
            </p:cNvPr>
            <p:cNvSpPr/>
            <p:nvPr/>
          </p:nvSpPr>
          <p:spPr>
            <a:xfrm>
              <a:off x="5194395" y="3747198"/>
              <a:ext cx="138431" cy="168252"/>
            </a:xfrm>
            <a:custGeom>
              <a:avLst/>
              <a:gdLst/>
              <a:ahLst/>
              <a:cxnLst/>
              <a:rect l="l" t="t" r="r" b="b"/>
              <a:pathLst>
                <a:path w="138431" h="168252" extrusionOk="0">
                  <a:moveTo>
                    <a:pt x="3060" y="60853"/>
                  </a:moveTo>
                  <a:lnTo>
                    <a:pt x="3060" y="60853"/>
                  </a:lnTo>
                  <a:cubicBezTo>
                    <a:pt x="8581" y="25112"/>
                    <a:pt x="34375" y="-1978"/>
                    <a:pt x="71211" y="113"/>
                  </a:cubicBezTo>
                  <a:cubicBezTo>
                    <a:pt x="110416" y="2252"/>
                    <a:pt x="140465" y="35740"/>
                    <a:pt x="138324" y="74892"/>
                  </a:cubicBezTo>
                  <a:cubicBezTo>
                    <a:pt x="138314" y="74930"/>
                    <a:pt x="138314" y="74978"/>
                    <a:pt x="138314" y="75016"/>
                  </a:cubicBezTo>
                  <a:cubicBezTo>
                    <a:pt x="137105" y="96983"/>
                    <a:pt x="125655" y="117105"/>
                    <a:pt x="107380" y="129386"/>
                  </a:cubicBezTo>
                  <a:cubicBezTo>
                    <a:pt x="106057" y="134804"/>
                    <a:pt x="104144" y="140071"/>
                    <a:pt x="101669" y="145070"/>
                  </a:cubicBezTo>
                  <a:cubicBezTo>
                    <a:pt x="88629" y="160279"/>
                    <a:pt x="49128" y="169689"/>
                    <a:pt x="37802" y="168073"/>
                  </a:cubicBezTo>
                  <a:cubicBezTo>
                    <a:pt x="23981" y="166847"/>
                    <a:pt x="12322" y="157313"/>
                    <a:pt x="8391" y="144025"/>
                  </a:cubicBezTo>
                  <a:cubicBezTo>
                    <a:pt x="-3793" y="115984"/>
                    <a:pt x="15" y="78533"/>
                    <a:pt x="3060" y="6085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0" name="Google Shape;1099;p24">
              <a:extLst>
                <a:ext uri="{FF2B5EF4-FFF2-40B4-BE49-F238E27FC236}">
                  <a16:creationId xmlns:a16="http://schemas.microsoft.com/office/drawing/2014/main" id="{53C7FB39-E86A-48E2-8ADB-10D968649AC0}"/>
                </a:ext>
              </a:extLst>
            </p:cNvPr>
            <p:cNvSpPr/>
            <p:nvPr/>
          </p:nvSpPr>
          <p:spPr>
            <a:xfrm>
              <a:off x="5199668" y="3732408"/>
              <a:ext cx="146095" cy="144175"/>
            </a:xfrm>
            <a:custGeom>
              <a:avLst/>
              <a:gdLst/>
              <a:ahLst/>
              <a:cxnLst/>
              <a:rect l="l" t="t" r="r" b="b"/>
              <a:pathLst>
                <a:path w="146095" h="144175" extrusionOk="0">
                  <a:moveTo>
                    <a:pt x="102106" y="144176"/>
                  </a:moveTo>
                  <a:lnTo>
                    <a:pt x="102106" y="144176"/>
                  </a:lnTo>
                  <a:lnTo>
                    <a:pt x="98680" y="113093"/>
                  </a:lnTo>
                  <a:cubicBezTo>
                    <a:pt x="98680" y="113093"/>
                    <a:pt x="124189" y="47126"/>
                    <a:pt x="63939" y="59768"/>
                  </a:cubicBezTo>
                  <a:cubicBezTo>
                    <a:pt x="24152" y="68133"/>
                    <a:pt x="14158" y="71745"/>
                    <a:pt x="2070" y="45130"/>
                  </a:cubicBezTo>
                  <a:cubicBezTo>
                    <a:pt x="-10018" y="18515"/>
                    <a:pt x="32624" y="-5534"/>
                    <a:pt x="83355" y="1120"/>
                  </a:cubicBezTo>
                  <a:cubicBezTo>
                    <a:pt x="119563" y="4913"/>
                    <a:pt x="146823" y="35777"/>
                    <a:pt x="146081" y="72125"/>
                  </a:cubicBezTo>
                  <a:cubicBezTo>
                    <a:pt x="144748" y="91706"/>
                    <a:pt x="139513" y="131439"/>
                    <a:pt x="102106" y="14417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100;p24">
              <a:extLst>
                <a:ext uri="{FF2B5EF4-FFF2-40B4-BE49-F238E27FC236}">
                  <a16:creationId xmlns:a16="http://schemas.microsoft.com/office/drawing/2014/main" id="{5E8C5D42-477E-1F93-32DF-7C63B1982332}"/>
                </a:ext>
              </a:extLst>
            </p:cNvPr>
            <p:cNvSpPr/>
            <p:nvPr/>
          </p:nvSpPr>
          <p:spPr>
            <a:xfrm>
              <a:off x="5186268" y="3976961"/>
              <a:ext cx="186859" cy="320520"/>
            </a:xfrm>
            <a:custGeom>
              <a:avLst/>
              <a:gdLst/>
              <a:ahLst/>
              <a:cxnLst/>
              <a:rect l="l" t="t" r="r" b="b"/>
              <a:pathLst>
                <a:path w="186859" h="320520" extrusionOk="0">
                  <a:moveTo>
                    <a:pt x="186131" y="4943"/>
                  </a:moveTo>
                  <a:cubicBezTo>
                    <a:pt x="168713" y="0"/>
                    <a:pt x="182039" y="4088"/>
                    <a:pt x="168713" y="0"/>
                  </a:cubicBezTo>
                  <a:cubicBezTo>
                    <a:pt x="123216" y="44485"/>
                    <a:pt x="128832" y="120813"/>
                    <a:pt x="118552" y="196286"/>
                  </a:cubicBezTo>
                  <a:cubicBezTo>
                    <a:pt x="93424" y="237729"/>
                    <a:pt x="241" y="293906"/>
                    <a:pt x="241" y="293906"/>
                  </a:cubicBezTo>
                  <a:cubicBezTo>
                    <a:pt x="-901" y="301986"/>
                    <a:pt x="1859" y="304362"/>
                    <a:pt x="11948" y="320521"/>
                  </a:cubicBezTo>
                  <a:cubicBezTo>
                    <a:pt x="63842" y="300693"/>
                    <a:pt x="111042" y="270295"/>
                    <a:pt x="150533" y="231266"/>
                  </a:cubicBezTo>
                  <a:cubicBezTo>
                    <a:pt x="152818" y="229174"/>
                    <a:pt x="156054" y="228604"/>
                    <a:pt x="157006" y="225752"/>
                  </a:cubicBezTo>
                  <a:cubicBezTo>
                    <a:pt x="172901" y="177655"/>
                    <a:pt x="190700" y="40018"/>
                    <a:pt x="186131" y="494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1;p24">
              <a:extLst>
                <a:ext uri="{FF2B5EF4-FFF2-40B4-BE49-F238E27FC236}">
                  <a16:creationId xmlns:a16="http://schemas.microsoft.com/office/drawing/2014/main" id="{4288EE95-D57E-A57C-5796-3C7472095E1C}"/>
                </a:ext>
              </a:extLst>
            </p:cNvPr>
            <p:cNvSpPr/>
            <p:nvPr/>
          </p:nvSpPr>
          <p:spPr>
            <a:xfrm>
              <a:off x="4957596" y="4074866"/>
              <a:ext cx="216348" cy="290578"/>
            </a:xfrm>
            <a:custGeom>
              <a:avLst/>
              <a:gdLst/>
              <a:ahLst/>
              <a:cxnLst/>
              <a:rect l="l" t="t" r="r" b="b"/>
              <a:pathLst>
                <a:path w="216348" h="290578" extrusionOk="0">
                  <a:moveTo>
                    <a:pt x="0" y="0"/>
                  </a:moveTo>
                  <a:lnTo>
                    <a:pt x="67770" y="231360"/>
                  </a:lnTo>
                  <a:lnTo>
                    <a:pt x="216349" y="290579"/>
                  </a:lnTo>
                  <a:lnTo>
                    <a:pt x="162190" y="65302"/>
                  </a:lnTo>
                  <a:lnTo>
                    <a:pt x="0"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2;p24">
              <a:extLst>
                <a:ext uri="{FF2B5EF4-FFF2-40B4-BE49-F238E27FC236}">
                  <a16:creationId xmlns:a16="http://schemas.microsoft.com/office/drawing/2014/main" id="{23395333-966F-62A2-9EA5-5102DC01C163}"/>
                </a:ext>
              </a:extLst>
            </p:cNvPr>
            <p:cNvSpPr/>
            <p:nvPr/>
          </p:nvSpPr>
          <p:spPr>
            <a:xfrm>
              <a:off x="5101717" y="4257084"/>
              <a:ext cx="109578" cy="53390"/>
            </a:xfrm>
            <a:custGeom>
              <a:avLst/>
              <a:gdLst/>
              <a:ahLst/>
              <a:cxnLst/>
              <a:rect l="l" t="t" r="r" b="b"/>
              <a:pathLst>
                <a:path w="109578" h="53390" extrusionOk="0">
                  <a:moveTo>
                    <a:pt x="108112" y="15494"/>
                  </a:moveTo>
                  <a:cubicBezTo>
                    <a:pt x="105923" y="7604"/>
                    <a:pt x="100212" y="9505"/>
                    <a:pt x="93739" y="11502"/>
                  </a:cubicBezTo>
                  <a:cubicBezTo>
                    <a:pt x="86772" y="14353"/>
                    <a:pt x="79100" y="15019"/>
                    <a:pt x="71752" y="13403"/>
                  </a:cubicBezTo>
                  <a:cubicBezTo>
                    <a:pt x="66003" y="10627"/>
                    <a:pt x="60683" y="7043"/>
                    <a:pt x="55952" y="2757"/>
                  </a:cubicBezTo>
                  <a:cubicBezTo>
                    <a:pt x="53077" y="1017"/>
                    <a:pt x="49794" y="67"/>
                    <a:pt x="46434" y="0"/>
                  </a:cubicBezTo>
                  <a:cubicBezTo>
                    <a:pt x="46434" y="1996"/>
                    <a:pt x="49860" y="13688"/>
                    <a:pt x="49860" y="13688"/>
                  </a:cubicBezTo>
                  <a:cubicBezTo>
                    <a:pt x="49860" y="13688"/>
                    <a:pt x="17308" y="13688"/>
                    <a:pt x="13977" y="13688"/>
                  </a:cubicBezTo>
                  <a:cubicBezTo>
                    <a:pt x="11045" y="13070"/>
                    <a:pt x="8171" y="14952"/>
                    <a:pt x="7552" y="17880"/>
                  </a:cubicBezTo>
                  <a:cubicBezTo>
                    <a:pt x="7200" y="19572"/>
                    <a:pt x="7676" y="21339"/>
                    <a:pt x="8837" y="22623"/>
                  </a:cubicBezTo>
                  <a:cubicBezTo>
                    <a:pt x="8104" y="22680"/>
                    <a:pt x="7381" y="22680"/>
                    <a:pt x="6648" y="22623"/>
                  </a:cubicBezTo>
                  <a:cubicBezTo>
                    <a:pt x="-15" y="21102"/>
                    <a:pt x="-2870" y="31368"/>
                    <a:pt x="3792" y="32889"/>
                  </a:cubicBezTo>
                  <a:cubicBezTo>
                    <a:pt x="5582" y="33231"/>
                    <a:pt x="7399" y="33487"/>
                    <a:pt x="9218" y="33649"/>
                  </a:cubicBezTo>
                  <a:cubicBezTo>
                    <a:pt x="4839" y="35360"/>
                    <a:pt x="3792" y="42584"/>
                    <a:pt x="9218" y="43154"/>
                  </a:cubicBezTo>
                  <a:lnTo>
                    <a:pt x="10836" y="43154"/>
                  </a:lnTo>
                  <a:cubicBezTo>
                    <a:pt x="11645" y="43373"/>
                    <a:pt x="12501" y="43373"/>
                    <a:pt x="13310" y="43154"/>
                  </a:cubicBezTo>
                  <a:lnTo>
                    <a:pt x="14262" y="43154"/>
                  </a:lnTo>
                  <a:cubicBezTo>
                    <a:pt x="13701" y="46358"/>
                    <a:pt x="15852" y="49418"/>
                    <a:pt x="19059" y="49970"/>
                  </a:cubicBezTo>
                  <a:cubicBezTo>
                    <a:pt x="19107" y="49979"/>
                    <a:pt x="19164" y="49989"/>
                    <a:pt x="19212" y="49998"/>
                  </a:cubicBezTo>
                  <a:cubicBezTo>
                    <a:pt x="35107" y="52089"/>
                    <a:pt x="58522" y="58458"/>
                    <a:pt x="72894" y="45341"/>
                  </a:cubicBezTo>
                  <a:cubicBezTo>
                    <a:pt x="82774" y="44295"/>
                    <a:pt x="92416" y="41662"/>
                    <a:pt x="101449" y="37546"/>
                  </a:cubicBezTo>
                  <a:cubicBezTo>
                    <a:pt x="110491" y="33839"/>
                    <a:pt x="110777" y="24904"/>
                    <a:pt x="108112" y="15494"/>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3;p24">
              <a:extLst>
                <a:ext uri="{FF2B5EF4-FFF2-40B4-BE49-F238E27FC236}">
                  <a16:creationId xmlns:a16="http://schemas.microsoft.com/office/drawing/2014/main" id="{CB62724B-EE80-C398-D4EA-64782FA9303C}"/>
                </a:ext>
              </a:extLst>
            </p:cNvPr>
            <p:cNvSpPr/>
            <p:nvPr/>
          </p:nvSpPr>
          <p:spPr>
            <a:xfrm>
              <a:off x="4984781" y="4223327"/>
              <a:ext cx="67863" cy="55821"/>
            </a:xfrm>
            <a:custGeom>
              <a:avLst/>
              <a:gdLst/>
              <a:ahLst/>
              <a:cxnLst/>
              <a:rect l="l" t="t" r="r" b="b"/>
              <a:pathLst>
                <a:path w="67863" h="55821" extrusionOk="0">
                  <a:moveTo>
                    <a:pt x="62477" y="30335"/>
                  </a:moveTo>
                  <a:lnTo>
                    <a:pt x="60192" y="30335"/>
                  </a:lnTo>
                  <a:cubicBezTo>
                    <a:pt x="62420" y="28253"/>
                    <a:pt x="62534" y="24764"/>
                    <a:pt x="60459" y="22540"/>
                  </a:cubicBezTo>
                  <a:cubicBezTo>
                    <a:pt x="59564" y="21590"/>
                    <a:pt x="58355" y="20981"/>
                    <a:pt x="57051" y="20829"/>
                  </a:cubicBezTo>
                  <a:cubicBezTo>
                    <a:pt x="53720" y="20829"/>
                    <a:pt x="20216" y="13890"/>
                    <a:pt x="20216" y="13890"/>
                  </a:cubicBezTo>
                  <a:lnTo>
                    <a:pt x="16123" y="108"/>
                  </a:lnTo>
                  <a:cubicBezTo>
                    <a:pt x="16123" y="-653"/>
                    <a:pt x="10317" y="2864"/>
                    <a:pt x="10127" y="2959"/>
                  </a:cubicBezTo>
                  <a:cubicBezTo>
                    <a:pt x="4406" y="6723"/>
                    <a:pt x="694" y="12873"/>
                    <a:pt x="37" y="19689"/>
                  </a:cubicBezTo>
                  <a:cubicBezTo>
                    <a:pt x="-400" y="29232"/>
                    <a:pt x="3035" y="38557"/>
                    <a:pt x="9555" y="45543"/>
                  </a:cubicBezTo>
                  <a:cubicBezTo>
                    <a:pt x="15638" y="51503"/>
                    <a:pt x="23785" y="54906"/>
                    <a:pt x="32304" y="55049"/>
                  </a:cubicBezTo>
                  <a:cubicBezTo>
                    <a:pt x="36302" y="55049"/>
                    <a:pt x="40204" y="55049"/>
                    <a:pt x="43726" y="55809"/>
                  </a:cubicBezTo>
                  <a:cubicBezTo>
                    <a:pt x="46981" y="56018"/>
                    <a:pt x="49789" y="53556"/>
                    <a:pt x="49998" y="50305"/>
                  </a:cubicBezTo>
                  <a:cubicBezTo>
                    <a:pt x="49998" y="50210"/>
                    <a:pt x="50008" y="50106"/>
                    <a:pt x="50008" y="50011"/>
                  </a:cubicBezTo>
                  <a:lnTo>
                    <a:pt x="51055" y="50011"/>
                  </a:lnTo>
                  <a:cubicBezTo>
                    <a:pt x="51835" y="50201"/>
                    <a:pt x="52654" y="50201"/>
                    <a:pt x="53435" y="50011"/>
                  </a:cubicBezTo>
                  <a:lnTo>
                    <a:pt x="55148" y="50011"/>
                  </a:lnTo>
                  <a:cubicBezTo>
                    <a:pt x="60859" y="50011"/>
                    <a:pt x="61334" y="42977"/>
                    <a:pt x="57432" y="40505"/>
                  </a:cubicBezTo>
                  <a:cubicBezTo>
                    <a:pt x="59240" y="40505"/>
                    <a:pt x="61049" y="40505"/>
                    <a:pt x="62953" y="40505"/>
                  </a:cubicBezTo>
                  <a:cubicBezTo>
                    <a:pt x="69901" y="40885"/>
                    <a:pt x="69234" y="30239"/>
                    <a:pt x="62477" y="30335"/>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4;p24">
              <a:extLst>
                <a:ext uri="{FF2B5EF4-FFF2-40B4-BE49-F238E27FC236}">
                  <a16:creationId xmlns:a16="http://schemas.microsoft.com/office/drawing/2014/main" id="{0226DF2A-A7F4-9670-D035-628F86E3DBE0}"/>
                </a:ext>
              </a:extLst>
            </p:cNvPr>
            <p:cNvSpPr/>
            <p:nvPr/>
          </p:nvSpPr>
          <p:spPr>
            <a:xfrm>
              <a:off x="5132255" y="3894454"/>
              <a:ext cx="67293" cy="97715"/>
            </a:xfrm>
            <a:custGeom>
              <a:avLst/>
              <a:gdLst/>
              <a:ahLst/>
              <a:cxnLst/>
              <a:rect l="l" t="t" r="r" b="b"/>
              <a:pathLst>
                <a:path w="67293" h="97715" extrusionOk="0">
                  <a:moveTo>
                    <a:pt x="24367" y="97715"/>
                  </a:moveTo>
                  <a:cubicBezTo>
                    <a:pt x="15153" y="97344"/>
                    <a:pt x="6435" y="93466"/>
                    <a:pt x="0" y="86879"/>
                  </a:cubicBezTo>
                  <a:cubicBezTo>
                    <a:pt x="1333" y="69769"/>
                    <a:pt x="23224" y="4848"/>
                    <a:pt x="67294" y="0"/>
                  </a:cubicBezTo>
                  <a:cubicBezTo>
                    <a:pt x="55310" y="8431"/>
                    <a:pt x="45811" y="19923"/>
                    <a:pt x="39786" y="33269"/>
                  </a:cubicBezTo>
                  <a:cubicBezTo>
                    <a:pt x="33000" y="54323"/>
                    <a:pt x="27841" y="75872"/>
                    <a:pt x="24367" y="9771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6" name="Google Shape;1105;p24">
              <a:extLst>
                <a:ext uri="{FF2B5EF4-FFF2-40B4-BE49-F238E27FC236}">
                  <a16:creationId xmlns:a16="http://schemas.microsoft.com/office/drawing/2014/main" id="{B0B39EBA-3924-482B-0063-E4944ABB1CAF}"/>
                </a:ext>
              </a:extLst>
            </p:cNvPr>
            <p:cNvSpPr/>
            <p:nvPr/>
          </p:nvSpPr>
          <p:spPr>
            <a:xfrm>
              <a:off x="5305132" y="3960902"/>
              <a:ext cx="81740" cy="121566"/>
            </a:xfrm>
            <a:custGeom>
              <a:avLst/>
              <a:gdLst/>
              <a:ahLst/>
              <a:cxnLst/>
              <a:rect l="l" t="t" r="r" b="b"/>
              <a:pathLst>
                <a:path w="81740" h="121566" extrusionOk="0">
                  <a:moveTo>
                    <a:pt x="75168" y="117100"/>
                  </a:moveTo>
                  <a:cubicBezTo>
                    <a:pt x="75168" y="117100"/>
                    <a:pt x="31289" y="132214"/>
                    <a:pt x="355" y="106834"/>
                  </a:cubicBezTo>
                  <a:cubicBezTo>
                    <a:pt x="-2977" y="101036"/>
                    <a:pt x="18249" y="26514"/>
                    <a:pt x="18249" y="26514"/>
                  </a:cubicBezTo>
                  <a:cubicBezTo>
                    <a:pt x="18249" y="26514"/>
                    <a:pt x="36714" y="-11507"/>
                    <a:pt x="65840" y="3511"/>
                  </a:cubicBezTo>
                  <a:cubicBezTo>
                    <a:pt x="94966" y="18530"/>
                    <a:pt x="75168" y="117100"/>
                    <a:pt x="75168" y="11710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6;p24">
              <a:extLst>
                <a:ext uri="{FF2B5EF4-FFF2-40B4-BE49-F238E27FC236}">
                  <a16:creationId xmlns:a16="http://schemas.microsoft.com/office/drawing/2014/main" id="{FAE8364B-D8B7-DB51-031A-F4B7C399EECD}"/>
                </a:ext>
              </a:extLst>
            </p:cNvPr>
            <p:cNvSpPr/>
            <p:nvPr/>
          </p:nvSpPr>
          <p:spPr>
            <a:xfrm>
              <a:off x="2821998" y="4049582"/>
              <a:ext cx="101559" cy="177370"/>
            </a:xfrm>
            <a:custGeom>
              <a:avLst/>
              <a:gdLst/>
              <a:ahLst/>
              <a:cxnLst/>
              <a:rect l="l" t="t" r="r" b="b"/>
              <a:pathLst>
                <a:path w="101559" h="177370" extrusionOk="0">
                  <a:moveTo>
                    <a:pt x="0" y="0"/>
                  </a:moveTo>
                  <a:cubicBezTo>
                    <a:pt x="0" y="0"/>
                    <a:pt x="6092" y="90966"/>
                    <a:pt x="17989" y="104084"/>
                  </a:cubicBezTo>
                  <a:cubicBezTo>
                    <a:pt x="29887" y="117201"/>
                    <a:pt x="70340" y="126136"/>
                    <a:pt x="70340" y="126136"/>
                  </a:cubicBezTo>
                  <a:lnTo>
                    <a:pt x="101559" y="177370"/>
                  </a:lnTo>
                  <a:cubicBezTo>
                    <a:pt x="101559" y="177370"/>
                    <a:pt x="73005" y="14543"/>
                    <a:pt x="66913" y="10646"/>
                  </a:cubicBezTo>
                  <a:cubicBezTo>
                    <a:pt x="60821" y="6749"/>
                    <a:pt x="0" y="0"/>
                    <a:pt x="0"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7;p24">
              <a:extLst>
                <a:ext uri="{FF2B5EF4-FFF2-40B4-BE49-F238E27FC236}">
                  <a16:creationId xmlns:a16="http://schemas.microsoft.com/office/drawing/2014/main" id="{7CD252D9-7EDE-9E97-B8F7-E82F1F956209}"/>
                </a:ext>
              </a:extLst>
            </p:cNvPr>
            <p:cNvSpPr/>
            <p:nvPr/>
          </p:nvSpPr>
          <p:spPr>
            <a:xfrm>
              <a:off x="2814097" y="3945071"/>
              <a:ext cx="67769" cy="130685"/>
            </a:xfrm>
            <a:custGeom>
              <a:avLst/>
              <a:gdLst/>
              <a:ahLst/>
              <a:cxnLst/>
              <a:rect l="l" t="t" r="r" b="b"/>
              <a:pathLst>
                <a:path w="67769" h="130685" extrusionOk="0">
                  <a:moveTo>
                    <a:pt x="67770" y="3183"/>
                  </a:moveTo>
                  <a:cubicBezTo>
                    <a:pt x="52097" y="-4127"/>
                    <a:pt x="33430" y="1529"/>
                    <a:pt x="24462" y="16300"/>
                  </a:cubicBezTo>
                  <a:cubicBezTo>
                    <a:pt x="12945" y="35311"/>
                    <a:pt x="1047" y="100328"/>
                    <a:pt x="0" y="111354"/>
                  </a:cubicBezTo>
                  <a:cubicBezTo>
                    <a:pt x="0" y="111354"/>
                    <a:pt x="16086" y="133597"/>
                    <a:pt x="40167" y="13036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8;p24">
              <a:extLst>
                <a:ext uri="{FF2B5EF4-FFF2-40B4-BE49-F238E27FC236}">
                  <a16:creationId xmlns:a16="http://schemas.microsoft.com/office/drawing/2014/main" id="{88EE9B43-0E20-86DA-DD2E-E0CF90D9DABC}"/>
                </a:ext>
              </a:extLst>
            </p:cNvPr>
            <p:cNvSpPr/>
            <p:nvPr/>
          </p:nvSpPr>
          <p:spPr>
            <a:xfrm>
              <a:off x="2966810" y="4837262"/>
              <a:ext cx="145801" cy="82247"/>
            </a:xfrm>
            <a:custGeom>
              <a:avLst/>
              <a:gdLst/>
              <a:ahLst/>
              <a:cxnLst/>
              <a:rect l="l" t="t" r="r" b="b"/>
              <a:pathLst>
                <a:path w="145801" h="82247" extrusionOk="0">
                  <a:moveTo>
                    <a:pt x="7003" y="19800"/>
                  </a:moveTo>
                  <a:cubicBezTo>
                    <a:pt x="23964" y="24458"/>
                    <a:pt x="42087" y="22272"/>
                    <a:pt x="57449" y="13717"/>
                  </a:cubicBezTo>
                  <a:cubicBezTo>
                    <a:pt x="69537" y="13717"/>
                    <a:pt x="135498" y="-14134"/>
                    <a:pt x="144446" y="9535"/>
                  </a:cubicBezTo>
                  <a:cubicBezTo>
                    <a:pt x="152346" y="30256"/>
                    <a:pt x="123791" y="49457"/>
                    <a:pt x="108562" y="53164"/>
                  </a:cubicBezTo>
                  <a:cubicBezTo>
                    <a:pt x="75248" y="61244"/>
                    <a:pt x="50596" y="77783"/>
                    <a:pt x="37175" y="80635"/>
                  </a:cubicBezTo>
                  <a:cubicBezTo>
                    <a:pt x="27657" y="82726"/>
                    <a:pt x="14332" y="84057"/>
                    <a:pt x="6432" y="76262"/>
                  </a:cubicBezTo>
                  <a:cubicBezTo>
                    <a:pt x="-2515" y="66852"/>
                    <a:pt x="-1944" y="32157"/>
                    <a:pt x="7003" y="1980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09;p24">
              <a:extLst>
                <a:ext uri="{FF2B5EF4-FFF2-40B4-BE49-F238E27FC236}">
                  <a16:creationId xmlns:a16="http://schemas.microsoft.com/office/drawing/2014/main" id="{BE86E4D4-1172-CE33-879F-0AF3D2F3D1AB}"/>
                </a:ext>
              </a:extLst>
            </p:cNvPr>
            <p:cNvSpPr/>
            <p:nvPr/>
          </p:nvSpPr>
          <p:spPr>
            <a:xfrm>
              <a:off x="2969244" y="4850979"/>
              <a:ext cx="143767" cy="68530"/>
            </a:xfrm>
            <a:custGeom>
              <a:avLst/>
              <a:gdLst/>
              <a:ahLst/>
              <a:cxnLst/>
              <a:rect l="l" t="t" r="r" b="b"/>
              <a:pathLst>
                <a:path w="143767" h="68530" extrusionOk="0">
                  <a:moveTo>
                    <a:pt x="35122" y="61119"/>
                  </a:moveTo>
                  <a:cubicBezTo>
                    <a:pt x="48543" y="58363"/>
                    <a:pt x="73195" y="42109"/>
                    <a:pt x="106509" y="33649"/>
                  </a:cubicBezTo>
                  <a:cubicBezTo>
                    <a:pt x="119263" y="30607"/>
                    <a:pt x="141250" y="16634"/>
                    <a:pt x="143535" y="0"/>
                  </a:cubicBezTo>
                  <a:cubicBezTo>
                    <a:pt x="146485" y="19011"/>
                    <a:pt x="120691" y="36025"/>
                    <a:pt x="106509" y="39447"/>
                  </a:cubicBezTo>
                  <a:cubicBezTo>
                    <a:pt x="73195" y="47527"/>
                    <a:pt x="48543" y="64066"/>
                    <a:pt x="35122" y="66918"/>
                  </a:cubicBezTo>
                  <a:cubicBezTo>
                    <a:pt x="25604" y="69009"/>
                    <a:pt x="12278" y="70340"/>
                    <a:pt x="4378" y="62545"/>
                  </a:cubicBezTo>
                  <a:cubicBezTo>
                    <a:pt x="2265" y="60292"/>
                    <a:pt x="761" y="57545"/>
                    <a:pt x="0" y="54561"/>
                  </a:cubicBezTo>
                  <a:cubicBezTo>
                    <a:pt x="10013" y="62156"/>
                    <a:pt x="23034" y="64589"/>
                    <a:pt x="35122" y="61119"/>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0;p24">
              <a:extLst>
                <a:ext uri="{FF2B5EF4-FFF2-40B4-BE49-F238E27FC236}">
                  <a16:creationId xmlns:a16="http://schemas.microsoft.com/office/drawing/2014/main" id="{E1C6BAC9-D7A5-3BD4-95B0-B27280F1DC80}"/>
                </a:ext>
              </a:extLst>
            </p:cNvPr>
            <p:cNvSpPr/>
            <p:nvPr/>
          </p:nvSpPr>
          <p:spPr>
            <a:xfrm>
              <a:off x="2864165" y="4805303"/>
              <a:ext cx="146191" cy="82209"/>
            </a:xfrm>
            <a:custGeom>
              <a:avLst/>
              <a:gdLst/>
              <a:ahLst/>
              <a:cxnLst/>
              <a:rect l="l" t="t" r="r" b="b"/>
              <a:pathLst>
                <a:path w="146191" h="82209" extrusionOk="0">
                  <a:moveTo>
                    <a:pt x="7327" y="19726"/>
                  </a:moveTo>
                  <a:cubicBezTo>
                    <a:pt x="24287" y="24431"/>
                    <a:pt x="42423" y="22245"/>
                    <a:pt x="57774" y="13642"/>
                  </a:cubicBezTo>
                  <a:cubicBezTo>
                    <a:pt x="69957" y="13642"/>
                    <a:pt x="135823" y="-14113"/>
                    <a:pt x="144865" y="9555"/>
                  </a:cubicBezTo>
                  <a:cubicBezTo>
                    <a:pt x="152670" y="30277"/>
                    <a:pt x="124116" y="49477"/>
                    <a:pt x="108886" y="53185"/>
                  </a:cubicBezTo>
                  <a:cubicBezTo>
                    <a:pt x="75573" y="61169"/>
                    <a:pt x="50921" y="77804"/>
                    <a:pt x="37595" y="80560"/>
                  </a:cubicBezTo>
                  <a:cubicBezTo>
                    <a:pt x="27601" y="82651"/>
                    <a:pt x="14656" y="84077"/>
                    <a:pt x="6756" y="76283"/>
                  </a:cubicBezTo>
                  <a:cubicBezTo>
                    <a:pt x="-2762" y="66872"/>
                    <a:pt x="-1905" y="32178"/>
                    <a:pt x="7327" y="19726"/>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1;p24">
              <a:extLst>
                <a:ext uri="{FF2B5EF4-FFF2-40B4-BE49-F238E27FC236}">
                  <a16:creationId xmlns:a16="http://schemas.microsoft.com/office/drawing/2014/main" id="{BD1EB1F6-2662-1128-33F9-C8C95E52C393}"/>
                </a:ext>
              </a:extLst>
            </p:cNvPr>
            <p:cNvSpPr/>
            <p:nvPr/>
          </p:nvSpPr>
          <p:spPr>
            <a:xfrm>
              <a:off x="2866543" y="4818565"/>
              <a:ext cx="143767" cy="68566"/>
            </a:xfrm>
            <a:custGeom>
              <a:avLst/>
              <a:gdLst/>
              <a:ahLst/>
              <a:cxnLst/>
              <a:rect l="l" t="t" r="r" b="b"/>
              <a:pathLst>
                <a:path w="143767" h="68566" extrusionOk="0">
                  <a:moveTo>
                    <a:pt x="35217" y="61215"/>
                  </a:moveTo>
                  <a:cubicBezTo>
                    <a:pt x="48543" y="58363"/>
                    <a:pt x="73290" y="42204"/>
                    <a:pt x="106509" y="33744"/>
                  </a:cubicBezTo>
                  <a:cubicBezTo>
                    <a:pt x="119263" y="30702"/>
                    <a:pt x="141345" y="16730"/>
                    <a:pt x="143534" y="0"/>
                  </a:cubicBezTo>
                  <a:cubicBezTo>
                    <a:pt x="146485" y="19011"/>
                    <a:pt x="120691" y="36025"/>
                    <a:pt x="106509" y="39542"/>
                  </a:cubicBezTo>
                  <a:cubicBezTo>
                    <a:pt x="73195" y="47527"/>
                    <a:pt x="48543" y="64161"/>
                    <a:pt x="35217" y="66918"/>
                  </a:cubicBezTo>
                  <a:cubicBezTo>
                    <a:pt x="25223" y="69009"/>
                    <a:pt x="12278" y="70435"/>
                    <a:pt x="4378" y="62640"/>
                  </a:cubicBezTo>
                  <a:cubicBezTo>
                    <a:pt x="2320" y="60350"/>
                    <a:pt x="821" y="57622"/>
                    <a:pt x="0" y="54656"/>
                  </a:cubicBezTo>
                  <a:cubicBezTo>
                    <a:pt x="10052" y="62251"/>
                    <a:pt x="23099" y="64684"/>
                    <a:pt x="35217" y="61215"/>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2;p24">
              <a:extLst>
                <a:ext uri="{FF2B5EF4-FFF2-40B4-BE49-F238E27FC236}">
                  <a16:creationId xmlns:a16="http://schemas.microsoft.com/office/drawing/2014/main" id="{F332E4B9-69A6-F7D1-5255-C95AA420EC52}"/>
                </a:ext>
              </a:extLst>
            </p:cNvPr>
            <p:cNvSpPr/>
            <p:nvPr/>
          </p:nvSpPr>
          <p:spPr>
            <a:xfrm>
              <a:off x="2858160" y="4267254"/>
              <a:ext cx="210834" cy="594226"/>
            </a:xfrm>
            <a:custGeom>
              <a:avLst/>
              <a:gdLst/>
              <a:ahLst/>
              <a:cxnLst/>
              <a:rect l="l" t="t" r="r" b="b"/>
              <a:pathLst>
                <a:path w="210834" h="594226" extrusionOk="0">
                  <a:moveTo>
                    <a:pt x="6098" y="372610"/>
                  </a:moveTo>
                  <a:cubicBezTo>
                    <a:pt x="8933" y="348172"/>
                    <a:pt x="14031" y="324057"/>
                    <a:pt x="21327" y="300559"/>
                  </a:cubicBezTo>
                  <a:cubicBezTo>
                    <a:pt x="21327" y="300559"/>
                    <a:pt x="16759" y="238299"/>
                    <a:pt x="14474" y="179271"/>
                  </a:cubicBezTo>
                  <a:cubicBezTo>
                    <a:pt x="11904" y="112734"/>
                    <a:pt x="-11320" y="53420"/>
                    <a:pt x="6955" y="0"/>
                  </a:cubicBezTo>
                  <a:lnTo>
                    <a:pt x="210835" y="45340"/>
                  </a:lnTo>
                  <a:cubicBezTo>
                    <a:pt x="210835" y="45340"/>
                    <a:pt x="201317" y="312821"/>
                    <a:pt x="198176" y="345140"/>
                  </a:cubicBezTo>
                  <a:cubicBezTo>
                    <a:pt x="196596" y="370310"/>
                    <a:pt x="193417" y="395366"/>
                    <a:pt x="188657" y="420137"/>
                  </a:cubicBezTo>
                  <a:cubicBezTo>
                    <a:pt x="179139" y="471941"/>
                    <a:pt x="168955" y="587907"/>
                    <a:pt x="168955" y="587907"/>
                  </a:cubicBezTo>
                  <a:cubicBezTo>
                    <a:pt x="147063" y="600644"/>
                    <a:pt x="114987" y="590188"/>
                    <a:pt x="114987" y="590188"/>
                  </a:cubicBezTo>
                  <a:cubicBezTo>
                    <a:pt x="114987" y="590188"/>
                    <a:pt x="114987" y="445041"/>
                    <a:pt x="116224" y="407685"/>
                  </a:cubicBezTo>
                  <a:cubicBezTo>
                    <a:pt x="117937" y="362059"/>
                    <a:pt x="119365" y="365576"/>
                    <a:pt x="119365" y="365576"/>
                  </a:cubicBezTo>
                  <a:lnTo>
                    <a:pt x="112512" y="251987"/>
                  </a:lnTo>
                  <a:lnTo>
                    <a:pt x="108038" y="195525"/>
                  </a:lnTo>
                  <a:cubicBezTo>
                    <a:pt x="108038" y="195525"/>
                    <a:pt x="102327" y="236969"/>
                    <a:pt x="98520" y="273945"/>
                  </a:cubicBezTo>
                  <a:cubicBezTo>
                    <a:pt x="95284" y="306263"/>
                    <a:pt x="87479" y="335444"/>
                    <a:pt x="78722" y="395613"/>
                  </a:cubicBezTo>
                  <a:cubicBezTo>
                    <a:pt x="71203" y="447703"/>
                    <a:pt x="63398" y="554068"/>
                    <a:pt x="63398" y="554068"/>
                  </a:cubicBezTo>
                  <a:cubicBezTo>
                    <a:pt x="41506" y="566710"/>
                    <a:pt x="12000" y="557965"/>
                    <a:pt x="12000" y="557965"/>
                  </a:cubicBezTo>
                  <a:cubicBezTo>
                    <a:pt x="12000" y="557965"/>
                    <a:pt x="197" y="417856"/>
                    <a:pt x="6098" y="37261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3;p24">
              <a:extLst>
                <a:ext uri="{FF2B5EF4-FFF2-40B4-BE49-F238E27FC236}">
                  <a16:creationId xmlns:a16="http://schemas.microsoft.com/office/drawing/2014/main" id="{9E05E8A8-2F2B-D3E1-C60F-2759ED0D0892}"/>
                </a:ext>
              </a:extLst>
            </p:cNvPr>
            <p:cNvSpPr/>
            <p:nvPr/>
          </p:nvSpPr>
          <p:spPr>
            <a:xfrm>
              <a:off x="2884049" y="3772563"/>
              <a:ext cx="155365" cy="247695"/>
            </a:xfrm>
            <a:custGeom>
              <a:avLst/>
              <a:gdLst/>
              <a:ahLst/>
              <a:cxnLst/>
              <a:rect l="l" t="t" r="r" b="b"/>
              <a:pathLst>
                <a:path w="155365" h="247695" extrusionOk="0">
                  <a:moveTo>
                    <a:pt x="8859" y="177022"/>
                  </a:moveTo>
                  <a:cubicBezTo>
                    <a:pt x="24564" y="177782"/>
                    <a:pt x="36271" y="181869"/>
                    <a:pt x="38270" y="177022"/>
                  </a:cubicBezTo>
                  <a:cubicBezTo>
                    <a:pt x="39966" y="168895"/>
                    <a:pt x="41174" y="160673"/>
                    <a:pt x="41887" y="152403"/>
                  </a:cubicBezTo>
                  <a:cubicBezTo>
                    <a:pt x="40078" y="147840"/>
                    <a:pt x="38460" y="142897"/>
                    <a:pt x="38460" y="142897"/>
                  </a:cubicBezTo>
                  <a:cubicBezTo>
                    <a:pt x="18662" y="130826"/>
                    <a:pt x="12476" y="109439"/>
                    <a:pt x="9906" y="84535"/>
                  </a:cubicBezTo>
                  <a:cubicBezTo>
                    <a:pt x="5527" y="42046"/>
                    <a:pt x="28942" y="4880"/>
                    <a:pt x="71013" y="412"/>
                  </a:cubicBezTo>
                  <a:cubicBezTo>
                    <a:pt x="111084" y="-3770"/>
                    <a:pt x="140495" y="24365"/>
                    <a:pt x="148396" y="62862"/>
                  </a:cubicBezTo>
                  <a:cubicBezTo>
                    <a:pt x="152584" y="81873"/>
                    <a:pt x="161055" y="117899"/>
                    <a:pt x="149633" y="149171"/>
                  </a:cubicBezTo>
                  <a:cubicBezTo>
                    <a:pt x="143256" y="166756"/>
                    <a:pt x="135070" y="180634"/>
                    <a:pt x="126884" y="183295"/>
                  </a:cubicBezTo>
                  <a:cubicBezTo>
                    <a:pt x="118946" y="183143"/>
                    <a:pt x="111027" y="182449"/>
                    <a:pt x="103184" y="181204"/>
                  </a:cubicBezTo>
                  <a:lnTo>
                    <a:pt x="103184" y="181204"/>
                  </a:lnTo>
                  <a:cubicBezTo>
                    <a:pt x="103184" y="181204"/>
                    <a:pt x="101090" y="192991"/>
                    <a:pt x="99662" y="200215"/>
                  </a:cubicBezTo>
                  <a:cubicBezTo>
                    <a:pt x="98235" y="207439"/>
                    <a:pt x="98711" y="211716"/>
                    <a:pt x="113844" y="221031"/>
                  </a:cubicBezTo>
                  <a:cubicBezTo>
                    <a:pt x="128978" y="230347"/>
                    <a:pt x="91001" y="249548"/>
                    <a:pt x="66253" y="247551"/>
                  </a:cubicBezTo>
                  <a:cubicBezTo>
                    <a:pt x="41506" y="245555"/>
                    <a:pt x="13523" y="230727"/>
                    <a:pt x="5908" y="214758"/>
                  </a:cubicBezTo>
                  <a:cubicBezTo>
                    <a:pt x="-2754" y="197553"/>
                    <a:pt x="-1992" y="176451"/>
                    <a:pt x="8859" y="177022"/>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4;p24">
              <a:extLst>
                <a:ext uri="{FF2B5EF4-FFF2-40B4-BE49-F238E27FC236}">
                  <a16:creationId xmlns:a16="http://schemas.microsoft.com/office/drawing/2014/main" id="{80703853-AC69-C65E-850A-91CDF99D7D6E}"/>
                </a:ext>
              </a:extLst>
            </p:cNvPr>
            <p:cNvSpPr/>
            <p:nvPr/>
          </p:nvSpPr>
          <p:spPr>
            <a:xfrm>
              <a:off x="2832349" y="3948237"/>
              <a:ext cx="239208" cy="394751"/>
            </a:xfrm>
            <a:custGeom>
              <a:avLst/>
              <a:gdLst/>
              <a:ahLst/>
              <a:cxnLst/>
              <a:rect l="l" t="t" r="r" b="b"/>
              <a:pathLst>
                <a:path w="239208" h="394751" extrusionOk="0">
                  <a:moveTo>
                    <a:pt x="83308" y="3725"/>
                  </a:moveTo>
                  <a:cubicBezTo>
                    <a:pt x="78930" y="14561"/>
                    <a:pt x="90066" y="27868"/>
                    <a:pt x="119667" y="37088"/>
                  </a:cubicBezTo>
                  <a:cubicBezTo>
                    <a:pt x="149269" y="46308"/>
                    <a:pt x="151839" y="34427"/>
                    <a:pt x="151839" y="34427"/>
                  </a:cubicBezTo>
                  <a:cubicBezTo>
                    <a:pt x="171408" y="43257"/>
                    <a:pt x="190473" y="53162"/>
                    <a:pt x="208948" y="64083"/>
                  </a:cubicBezTo>
                  <a:cubicBezTo>
                    <a:pt x="226652" y="76441"/>
                    <a:pt x="234552" y="112371"/>
                    <a:pt x="236932" y="172920"/>
                  </a:cubicBezTo>
                  <a:cubicBezTo>
                    <a:pt x="239692" y="242974"/>
                    <a:pt x="239977" y="346963"/>
                    <a:pt x="237598" y="364928"/>
                  </a:cubicBezTo>
                  <a:cubicBezTo>
                    <a:pt x="237598" y="364928"/>
                    <a:pt x="204475" y="398007"/>
                    <a:pt x="161452" y="394490"/>
                  </a:cubicBezTo>
                  <a:cubicBezTo>
                    <a:pt x="118430" y="390973"/>
                    <a:pt x="47234" y="353427"/>
                    <a:pt x="30196" y="324435"/>
                  </a:cubicBezTo>
                  <a:cubicBezTo>
                    <a:pt x="30196" y="263031"/>
                    <a:pt x="37906" y="253050"/>
                    <a:pt x="27912" y="217595"/>
                  </a:cubicBezTo>
                  <a:cubicBezTo>
                    <a:pt x="5068" y="136514"/>
                    <a:pt x="-6925" y="103531"/>
                    <a:pt x="4212" y="49540"/>
                  </a:cubicBezTo>
                  <a:cubicBezTo>
                    <a:pt x="13730" y="5150"/>
                    <a:pt x="26103" y="-363"/>
                    <a:pt x="43712" y="17"/>
                  </a:cubicBezTo>
                  <a:cubicBezTo>
                    <a:pt x="56967" y="550"/>
                    <a:pt x="70185" y="1785"/>
                    <a:pt x="83308" y="3725"/>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5;p24">
              <a:extLst>
                <a:ext uri="{FF2B5EF4-FFF2-40B4-BE49-F238E27FC236}">
                  <a16:creationId xmlns:a16="http://schemas.microsoft.com/office/drawing/2014/main" id="{1C16D40D-A537-DE3E-13FA-B2F3CA2BB5AB}"/>
                </a:ext>
              </a:extLst>
            </p:cNvPr>
            <p:cNvSpPr/>
            <p:nvPr/>
          </p:nvSpPr>
          <p:spPr>
            <a:xfrm>
              <a:off x="3011886" y="4098914"/>
              <a:ext cx="63391" cy="288487"/>
            </a:xfrm>
            <a:custGeom>
              <a:avLst/>
              <a:gdLst/>
              <a:ahLst/>
              <a:cxnLst/>
              <a:rect l="l" t="t" r="r" b="b"/>
              <a:pathLst>
                <a:path w="63391" h="288487" extrusionOk="0">
                  <a:moveTo>
                    <a:pt x="21226" y="268241"/>
                  </a:moveTo>
                  <a:lnTo>
                    <a:pt x="0" y="24144"/>
                  </a:lnTo>
                  <a:lnTo>
                    <a:pt x="45592" y="0"/>
                  </a:lnTo>
                  <a:lnTo>
                    <a:pt x="63391" y="14923"/>
                  </a:lnTo>
                  <a:lnTo>
                    <a:pt x="57109" y="234117"/>
                  </a:lnTo>
                  <a:lnTo>
                    <a:pt x="57109" y="234117"/>
                  </a:lnTo>
                  <a:lnTo>
                    <a:pt x="57109" y="240200"/>
                  </a:lnTo>
                  <a:lnTo>
                    <a:pt x="57109" y="240200"/>
                  </a:lnTo>
                  <a:lnTo>
                    <a:pt x="57109" y="247995"/>
                  </a:lnTo>
                  <a:cubicBezTo>
                    <a:pt x="57109" y="247995"/>
                    <a:pt x="58061" y="266435"/>
                    <a:pt x="23224" y="288488"/>
                  </a:cubicBezTo>
                  <a:cubicBezTo>
                    <a:pt x="23224" y="288488"/>
                    <a:pt x="22653" y="282689"/>
                    <a:pt x="22177" y="277271"/>
                  </a:cubicBezTo>
                  <a:lnTo>
                    <a:pt x="22177" y="277271"/>
                  </a:lnTo>
                  <a:lnTo>
                    <a:pt x="21321" y="267766"/>
                  </a:ln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7" name="Google Shape;1116;p24">
              <a:extLst>
                <a:ext uri="{FF2B5EF4-FFF2-40B4-BE49-F238E27FC236}">
                  <a16:creationId xmlns:a16="http://schemas.microsoft.com/office/drawing/2014/main" id="{437DC618-D92F-A74F-18CF-A88BE03F264D}"/>
                </a:ext>
              </a:extLst>
            </p:cNvPr>
            <p:cNvSpPr/>
            <p:nvPr/>
          </p:nvSpPr>
          <p:spPr>
            <a:xfrm>
              <a:off x="2997806" y="3997207"/>
              <a:ext cx="83658" cy="135231"/>
            </a:xfrm>
            <a:custGeom>
              <a:avLst/>
              <a:gdLst/>
              <a:ahLst/>
              <a:cxnLst/>
              <a:rect l="l" t="t" r="r" b="b"/>
              <a:pathLst>
                <a:path w="83658" h="135231" extrusionOk="0">
                  <a:moveTo>
                    <a:pt x="29880" y="0"/>
                  </a:moveTo>
                  <a:cubicBezTo>
                    <a:pt x="53390" y="0"/>
                    <a:pt x="67953" y="11977"/>
                    <a:pt x="74140" y="48192"/>
                  </a:cubicBezTo>
                  <a:cubicBezTo>
                    <a:pt x="80327" y="84408"/>
                    <a:pt x="83658" y="114064"/>
                    <a:pt x="83658" y="114064"/>
                  </a:cubicBezTo>
                  <a:cubicBezTo>
                    <a:pt x="72826" y="126070"/>
                    <a:pt x="57807" y="133484"/>
                    <a:pt x="41683" y="134786"/>
                  </a:cubicBezTo>
                  <a:cubicBezTo>
                    <a:pt x="13128" y="137923"/>
                    <a:pt x="4943" y="123475"/>
                    <a:pt x="4943" y="123475"/>
                  </a:cubicBezTo>
                  <a:cubicBezTo>
                    <a:pt x="4943" y="123475"/>
                    <a:pt x="1897" y="85929"/>
                    <a:pt x="374" y="60359"/>
                  </a:cubicBezTo>
                  <a:cubicBezTo>
                    <a:pt x="-1149" y="34790"/>
                    <a:pt x="755" y="570"/>
                    <a:pt x="29880" y="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7;p24">
              <a:extLst>
                <a:ext uri="{FF2B5EF4-FFF2-40B4-BE49-F238E27FC236}">
                  <a16:creationId xmlns:a16="http://schemas.microsoft.com/office/drawing/2014/main" id="{A70FCC72-79CA-5CA4-4E30-87363D83F547}"/>
                </a:ext>
              </a:extLst>
            </p:cNvPr>
            <p:cNvSpPr/>
            <p:nvPr/>
          </p:nvSpPr>
          <p:spPr>
            <a:xfrm>
              <a:off x="2888823" y="3761654"/>
              <a:ext cx="150557" cy="165637"/>
            </a:xfrm>
            <a:custGeom>
              <a:avLst/>
              <a:gdLst/>
              <a:ahLst/>
              <a:cxnLst/>
              <a:rect l="l" t="t" r="r" b="b"/>
              <a:pathLst>
                <a:path w="150557" h="165637" extrusionOk="0">
                  <a:moveTo>
                    <a:pt x="142099" y="68353"/>
                  </a:moveTo>
                  <a:cubicBezTo>
                    <a:pt x="142099" y="68353"/>
                    <a:pt x="178840" y="12557"/>
                    <a:pt x="99172" y="1150"/>
                  </a:cubicBezTo>
                  <a:cubicBezTo>
                    <a:pt x="42063" y="-7024"/>
                    <a:pt x="4752" y="29667"/>
                    <a:pt x="468" y="69874"/>
                  </a:cubicBezTo>
                  <a:cubicBezTo>
                    <a:pt x="-3624" y="107896"/>
                    <a:pt x="19981" y="147723"/>
                    <a:pt x="37018" y="163502"/>
                  </a:cubicBezTo>
                  <a:cubicBezTo>
                    <a:pt x="53749" y="167751"/>
                    <a:pt x="71464" y="165612"/>
                    <a:pt x="86703" y="157514"/>
                  </a:cubicBezTo>
                  <a:cubicBezTo>
                    <a:pt x="87636" y="147115"/>
                    <a:pt x="87988" y="136678"/>
                    <a:pt x="87750" y="126241"/>
                  </a:cubicBezTo>
                  <a:cubicBezTo>
                    <a:pt x="87750" y="126241"/>
                    <a:pt x="59862" y="67308"/>
                    <a:pt x="142099" y="6835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8;p24">
              <a:extLst>
                <a:ext uri="{FF2B5EF4-FFF2-40B4-BE49-F238E27FC236}">
                  <a16:creationId xmlns:a16="http://schemas.microsoft.com/office/drawing/2014/main" id="{1D862A14-9ED3-4F3C-177B-BC5F73415778}"/>
                </a:ext>
              </a:extLst>
            </p:cNvPr>
            <p:cNvSpPr/>
            <p:nvPr/>
          </p:nvSpPr>
          <p:spPr>
            <a:xfrm>
              <a:off x="2091982" y="2625612"/>
              <a:ext cx="210167" cy="307273"/>
            </a:xfrm>
            <a:custGeom>
              <a:avLst/>
              <a:gdLst/>
              <a:ahLst/>
              <a:cxnLst/>
              <a:rect l="l" t="t" r="r" b="b"/>
              <a:pathLst>
                <a:path w="210167" h="307273" extrusionOk="0">
                  <a:moveTo>
                    <a:pt x="136175" y="10238"/>
                  </a:moveTo>
                  <a:cubicBezTo>
                    <a:pt x="127799" y="-3260"/>
                    <a:pt x="63836" y="-12100"/>
                    <a:pt x="42801" y="41986"/>
                  </a:cubicBezTo>
                  <a:cubicBezTo>
                    <a:pt x="34806" y="62517"/>
                    <a:pt x="36043" y="114987"/>
                    <a:pt x="29380" y="147875"/>
                  </a:cubicBezTo>
                  <a:cubicBezTo>
                    <a:pt x="22718" y="180764"/>
                    <a:pt x="7013" y="199489"/>
                    <a:pt x="1397" y="226199"/>
                  </a:cubicBezTo>
                  <a:cubicBezTo>
                    <a:pt x="-4219" y="252910"/>
                    <a:pt x="4919" y="297775"/>
                    <a:pt x="69452" y="305664"/>
                  </a:cubicBezTo>
                  <a:cubicBezTo>
                    <a:pt x="133985" y="313554"/>
                    <a:pt x="183670" y="290931"/>
                    <a:pt x="198709" y="270399"/>
                  </a:cubicBezTo>
                  <a:cubicBezTo>
                    <a:pt x="213748" y="249868"/>
                    <a:pt x="214224" y="206238"/>
                    <a:pt x="198709" y="182855"/>
                  </a:cubicBezTo>
                  <a:cubicBezTo>
                    <a:pt x="183194" y="159472"/>
                    <a:pt x="170916" y="140366"/>
                    <a:pt x="171297" y="109854"/>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19;p24">
              <a:extLst>
                <a:ext uri="{FF2B5EF4-FFF2-40B4-BE49-F238E27FC236}">
                  <a16:creationId xmlns:a16="http://schemas.microsoft.com/office/drawing/2014/main" id="{8CE46497-C57E-893E-7A0C-7F1D77A3BBAB}"/>
                </a:ext>
              </a:extLst>
            </p:cNvPr>
            <p:cNvSpPr/>
            <p:nvPr/>
          </p:nvSpPr>
          <p:spPr>
            <a:xfrm>
              <a:off x="2269538" y="2847336"/>
              <a:ext cx="39152" cy="227300"/>
            </a:xfrm>
            <a:custGeom>
              <a:avLst/>
              <a:gdLst/>
              <a:ahLst/>
              <a:cxnLst/>
              <a:rect l="l" t="t" r="r" b="b"/>
              <a:pathLst>
                <a:path w="39152" h="227300" extrusionOk="0">
                  <a:moveTo>
                    <a:pt x="35145" y="14835"/>
                  </a:moveTo>
                  <a:cubicBezTo>
                    <a:pt x="35145" y="14835"/>
                    <a:pt x="50279" y="121866"/>
                    <a:pt x="21725" y="197909"/>
                  </a:cubicBezTo>
                  <a:cubicBezTo>
                    <a:pt x="-6830" y="273952"/>
                    <a:pt x="975" y="178423"/>
                    <a:pt x="975" y="178423"/>
                  </a:cubicBezTo>
                  <a:lnTo>
                    <a:pt x="7923" y="155705"/>
                  </a:lnTo>
                  <a:cubicBezTo>
                    <a:pt x="7923" y="155705"/>
                    <a:pt x="13634" y="68446"/>
                    <a:pt x="11255" y="47059"/>
                  </a:cubicBezTo>
                  <a:cubicBezTo>
                    <a:pt x="8875" y="25672"/>
                    <a:pt x="9446" y="7231"/>
                    <a:pt x="7923" y="5520"/>
                  </a:cubicBezTo>
                  <a:cubicBezTo>
                    <a:pt x="6400" y="3809"/>
                    <a:pt x="13539" y="387"/>
                    <a:pt x="16585" y="7"/>
                  </a:cubicBezTo>
                  <a:cubicBezTo>
                    <a:pt x="19631" y="-373"/>
                    <a:pt x="35145" y="14835"/>
                    <a:pt x="35145" y="1483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0;p24">
              <a:extLst>
                <a:ext uri="{FF2B5EF4-FFF2-40B4-BE49-F238E27FC236}">
                  <a16:creationId xmlns:a16="http://schemas.microsoft.com/office/drawing/2014/main" id="{F7EE4528-C1F6-2BDD-920B-B984A1AD05E8}"/>
                </a:ext>
              </a:extLst>
            </p:cNvPr>
            <p:cNvSpPr/>
            <p:nvPr/>
          </p:nvSpPr>
          <p:spPr>
            <a:xfrm>
              <a:off x="2185896" y="2622782"/>
              <a:ext cx="100407" cy="124097"/>
            </a:xfrm>
            <a:custGeom>
              <a:avLst/>
              <a:gdLst/>
              <a:ahLst/>
              <a:cxnLst/>
              <a:rect l="l" t="t" r="r" b="b"/>
              <a:pathLst>
                <a:path w="100407" h="124097" extrusionOk="0">
                  <a:moveTo>
                    <a:pt x="0" y="3657"/>
                  </a:moveTo>
                  <a:cubicBezTo>
                    <a:pt x="0" y="3657"/>
                    <a:pt x="48162" y="-10126"/>
                    <a:pt x="77288" y="15824"/>
                  </a:cubicBezTo>
                  <a:cubicBezTo>
                    <a:pt x="96918" y="33855"/>
                    <a:pt x="104879" y="61297"/>
                    <a:pt x="97942" y="87019"/>
                  </a:cubicBezTo>
                  <a:cubicBezTo>
                    <a:pt x="94040" y="102227"/>
                    <a:pt x="86235" y="122949"/>
                    <a:pt x="74147" y="124090"/>
                  </a:cubicBezTo>
                  <a:cubicBezTo>
                    <a:pt x="62059" y="125230"/>
                    <a:pt x="0" y="3657"/>
                    <a:pt x="0" y="3657"/>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2" name="Google Shape;1121;p24">
              <a:extLst>
                <a:ext uri="{FF2B5EF4-FFF2-40B4-BE49-F238E27FC236}">
                  <a16:creationId xmlns:a16="http://schemas.microsoft.com/office/drawing/2014/main" id="{70DAF59C-70FF-3DAA-0243-A163D2996FFE}"/>
                </a:ext>
              </a:extLst>
            </p:cNvPr>
            <p:cNvSpPr/>
            <p:nvPr/>
          </p:nvSpPr>
          <p:spPr>
            <a:xfrm>
              <a:off x="2142363" y="2757613"/>
              <a:ext cx="124104" cy="138364"/>
            </a:xfrm>
            <a:custGeom>
              <a:avLst/>
              <a:gdLst/>
              <a:ahLst/>
              <a:cxnLst/>
              <a:rect l="l" t="t" r="r" b="b"/>
              <a:pathLst>
                <a:path w="124104" h="138364" extrusionOk="0">
                  <a:moveTo>
                    <a:pt x="25163" y="0"/>
                  </a:moveTo>
                  <a:cubicBezTo>
                    <a:pt x="25163" y="0"/>
                    <a:pt x="28304" y="53515"/>
                    <a:pt x="27352" y="57032"/>
                  </a:cubicBezTo>
                  <a:cubicBezTo>
                    <a:pt x="26400" y="60549"/>
                    <a:pt x="6221" y="64826"/>
                    <a:pt x="606" y="69484"/>
                  </a:cubicBezTo>
                  <a:cubicBezTo>
                    <a:pt x="-5010" y="74142"/>
                    <a:pt x="29826" y="128513"/>
                    <a:pt x="47530" y="136592"/>
                  </a:cubicBezTo>
                  <a:cubicBezTo>
                    <a:pt x="65234" y="144671"/>
                    <a:pt x="119964" y="124045"/>
                    <a:pt x="123676" y="96860"/>
                  </a:cubicBezTo>
                  <a:cubicBezTo>
                    <a:pt x="127198" y="71766"/>
                    <a:pt x="108066" y="52279"/>
                    <a:pt x="100642" y="45531"/>
                  </a:cubicBezTo>
                  <a:cubicBezTo>
                    <a:pt x="95603" y="45179"/>
                    <a:pt x="90547" y="45179"/>
                    <a:pt x="85508" y="45531"/>
                  </a:cubicBezTo>
                  <a:lnTo>
                    <a:pt x="83890" y="19486"/>
                  </a:lnTo>
                  <a:cubicBezTo>
                    <a:pt x="60475" y="11977"/>
                    <a:pt x="25163" y="0"/>
                    <a:pt x="25163"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2;p24">
              <a:extLst>
                <a:ext uri="{FF2B5EF4-FFF2-40B4-BE49-F238E27FC236}">
                  <a16:creationId xmlns:a16="http://schemas.microsoft.com/office/drawing/2014/main" id="{7DAC007C-9381-E9FC-6B4C-6DE2E2DAD10B}"/>
                </a:ext>
              </a:extLst>
            </p:cNvPr>
            <p:cNvSpPr/>
            <p:nvPr/>
          </p:nvSpPr>
          <p:spPr>
            <a:xfrm>
              <a:off x="2121718" y="2803072"/>
              <a:ext cx="180978" cy="208003"/>
            </a:xfrm>
            <a:custGeom>
              <a:avLst/>
              <a:gdLst/>
              <a:ahLst/>
              <a:cxnLst/>
              <a:rect l="l" t="t" r="r" b="b"/>
              <a:pathLst>
                <a:path w="180978" h="208003" extrusionOk="0">
                  <a:moveTo>
                    <a:pt x="38384" y="17181"/>
                  </a:moveTo>
                  <a:cubicBezTo>
                    <a:pt x="23345" y="19557"/>
                    <a:pt x="6117" y="27542"/>
                    <a:pt x="3738" y="36192"/>
                  </a:cubicBezTo>
                  <a:cubicBezTo>
                    <a:pt x="-2445" y="65896"/>
                    <a:pt x="-938" y="96684"/>
                    <a:pt x="8116" y="125637"/>
                  </a:cubicBezTo>
                  <a:cubicBezTo>
                    <a:pt x="21156" y="160046"/>
                    <a:pt x="29913" y="182004"/>
                    <a:pt x="37432" y="196832"/>
                  </a:cubicBezTo>
                  <a:cubicBezTo>
                    <a:pt x="37432" y="196832"/>
                    <a:pt x="102632" y="224778"/>
                    <a:pt x="155268" y="192270"/>
                  </a:cubicBezTo>
                  <a:cubicBezTo>
                    <a:pt x="155268" y="192270"/>
                    <a:pt x="158789" y="155294"/>
                    <a:pt x="159075" y="135238"/>
                  </a:cubicBezTo>
                  <a:cubicBezTo>
                    <a:pt x="207618" y="92939"/>
                    <a:pt x="166118" y="40849"/>
                    <a:pt x="125000" y="356"/>
                  </a:cubicBezTo>
                  <a:cubicBezTo>
                    <a:pt x="120062" y="-119"/>
                    <a:pt x="115089" y="-119"/>
                    <a:pt x="110151" y="356"/>
                  </a:cubicBezTo>
                  <a:cubicBezTo>
                    <a:pt x="110151" y="356"/>
                    <a:pt x="146892" y="43606"/>
                    <a:pt x="121383" y="68225"/>
                  </a:cubicBezTo>
                  <a:cubicBezTo>
                    <a:pt x="66748" y="51495"/>
                    <a:pt x="55898" y="26971"/>
                    <a:pt x="38384" y="17181"/>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3;p24">
              <a:extLst>
                <a:ext uri="{FF2B5EF4-FFF2-40B4-BE49-F238E27FC236}">
                  <a16:creationId xmlns:a16="http://schemas.microsoft.com/office/drawing/2014/main" id="{F2034C14-A31F-1A2F-A0B2-43ABB48F582D}"/>
                </a:ext>
              </a:extLst>
            </p:cNvPr>
            <p:cNvSpPr/>
            <p:nvPr/>
          </p:nvSpPr>
          <p:spPr>
            <a:xfrm>
              <a:off x="2137334" y="2632700"/>
              <a:ext cx="133195" cy="163980"/>
            </a:xfrm>
            <a:custGeom>
              <a:avLst/>
              <a:gdLst/>
              <a:ahLst/>
              <a:cxnLst/>
              <a:rect l="l" t="t" r="r" b="b"/>
              <a:pathLst>
                <a:path w="133195" h="163980" extrusionOk="0">
                  <a:moveTo>
                    <a:pt x="130419" y="58471"/>
                  </a:moveTo>
                  <a:lnTo>
                    <a:pt x="130419" y="58471"/>
                  </a:lnTo>
                  <a:cubicBezTo>
                    <a:pt x="124993" y="24061"/>
                    <a:pt x="100056" y="-1888"/>
                    <a:pt x="64553" y="108"/>
                  </a:cubicBezTo>
                  <a:cubicBezTo>
                    <a:pt x="26762" y="2399"/>
                    <a:pt x="-2053" y="34793"/>
                    <a:pt x="115" y="72539"/>
                  </a:cubicBezTo>
                  <a:cubicBezTo>
                    <a:pt x="1384" y="93736"/>
                    <a:pt x="12514" y="113117"/>
                    <a:pt x="30192" y="124913"/>
                  </a:cubicBezTo>
                  <a:cubicBezTo>
                    <a:pt x="31439" y="130103"/>
                    <a:pt x="33258" y="135141"/>
                    <a:pt x="35618" y="139932"/>
                  </a:cubicBezTo>
                  <a:cubicBezTo>
                    <a:pt x="48277" y="154570"/>
                    <a:pt x="81686" y="163885"/>
                    <a:pt x="92727" y="163980"/>
                  </a:cubicBezTo>
                  <a:cubicBezTo>
                    <a:pt x="102245" y="163980"/>
                    <a:pt x="110526" y="155235"/>
                    <a:pt x="119473" y="140407"/>
                  </a:cubicBezTo>
                  <a:cubicBezTo>
                    <a:pt x="138033" y="109610"/>
                    <a:pt x="133369" y="75485"/>
                    <a:pt x="130419" y="58471"/>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4;p24">
              <a:extLst>
                <a:ext uri="{FF2B5EF4-FFF2-40B4-BE49-F238E27FC236}">
                  <a16:creationId xmlns:a16="http://schemas.microsoft.com/office/drawing/2014/main" id="{F8D00E1D-90D7-B5C5-1DDA-353B9DD42790}"/>
                </a:ext>
              </a:extLst>
            </p:cNvPr>
            <p:cNvSpPr/>
            <p:nvPr/>
          </p:nvSpPr>
          <p:spPr>
            <a:xfrm>
              <a:off x="2131362" y="2631771"/>
              <a:ext cx="133630" cy="125556"/>
            </a:xfrm>
            <a:custGeom>
              <a:avLst/>
              <a:gdLst/>
              <a:ahLst/>
              <a:cxnLst/>
              <a:rect l="l" t="t" r="r" b="b"/>
              <a:pathLst>
                <a:path w="133630" h="125556" extrusionOk="0">
                  <a:moveTo>
                    <a:pt x="59484" y="1702"/>
                  </a:moveTo>
                  <a:cubicBezTo>
                    <a:pt x="34546" y="6549"/>
                    <a:pt x="14082" y="13583"/>
                    <a:pt x="7324" y="38012"/>
                  </a:cubicBezTo>
                  <a:cubicBezTo>
                    <a:pt x="2660" y="54837"/>
                    <a:pt x="-3432" y="86965"/>
                    <a:pt x="2375" y="100462"/>
                  </a:cubicBezTo>
                  <a:lnTo>
                    <a:pt x="5991" y="109968"/>
                  </a:lnTo>
                  <a:lnTo>
                    <a:pt x="36164" y="125557"/>
                  </a:lnTo>
                  <a:cubicBezTo>
                    <a:pt x="36164" y="125557"/>
                    <a:pt x="50251" y="113770"/>
                    <a:pt x="45682" y="79456"/>
                  </a:cubicBezTo>
                  <a:cubicBezTo>
                    <a:pt x="45808" y="74807"/>
                    <a:pt x="47261" y="70283"/>
                    <a:pt x="49870" y="66433"/>
                  </a:cubicBezTo>
                  <a:cubicBezTo>
                    <a:pt x="51779" y="63173"/>
                    <a:pt x="53189" y="59646"/>
                    <a:pt x="54058" y="55977"/>
                  </a:cubicBezTo>
                  <a:cubicBezTo>
                    <a:pt x="57624" y="46681"/>
                    <a:pt x="64649" y="39124"/>
                    <a:pt x="73666" y="34875"/>
                  </a:cubicBezTo>
                  <a:cubicBezTo>
                    <a:pt x="96129" y="22233"/>
                    <a:pt x="129062" y="33164"/>
                    <a:pt x="133631" y="37727"/>
                  </a:cubicBezTo>
                  <a:cubicBezTo>
                    <a:pt x="120538" y="9734"/>
                    <a:pt x="89617" y="-5285"/>
                    <a:pt x="59484" y="1702"/>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5;p24">
              <a:extLst>
                <a:ext uri="{FF2B5EF4-FFF2-40B4-BE49-F238E27FC236}">
                  <a16:creationId xmlns:a16="http://schemas.microsoft.com/office/drawing/2014/main" id="{70645B14-851D-804A-9A89-E92E11CF41BE}"/>
                </a:ext>
              </a:extLst>
            </p:cNvPr>
            <p:cNvSpPr/>
            <p:nvPr/>
          </p:nvSpPr>
          <p:spPr>
            <a:xfrm>
              <a:off x="2137527" y="3718507"/>
              <a:ext cx="105640" cy="80438"/>
            </a:xfrm>
            <a:custGeom>
              <a:avLst/>
              <a:gdLst/>
              <a:ahLst/>
              <a:cxnLst/>
              <a:rect l="l" t="t" r="r" b="b"/>
              <a:pathLst>
                <a:path w="105640" h="80438" extrusionOk="0">
                  <a:moveTo>
                    <a:pt x="8202" y="3"/>
                  </a:moveTo>
                  <a:cubicBezTo>
                    <a:pt x="20862" y="10269"/>
                    <a:pt x="40469" y="3139"/>
                    <a:pt x="41421" y="4090"/>
                  </a:cubicBezTo>
                  <a:cubicBezTo>
                    <a:pt x="56092" y="16761"/>
                    <a:pt x="71439" y="28623"/>
                    <a:pt x="87394" y="39640"/>
                  </a:cubicBezTo>
                  <a:cubicBezTo>
                    <a:pt x="95294" y="45818"/>
                    <a:pt x="107572" y="54088"/>
                    <a:pt x="105383" y="65970"/>
                  </a:cubicBezTo>
                  <a:cubicBezTo>
                    <a:pt x="101386" y="87167"/>
                    <a:pt x="67310" y="80608"/>
                    <a:pt x="54461" y="74145"/>
                  </a:cubicBezTo>
                  <a:cubicBezTo>
                    <a:pt x="41611" y="67681"/>
                    <a:pt x="31141" y="56845"/>
                    <a:pt x="19053" y="49335"/>
                  </a:cubicBezTo>
                  <a:cubicBezTo>
                    <a:pt x="10392" y="44012"/>
                    <a:pt x="1825" y="41161"/>
                    <a:pt x="17" y="30325"/>
                  </a:cubicBezTo>
                  <a:cubicBezTo>
                    <a:pt x="-364" y="23386"/>
                    <a:pt x="5823" y="-283"/>
                    <a:pt x="8202" y="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6;p24">
              <a:extLst>
                <a:ext uri="{FF2B5EF4-FFF2-40B4-BE49-F238E27FC236}">
                  <a16:creationId xmlns:a16="http://schemas.microsoft.com/office/drawing/2014/main" id="{E908B303-8CF8-5DC5-486E-A82B1243C4F4}"/>
                </a:ext>
              </a:extLst>
            </p:cNvPr>
            <p:cNvSpPr/>
            <p:nvPr/>
          </p:nvSpPr>
          <p:spPr>
            <a:xfrm>
              <a:off x="2137841" y="3744079"/>
              <a:ext cx="105259" cy="54863"/>
            </a:xfrm>
            <a:custGeom>
              <a:avLst/>
              <a:gdLst/>
              <a:ahLst/>
              <a:cxnLst/>
              <a:rect l="l" t="t" r="r" b="b"/>
              <a:pathLst>
                <a:path w="105259" h="54863" extrusionOk="0">
                  <a:moveTo>
                    <a:pt x="369" y="0"/>
                  </a:moveTo>
                  <a:cubicBezTo>
                    <a:pt x="1987" y="10456"/>
                    <a:pt x="10458" y="13308"/>
                    <a:pt x="19405" y="19011"/>
                  </a:cubicBezTo>
                  <a:cubicBezTo>
                    <a:pt x="31779" y="26615"/>
                    <a:pt x="42629" y="38021"/>
                    <a:pt x="55479" y="44200"/>
                  </a:cubicBezTo>
                  <a:cubicBezTo>
                    <a:pt x="68329" y="50379"/>
                    <a:pt x="96883" y="56082"/>
                    <a:pt x="105259" y="40968"/>
                  </a:cubicBezTo>
                  <a:cubicBezTo>
                    <a:pt x="100690" y="61405"/>
                    <a:pt x="67186" y="55036"/>
                    <a:pt x="54527" y="48573"/>
                  </a:cubicBezTo>
                  <a:cubicBezTo>
                    <a:pt x="41868" y="42109"/>
                    <a:pt x="31208" y="31273"/>
                    <a:pt x="19119" y="23763"/>
                  </a:cubicBezTo>
                  <a:cubicBezTo>
                    <a:pt x="10458" y="18440"/>
                    <a:pt x="1891" y="15589"/>
                    <a:pt x="83" y="4753"/>
                  </a:cubicBezTo>
                  <a:cubicBezTo>
                    <a:pt x="-89" y="3165"/>
                    <a:pt x="7" y="1559"/>
                    <a:pt x="369"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7;p24">
              <a:extLst>
                <a:ext uri="{FF2B5EF4-FFF2-40B4-BE49-F238E27FC236}">
                  <a16:creationId xmlns:a16="http://schemas.microsoft.com/office/drawing/2014/main" id="{CAE0E8D8-73D0-88A1-80C3-BE9FA287A5DE}"/>
                </a:ext>
              </a:extLst>
            </p:cNvPr>
            <p:cNvSpPr/>
            <p:nvPr/>
          </p:nvSpPr>
          <p:spPr>
            <a:xfrm>
              <a:off x="2226539" y="3701115"/>
              <a:ext cx="96273" cy="74358"/>
            </a:xfrm>
            <a:custGeom>
              <a:avLst/>
              <a:gdLst/>
              <a:ahLst/>
              <a:cxnLst/>
              <a:rect l="l" t="t" r="r" b="b"/>
              <a:pathLst>
                <a:path w="96273" h="74358" extrusionOk="0">
                  <a:moveTo>
                    <a:pt x="7519" y="0"/>
                  </a:moveTo>
                  <a:cubicBezTo>
                    <a:pt x="19132" y="9505"/>
                    <a:pt x="36074" y="4087"/>
                    <a:pt x="37407" y="4943"/>
                  </a:cubicBezTo>
                  <a:cubicBezTo>
                    <a:pt x="50869" y="16473"/>
                    <a:pt x="64979" y="27233"/>
                    <a:pt x="79667" y="37166"/>
                  </a:cubicBezTo>
                  <a:cubicBezTo>
                    <a:pt x="86806" y="42774"/>
                    <a:pt x="98037" y="50378"/>
                    <a:pt x="96039" y="61215"/>
                  </a:cubicBezTo>
                  <a:cubicBezTo>
                    <a:pt x="92422" y="80225"/>
                    <a:pt x="61202" y="74712"/>
                    <a:pt x="49495" y="68724"/>
                  </a:cubicBezTo>
                  <a:cubicBezTo>
                    <a:pt x="37787" y="62735"/>
                    <a:pt x="28079" y="52945"/>
                    <a:pt x="16942" y="46006"/>
                  </a:cubicBezTo>
                  <a:cubicBezTo>
                    <a:pt x="9042" y="41158"/>
                    <a:pt x="1237" y="38592"/>
                    <a:pt x="0" y="28516"/>
                  </a:cubicBezTo>
                  <a:cubicBezTo>
                    <a:pt x="386" y="18574"/>
                    <a:pt x="2954" y="8840"/>
                    <a:pt x="7519" y="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8;p24">
              <a:extLst>
                <a:ext uri="{FF2B5EF4-FFF2-40B4-BE49-F238E27FC236}">
                  <a16:creationId xmlns:a16="http://schemas.microsoft.com/office/drawing/2014/main" id="{32A2FC70-BCC3-007C-33C3-DF6119E26B50}"/>
                </a:ext>
              </a:extLst>
            </p:cNvPr>
            <p:cNvSpPr/>
            <p:nvPr/>
          </p:nvSpPr>
          <p:spPr>
            <a:xfrm>
              <a:off x="2226484" y="3725354"/>
              <a:ext cx="95903" cy="50071"/>
            </a:xfrm>
            <a:custGeom>
              <a:avLst/>
              <a:gdLst/>
              <a:ahLst/>
              <a:cxnLst/>
              <a:rect l="l" t="t" r="r" b="b"/>
              <a:pathLst>
                <a:path w="95903" h="50071" extrusionOk="0">
                  <a:moveTo>
                    <a:pt x="245" y="0"/>
                  </a:moveTo>
                  <a:cubicBezTo>
                    <a:pt x="1768" y="9505"/>
                    <a:pt x="9763" y="12262"/>
                    <a:pt x="17283" y="17110"/>
                  </a:cubicBezTo>
                  <a:cubicBezTo>
                    <a:pt x="28609" y="24144"/>
                    <a:pt x="38604" y="34219"/>
                    <a:pt x="50311" y="40208"/>
                  </a:cubicBezTo>
                  <a:cubicBezTo>
                    <a:pt x="62018" y="46196"/>
                    <a:pt x="88384" y="51139"/>
                    <a:pt x="95903" y="37261"/>
                  </a:cubicBezTo>
                  <a:cubicBezTo>
                    <a:pt x="91810" y="56272"/>
                    <a:pt x="61162" y="50093"/>
                    <a:pt x="49549" y="44200"/>
                  </a:cubicBezTo>
                  <a:cubicBezTo>
                    <a:pt x="37937" y="38307"/>
                    <a:pt x="28134" y="28421"/>
                    <a:pt x="16997" y="21482"/>
                  </a:cubicBezTo>
                  <a:cubicBezTo>
                    <a:pt x="9097" y="16634"/>
                    <a:pt x="1292" y="14068"/>
                    <a:pt x="55" y="3992"/>
                  </a:cubicBezTo>
                  <a:cubicBezTo>
                    <a:pt x="-59" y="2661"/>
                    <a:pt x="5" y="1321"/>
                    <a:pt x="24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29;p24">
              <a:extLst>
                <a:ext uri="{FF2B5EF4-FFF2-40B4-BE49-F238E27FC236}">
                  <a16:creationId xmlns:a16="http://schemas.microsoft.com/office/drawing/2014/main" id="{25E3722E-A757-94A9-1F38-6841885E7A64}"/>
                </a:ext>
              </a:extLst>
            </p:cNvPr>
            <p:cNvSpPr/>
            <p:nvPr/>
          </p:nvSpPr>
          <p:spPr>
            <a:xfrm>
              <a:off x="2101518" y="3008174"/>
              <a:ext cx="205910" cy="717579"/>
            </a:xfrm>
            <a:custGeom>
              <a:avLst/>
              <a:gdLst/>
              <a:ahLst/>
              <a:cxnLst/>
              <a:rect l="l" t="t" r="r" b="b"/>
              <a:pathLst>
                <a:path w="205910" h="717579" extrusionOk="0">
                  <a:moveTo>
                    <a:pt x="200595" y="106555"/>
                  </a:moveTo>
                  <a:cubicBezTo>
                    <a:pt x="194980" y="63115"/>
                    <a:pt x="178989" y="0"/>
                    <a:pt x="178989" y="0"/>
                  </a:cubicBezTo>
                  <a:cubicBezTo>
                    <a:pt x="163827" y="7043"/>
                    <a:pt x="147437" y="11083"/>
                    <a:pt x="130732" y="11882"/>
                  </a:cubicBezTo>
                  <a:cubicBezTo>
                    <a:pt x="106230" y="11825"/>
                    <a:pt x="81788" y="9467"/>
                    <a:pt x="57727" y="4848"/>
                  </a:cubicBezTo>
                  <a:cubicBezTo>
                    <a:pt x="49855" y="18526"/>
                    <a:pt x="41277" y="31786"/>
                    <a:pt x="32028" y="44580"/>
                  </a:cubicBezTo>
                  <a:cubicBezTo>
                    <a:pt x="19464" y="61975"/>
                    <a:pt x="-4998" y="100091"/>
                    <a:pt x="904" y="166629"/>
                  </a:cubicBezTo>
                  <a:cubicBezTo>
                    <a:pt x="4806" y="210163"/>
                    <a:pt x="29458" y="394758"/>
                    <a:pt x="29458" y="394758"/>
                  </a:cubicBezTo>
                  <a:cubicBezTo>
                    <a:pt x="19982" y="425830"/>
                    <a:pt x="14951" y="458092"/>
                    <a:pt x="14515" y="490572"/>
                  </a:cubicBezTo>
                  <a:cubicBezTo>
                    <a:pt x="16767" y="529163"/>
                    <a:pt x="21857" y="567546"/>
                    <a:pt x="29744" y="605396"/>
                  </a:cubicBezTo>
                  <a:lnTo>
                    <a:pt x="44307" y="709955"/>
                  </a:lnTo>
                  <a:cubicBezTo>
                    <a:pt x="44307" y="709955"/>
                    <a:pt x="63343" y="723928"/>
                    <a:pt x="77525" y="714043"/>
                  </a:cubicBezTo>
                  <a:lnTo>
                    <a:pt x="75812" y="611385"/>
                  </a:lnTo>
                  <a:cubicBezTo>
                    <a:pt x="77430" y="586291"/>
                    <a:pt x="79905" y="549220"/>
                    <a:pt x="81523" y="525837"/>
                  </a:cubicBezTo>
                  <a:cubicBezTo>
                    <a:pt x="84188" y="487340"/>
                    <a:pt x="91041" y="426125"/>
                    <a:pt x="93040" y="410917"/>
                  </a:cubicBezTo>
                  <a:cubicBezTo>
                    <a:pt x="95039" y="395708"/>
                    <a:pt x="99988" y="368903"/>
                    <a:pt x="102558" y="338961"/>
                  </a:cubicBezTo>
                  <a:cubicBezTo>
                    <a:pt x="105128" y="309019"/>
                    <a:pt x="116169" y="156933"/>
                    <a:pt x="116169" y="156933"/>
                  </a:cubicBezTo>
                  <a:lnTo>
                    <a:pt x="117787" y="185449"/>
                  </a:lnTo>
                  <a:cubicBezTo>
                    <a:pt x="117787" y="185449"/>
                    <a:pt x="119215" y="231741"/>
                    <a:pt x="125878" y="288773"/>
                  </a:cubicBezTo>
                  <a:cubicBezTo>
                    <a:pt x="132540" y="345805"/>
                    <a:pt x="134920" y="371089"/>
                    <a:pt x="134920" y="371089"/>
                  </a:cubicBezTo>
                  <a:cubicBezTo>
                    <a:pt x="128461" y="382524"/>
                    <a:pt x="123865" y="394910"/>
                    <a:pt x="121309" y="407780"/>
                  </a:cubicBezTo>
                  <a:cubicBezTo>
                    <a:pt x="120167" y="420042"/>
                    <a:pt x="105985" y="517567"/>
                    <a:pt x="114456" y="567185"/>
                  </a:cubicBezTo>
                  <a:lnTo>
                    <a:pt x="131779" y="693321"/>
                  </a:lnTo>
                  <a:cubicBezTo>
                    <a:pt x="140538" y="699338"/>
                    <a:pt x="151655" y="700783"/>
                    <a:pt x="161666" y="697218"/>
                  </a:cubicBezTo>
                  <a:lnTo>
                    <a:pt x="171850" y="570131"/>
                  </a:lnTo>
                  <a:cubicBezTo>
                    <a:pt x="178704" y="521749"/>
                    <a:pt x="193171" y="419186"/>
                    <a:pt x="195360" y="405879"/>
                  </a:cubicBezTo>
                  <a:cubicBezTo>
                    <a:pt x="200276" y="379007"/>
                    <a:pt x="203171" y="351812"/>
                    <a:pt x="204022" y="324513"/>
                  </a:cubicBezTo>
                  <a:cubicBezTo>
                    <a:pt x="207394" y="251863"/>
                    <a:pt x="206250" y="179071"/>
                    <a:pt x="200595" y="10655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0;p24">
              <a:extLst>
                <a:ext uri="{FF2B5EF4-FFF2-40B4-BE49-F238E27FC236}">
                  <a16:creationId xmlns:a16="http://schemas.microsoft.com/office/drawing/2014/main" id="{5F862AB3-63EE-A670-1E2B-02AF180177F1}"/>
                </a:ext>
              </a:extLst>
            </p:cNvPr>
            <p:cNvSpPr/>
            <p:nvPr/>
          </p:nvSpPr>
          <p:spPr>
            <a:xfrm>
              <a:off x="2096876" y="2994106"/>
              <a:ext cx="219176" cy="477454"/>
            </a:xfrm>
            <a:custGeom>
              <a:avLst/>
              <a:gdLst/>
              <a:ahLst/>
              <a:cxnLst/>
              <a:rect l="l" t="t" r="r" b="b"/>
              <a:pathLst>
                <a:path w="219176" h="477454" extrusionOk="0">
                  <a:moveTo>
                    <a:pt x="62274" y="5418"/>
                  </a:moveTo>
                  <a:lnTo>
                    <a:pt x="24773" y="80606"/>
                  </a:lnTo>
                  <a:cubicBezTo>
                    <a:pt x="24773" y="80606"/>
                    <a:pt x="-32337" y="164158"/>
                    <a:pt x="26867" y="378979"/>
                  </a:cubicBezTo>
                  <a:lnTo>
                    <a:pt x="15730" y="445516"/>
                  </a:lnTo>
                  <a:cubicBezTo>
                    <a:pt x="15730" y="445516"/>
                    <a:pt x="127855" y="517377"/>
                    <a:pt x="202953" y="445516"/>
                  </a:cubicBezTo>
                  <a:cubicBezTo>
                    <a:pt x="202953" y="445516"/>
                    <a:pt x="228938" y="247044"/>
                    <a:pt x="215137" y="155508"/>
                  </a:cubicBezTo>
                  <a:cubicBezTo>
                    <a:pt x="207420" y="102867"/>
                    <a:pt x="195743" y="50882"/>
                    <a:pt x="180205" y="0"/>
                  </a:cubicBezTo>
                  <a:cubicBezTo>
                    <a:pt x="180205" y="0"/>
                    <a:pt x="161835" y="20246"/>
                    <a:pt x="67224" y="6844"/>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1;p24">
              <a:extLst>
                <a:ext uri="{FF2B5EF4-FFF2-40B4-BE49-F238E27FC236}">
                  <a16:creationId xmlns:a16="http://schemas.microsoft.com/office/drawing/2014/main" id="{6FFE238B-9EC0-2289-8AAC-69A77650C852}"/>
                </a:ext>
              </a:extLst>
            </p:cNvPr>
            <p:cNvSpPr/>
            <p:nvPr/>
          </p:nvSpPr>
          <p:spPr>
            <a:xfrm>
              <a:off x="2115642" y="2850934"/>
              <a:ext cx="316003" cy="274536"/>
            </a:xfrm>
            <a:custGeom>
              <a:avLst/>
              <a:gdLst/>
              <a:ahLst/>
              <a:cxnLst/>
              <a:rect l="l" t="t" r="r" b="b"/>
              <a:pathLst>
                <a:path w="316003" h="274536" extrusionOk="0">
                  <a:moveTo>
                    <a:pt x="278037" y="202010"/>
                  </a:moveTo>
                  <a:cubicBezTo>
                    <a:pt x="268463" y="202400"/>
                    <a:pt x="258924" y="203417"/>
                    <a:pt x="249482" y="205052"/>
                  </a:cubicBezTo>
                  <a:cubicBezTo>
                    <a:pt x="240488" y="207875"/>
                    <a:pt x="231117" y="209320"/>
                    <a:pt x="221689" y="209329"/>
                  </a:cubicBezTo>
                  <a:cubicBezTo>
                    <a:pt x="211410" y="209329"/>
                    <a:pt x="182760" y="195071"/>
                    <a:pt x="158203" y="177867"/>
                  </a:cubicBezTo>
                  <a:cubicBezTo>
                    <a:pt x="131540" y="157867"/>
                    <a:pt x="108492" y="133467"/>
                    <a:pt x="90052" y="105721"/>
                  </a:cubicBezTo>
                  <a:cubicBezTo>
                    <a:pt x="70714" y="76112"/>
                    <a:pt x="53873" y="44963"/>
                    <a:pt x="39701" y="12568"/>
                  </a:cubicBezTo>
                  <a:cubicBezTo>
                    <a:pt x="31706" y="-10435"/>
                    <a:pt x="31896" y="5249"/>
                    <a:pt x="18285" y="4869"/>
                  </a:cubicBezTo>
                  <a:cubicBezTo>
                    <a:pt x="2199" y="4869"/>
                    <a:pt x="-6367" y="10382"/>
                    <a:pt x="5626" y="41655"/>
                  </a:cubicBezTo>
                  <a:cubicBezTo>
                    <a:pt x="17624" y="74011"/>
                    <a:pt x="34368" y="104419"/>
                    <a:pt x="55311" y="131861"/>
                  </a:cubicBezTo>
                  <a:cubicBezTo>
                    <a:pt x="74979" y="159540"/>
                    <a:pt x="99215" y="183675"/>
                    <a:pt x="126983" y="203246"/>
                  </a:cubicBezTo>
                  <a:cubicBezTo>
                    <a:pt x="151440" y="220356"/>
                    <a:pt x="177868" y="234452"/>
                    <a:pt x="205699" y="245260"/>
                  </a:cubicBezTo>
                  <a:cubicBezTo>
                    <a:pt x="213694" y="248492"/>
                    <a:pt x="218834" y="252959"/>
                    <a:pt x="233301" y="260944"/>
                  </a:cubicBezTo>
                  <a:cubicBezTo>
                    <a:pt x="247832" y="269251"/>
                    <a:pt x="264161" y="273918"/>
                    <a:pt x="280892" y="274536"/>
                  </a:cubicBezTo>
                  <a:cubicBezTo>
                    <a:pt x="294789" y="274536"/>
                    <a:pt x="299929" y="271875"/>
                    <a:pt x="300881" y="269023"/>
                  </a:cubicBezTo>
                  <a:cubicBezTo>
                    <a:pt x="301832" y="266171"/>
                    <a:pt x="299643" y="263035"/>
                    <a:pt x="293266" y="262465"/>
                  </a:cubicBezTo>
                  <a:cubicBezTo>
                    <a:pt x="283123" y="262312"/>
                    <a:pt x="273092" y="260316"/>
                    <a:pt x="263664" y="256571"/>
                  </a:cubicBezTo>
                  <a:cubicBezTo>
                    <a:pt x="263664" y="256571"/>
                    <a:pt x="277466" y="258567"/>
                    <a:pt x="285842" y="258947"/>
                  </a:cubicBezTo>
                  <a:cubicBezTo>
                    <a:pt x="293341" y="259394"/>
                    <a:pt x="300865" y="258814"/>
                    <a:pt x="308210" y="257236"/>
                  </a:cubicBezTo>
                  <a:cubicBezTo>
                    <a:pt x="315253" y="255525"/>
                    <a:pt x="319156" y="245640"/>
                    <a:pt x="312778" y="244880"/>
                  </a:cubicBezTo>
                  <a:cubicBezTo>
                    <a:pt x="306401" y="244119"/>
                    <a:pt x="301166" y="244880"/>
                    <a:pt x="288793" y="244404"/>
                  </a:cubicBezTo>
                  <a:cubicBezTo>
                    <a:pt x="282333" y="243967"/>
                    <a:pt x="275944" y="242788"/>
                    <a:pt x="269756" y="240887"/>
                  </a:cubicBezTo>
                  <a:cubicBezTo>
                    <a:pt x="278072" y="240944"/>
                    <a:pt x="286380" y="240345"/>
                    <a:pt x="294599" y="239081"/>
                  </a:cubicBezTo>
                  <a:cubicBezTo>
                    <a:pt x="301263" y="238425"/>
                    <a:pt x="307602" y="235887"/>
                    <a:pt x="312874" y="231762"/>
                  </a:cubicBezTo>
                  <a:cubicBezTo>
                    <a:pt x="315634" y="229481"/>
                    <a:pt x="316110" y="223112"/>
                    <a:pt x="308019" y="223207"/>
                  </a:cubicBezTo>
                  <a:cubicBezTo>
                    <a:pt x="298031" y="224947"/>
                    <a:pt x="287865" y="225460"/>
                    <a:pt x="277751" y="224728"/>
                  </a:cubicBezTo>
                  <a:cubicBezTo>
                    <a:pt x="267757" y="223302"/>
                    <a:pt x="260809" y="220926"/>
                    <a:pt x="262332" y="219595"/>
                  </a:cubicBezTo>
                  <a:cubicBezTo>
                    <a:pt x="263855" y="218264"/>
                    <a:pt x="269756" y="219595"/>
                    <a:pt x="278132" y="216553"/>
                  </a:cubicBezTo>
                  <a:cubicBezTo>
                    <a:pt x="286508" y="213512"/>
                    <a:pt x="292219" y="206193"/>
                    <a:pt x="290315" y="201915"/>
                  </a:cubicBezTo>
                  <a:cubicBezTo>
                    <a:pt x="288412" y="197638"/>
                    <a:pt x="287079" y="200395"/>
                    <a:pt x="278037" y="20201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2;p24">
              <a:extLst>
                <a:ext uri="{FF2B5EF4-FFF2-40B4-BE49-F238E27FC236}">
                  <a16:creationId xmlns:a16="http://schemas.microsoft.com/office/drawing/2014/main" id="{D3DA9D02-4D59-324E-5A56-78D2DCE7F7D7}"/>
                </a:ext>
              </a:extLst>
            </p:cNvPr>
            <p:cNvSpPr/>
            <p:nvPr/>
          </p:nvSpPr>
          <p:spPr>
            <a:xfrm>
              <a:off x="2110000" y="2833008"/>
              <a:ext cx="75991" cy="89275"/>
            </a:xfrm>
            <a:custGeom>
              <a:avLst/>
              <a:gdLst/>
              <a:ahLst/>
              <a:cxnLst/>
              <a:rect l="l" t="t" r="r" b="b"/>
              <a:pathLst>
                <a:path w="75991" h="89275" extrusionOk="0">
                  <a:moveTo>
                    <a:pt x="18406" y="89237"/>
                  </a:moveTo>
                  <a:cubicBezTo>
                    <a:pt x="18406" y="89237"/>
                    <a:pt x="55147" y="91139"/>
                    <a:pt x="75991" y="68231"/>
                  </a:cubicBezTo>
                  <a:lnTo>
                    <a:pt x="53338" y="20704"/>
                  </a:lnTo>
                  <a:cubicBezTo>
                    <a:pt x="53338" y="20704"/>
                    <a:pt x="42963" y="-5436"/>
                    <a:pt x="18501" y="1028"/>
                  </a:cubicBezTo>
                  <a:cubicBezTo>
                    <a:pt x="-5960" y="7491"/>
                    <a:pt x="-6341" y="42186"/>
                    <a:pt x="18406" y="8923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4" name="Google Shape;1133;p24">
              <a:extLst>
                <a:ext uri="{FF2B5EF4-FFF2-40B4-BE49-F238E27FC236}">
                  <a16:creationId xmlns:a16="http://schemas.microsoft.com/office/drawing/2014/main" id="{9AA0CD89-4AC2-4D9C-D0FC-306A7F32A178}"/>
                </a:ext>
              </a:extLst>
            </p:cNvPr>
            <p:cNvSpPr/>
            <p:nvPr/>
          </p:nvSpPr>
          <p:spPr>
            <a:xfrm>
              <a:off x="2246717" y="2802864"/>
              <a:ext cx="61392" cy="64630"/>
            </a:xfrm>
            <a:custGeom>
              <a:avLst/>
              <a:gdLst/>
              <a:ahLst/>
              <a:cxnLst/>
              <a:rect l="l" t="t" r="r" b="b"/>
              <a:pathLst>
                <a:path w="61392" h="64630" extrusionOk="0">
                  <a:moveTo>
                    <a:pt x="0" y="469"/>
                  </a:moveTo>
                  <a:cubicBezTo>
                    <a:pt x="0" y="469"/>
                    <a:pt x="29792" y="-9036"/>
                    <a:pt x="61392" y="57501"/>
                  </a:cubicBezTo>
                  <a:lnTo>
                    <a:pt x="49590" y="64630"/>
                  </a:lnTo>
                  <a:cubicBezTo>
                    <a:pt x="49590" y="64630"/>
                    <a:pt x="18465" y="17294"/>
                    <a:pt x="0" y="46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5" name="Google Shape;1134;p24">
              <a:extLst>
                <a:ext uri="{FF2B5EF4-FFF2-40B4-BE49-F238E27FC236}">
                  <a16:creationId xmlns:a16="http://schemas.microsoft.com/office/drawing/2014/main" id="{234A0DCE-DD79-287E-650F-DD7500756457}"/>
                </a:ext>
              </a:extLst>
            </p:cNvPr>
            <p:cNvSpPr/>
            <p:nvPr/>
          </p:nvSpPr>
          <p:spPr>
            <a:xfrm>
              <a:off x="2092047" y="1119152"/>
              <a:ext cx="668082" cy="515307"/>
            </a:xfrm>
            <a:custGeom>
              <a:avLst/>
              <a:gdLst/>
              <a:ahLst/>
              <a:cxnLst/>
              <a:rect l="l" t="t" r="r" b="b"/>
              <a:pathLst>
                <a:path w="668082" h="515307" extrusionOk="0">
                  <a:moveTo>
                    <a:pt x="668083" y="310182"/>
                  </a:moveTo>
                  <a:lnTo>
                    <a:pt x="141345" y="6010"/>
                  </a:lnTo>
                  <a:lnTo>
                    <a:pt x="139346" y="4869"/>
                  </a:lnTo>
                  <a:lnTo>
                    <a:pt x="139346" y="4869"/>
                  </a:lnTo>
                  <a:cubicBezTo>
                    <a:pt x="124498" y="-3020"/>
                    <a:pt x="104415" y="-1594"/>
                    <a:pt x="82237" y="11143"/>
                  </a:cubicBezTo>
                  <a:cubicBezTo>
                    <a:pt x="36835" y="37378"/>
                    <a:pt x="0" y="101064"/>
                    <a:pt x="0" y="153723"/>
                  </a:cubicBezTo>
                  <a:cubicBezTo>
                    <a:pt x="0" y="180814"/>
                    <a:pt x="9994" y="199539"/>
                    <a:pt x="25890" y="207619"/>
                  </a:cubicBezTo>
                  <a:lnTo>
                    <a:pt x="559765" y="515307"/>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5;p24">
              <a:extLst>
                <a:ext uri="{FF2B5EF4-FFF2-40B4-BE49-F238E27FC236}">
                  <a16:creationId xmlns:a16="http://schemas.microsoft.com/office/drawing/2014/main" id="{7A9CF00F-6A3F-B46E-B186-49E6B2BEE816}"/>
                </a:ext>
              </a:extLst>
            </p:cNvPr>
            <p:cNvSpPr/>
            <p:nvPr/>
          </p:nvSpPr>
          <p:spPr>
            <a:xfrm rot="-3598236">
              <a:off x="2590249" y="1465200"/>
              <a:ext cx="232417" cy="133906"/>
            </a:xfrm>
            <a:custGeom>
              <a:avLst/>
              <a:gdLst/>
              <a:ahLst/>
              <a:cxnLst/>
              <a:rect l="l" t="t" r="r" b="b"/>
              <a:pathLst>
                <a:path w="232624" h="134025" extrusionOk="0">
                  <a:moveTo>
                    <a:pt x="232625" y="67013"/>
                  </a:moveTo>
                  <a:cubicBezTo>
                    <a:pt x="232625" y="104023"/>
                    <a:pt x="180550" y="134026"/>
                    <a:pt x="116312" y="134026"/>
                  </a:cubicBezTo>
                  <a:cubicBezTo>
                    <a:pt x="52075" y="134026"/>
                    <a:pt x="0" y="104023"/>
                    <a:pt x="0" y="67013"/>
                  </a:cubicBezTo>
                  <a:cubicBezTo>
                    <a:pt x="0" y="30003"/>
                    <a:pt x="52075" y="0"/>
                    <a:pt x="116312" y="0"/>
                  </a:cubicBezTo>
                  <a:cubicBezTo>
                    <a:pt x="180550" y="0"/>
                    <a:pt x="232625" y="30003"/>
                    <a:pt x="232625" y="67013"/>
                  </a:cubicBezTo>
                  <a:close/>
                </a:path>
              </a:pathLst>
            </a:custGeom>
            <a:solidFill>
              <a:srgbClr val="616E8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7" name="Google Shape;1136;p24">
              <a:extLst>
                <a:ext uri="{FF2B5EF4-FFF2-40B4-BE49-F238E27FC236}">
                  <a16:creationId xmlns:a16="http://schemas.microsoft.com/office/drawing/2014/main" id="{14CD31F1-8FA6-B359-648D-8667B11DCBE4}"/>
                </a:ext>
              </a:extLst>
            </p:cNvPr>
            <p:cNvSpPr/>
            <p:nvPr/>
          </p:nvSpPr>
          <p:spPr>
            <a:xfrm>
              <a:off x="2667422" y="1490358"/>
              <a:ext cx="274409" cy="269191"/>
            </a:xfrm>
            <a:custGeom>
              <a:avLst/>
              <a:gdLst/>
              <a:ahLst/>
              <a:cxnLst/>
              <a:rect l="l" t="t" r="r" b="b"/>
              <a:pathLst>
                <a:path w="274409" h="269191" extrusionOk="0">
                  <a:moveTo>
                    <a:pt x="274410" y="269192"/>
                  </a:moveTo>
                  <a:lnTo>
                    <a:pt x="0" y="111023"/>
                  </a:lnTo>
                  <a:lnTo>
                    <a:pt x="0" y="0"/>
                  </a:lnTo>
                  <a:lnTo>
                    <a:pt x="274410" y="158264"/>
                  </a:lnTo>
                  <a:lnTo>
                    <a:pt x="274410" y="26919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8" name="Google Shape;1137;p24">
              <a:extLst>
                <a:ext uri="{FF2B5EF4-FFF2-40B4-BE49-F238E27FC236}">
                  <a16:creationId xmlns:a16="http://schemas.microsoft.com/office/drawing/2014/main" id="{23714A03-64DA-6B79-D610-CD663D926210}"/>
                </a:ext>
              </a:extLst>
            </p:cNvPr>
            <p:cNvSpPr/>
            <p:nvPr/>
          </p:nvSpPr>
          <p:spPr>
            <a:xfrm>
              <a:off x="2667422" y="1454143"/>
              <a:ext cx="337610" cy="194669"/>
            </a:xfrm>
            <a:custGeom>
              <a:avLst/>
              <a:gdLst/>
              <a:ahLst/>
              <a:cxnLst/>
              <a:rect l="l" t="t" r="r" b="b"/>
              <a:pathLst>
                <a:path w="337610" h="194669" extrusionOk="0">
                  <a:moveTo>
                    <a:pt x="274410" y="194670"/>
                  </a:moveTo>
                  <a:lnTo>
                    <a:pt x="0" y="36501"/>
                  </a:lnTo>
                  <a:lnTo>
                    <a:pt x="63201" y="0"/>
                  </a:lnTo>
                  <a:lnTo>
                    <a:pt x="337611" y="158264"/>
                  </a:lnTo>
                  <a:lnTo>
                    <a:pt x="274410" y="194670"/>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8;p24">
              <a:extLst>
                <a:ext uri="{FF2B5EF4-FFF2-40B4-BE49-F238E27FC236}">
                  <a16:creationId xmlns:a16="http://schemas.microsoft.com/office/drawing/2014/main" id="{3F37AFCD-2DD7-A9D3-ACE4-1FFAEF5153B6}"/>
                </a:ext>
              </a:extLst>
            </p:cNvPr>
            <p:cNvSpPr/>
            <p:nvPr/>
          </p:nvSpPr>
          <p:spPr>
            <a:xfrm rot="-1801764">
              <a:off x="2968958" y="1259916"/>
              <a:ext cx="690027" cy="1193572"/>
            </a:xfrm>
            <a:custGeom>
              <a:avLst/>
              <a:gdLst/>
              <a:ahLst/>
              <a:cxnLst/>
              <a:rect l="l" t="t" r="r" b="b"/>
              <a:pathLst>
                <a:path w="690640" h="1194633" extrusionOk="0">
                  <a:moveTo>
                    <a:pt x="690640" y="597317"/>
                  </a:moveTo>
                  <a:cubicBezTo>
                    <a:pt x="690640" y="927206"/>
                    <a:pt x="536035" y="1194633"/>
                    <a:pt x="345320" y="1194633"/>
                  </a:cubicBezTo>
                  <a:cubicBezTo>
                    <a:pt x="154605" y="1194633"/>
                    <a:pt x="0" y="927206"/>
                    <a:pt x="0" y="597317"/>
                  </a:cubicBezTo>
                  <a:cubicBezTo>
                    <a:pt x="0" y="267428"/>
                    <a:pt x="154605" y="0"/>
                    <a:pt x="345320" y="0"/>
                  </a:cubicBezTo>
                  <a:cubicBezTo>
                    <a:pt x="536035" y="0"/>
                    <a:pt x="690640" y="267428"/>
                    <a:pt x="690640" y="597317"/>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39;p24">
              <a:extLst>
                <a:ext uri="{FF2B5EF4-FFF2-40B4-BE49-F238E27FC236}">
                  <a16:creationId xmlns:a16="http://schemas.microsoft.com/office/drawing/2014/main" id="{7FC28D0E-8583-2781-6806-D28BAA20C969}"/>
                </a:ext>
              </a:extLst>
            </p:cNvPr>
            <p:cNvSpPr/>
            <p:nvPr/>
          </p:nvSpPr>
          <p:spPr>
            <a:xfrm>
              <a:off x="2858071" y="1161854"/>
              <a:ext cx="1027965" cy="1324206"/>
            </a:xfrm>
            <a:custGeom>
              <a:avLst/>
              <a:gdLst/>
              <a:ahLst/>
              <a:cxnLst/>
              <a:rect l="l" t="t" r="r" b="b"/>
              <a:pathLst>
                <a:path w="1027965" h="1324206" extrusionOk="0">
                  <a:moveTo>
                    <a:pt x="513983" y="1254422"/>
                  </a:moveTo>
                  <a:cubicBezTo>
                    <a:pt x="230816" y="1091119"/>
                    <a:pt x="0" y="692560"/>
                    <a:pt x="0" y="365955"/>
                  </a:cubicBezTo>
                  <a:cubicBezTo>
                    <a:pt x="0" y="39351"/>
                    <a:pt x="230436" y="-93439"/>
                    <a:pt x="513983" y="69863"/>
                  </a:cubicBezTo>
                  <a:cubicBezTo>
                    <a:pt x="797530" y="233165"/>
                    <a:pt x="1027966" y="631725"/>
                    <a:pt x="1027966" y="958234"/>
                  </a:cubicBezTo>
                  <a:cubicBezTo>
                    <a:pt x="1027966" y="1284744"/>
                    <a:pt x="797245" y="1417629"/>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40;p24">
              <a:extLst>
                <a:ext uri="{FF2B5EF4-FFF2-40B4-BE49-F238E27FC236}">
                  <a16:creationId xmlns:a16="http://schemas.microsoft.com/office/drawing/2014/main" id="{88221006-9091-20C4-162B-73F8250E52CA}"/>
                </a:ext>
              </a:extLst>
            </p:cNvPr>
            <p:cNvSpPr/>
            <p:nvPr/>
          </p:nvSpPr>
          <p:spPr>
            <a:xfrm>
              <a:off x="2800391" y="1195123"/>
              <a:ext cx="1027965" cy="1324248"/>
            </a:xfrm>
            <a:custGeom>
              <a:avLst/>
              <a:gdLst/>
              <a:ahLst/>
              <a:cxnLst/>
              <a:rect l="l" t="t" r="r" b="b"/>
              <a:pathLst>
                <a:path w="1027965" h="1324248" extrusionOk="0">
                  <a:moveTo>
                    <a:pt x="513983" y="1254422"/>
                  </a:moveTo>
                  <a:cubicBezTo>
                    <a:pt x="230721" y="1091119"/>
                    <a:pt x="0" y="692560"/>
                    <a:pt x="0" y="365955"/>
                  </a:cubicBezTo>
                  <a:cubicBezTo>
                    <a:pt x="0" y="39351"/>
                    <a:pt x="230341" y="-93439"/>
                    <a:pt x="513983" y="69863"/>
                  </a:cubicBezTo>
                  <a:cubicBezTo>
                    <a:pt x="797625" y="233165"/>
                    <a:pt x="1027966" y="631725"/>
                    <a:pt x="1027966" y="958234"/>
                  </a:cubicBezTo>
                  <a:cubicBezTo>
                    <a:pt x="1027966" y="1284744"/>
                    <a:pt x="797149" y="1417724"/>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54439678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21</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04198" y="403382"/>
            <a:ext cx="11459699" cy="789948"/>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HOW TO CREATE COLUMN/BAR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27255" y="1176347"/>
            <a:ext cx="1143664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229367" y="1552421"/>
            <a:ext cx="4460623" cy="1384995"/>
          </a:xfrm>
          <a:prstGeom prst="rect">
            <a:avLst/>
          </a:prstGeom>
          <a:noFill/>
        </p:spPr>
        <p:txBody>
          <a:bodyPr wrap="square" rtlCol="0">
            <a:spAutoFit/>
          </a:bodyPr>
          <a:lstStyle/>
          <a:p>
            <a:r>
              <a:rPr lang="en-US"/>
              <a:t>1. COLUMN CHARTS CAN BE FOUND UNDER INSERT TAB:</a:t>
            </a:r>
          </a:p>
          <a:p>
            <a:pPr marL="742950" lvl="1" indent="-285750">
              <a:buFont typeface="Wingdings" panose="05000000000000000000" pitchFamily="2" charset="2"/>
              <a:buChar char="Ø"/>
            </a:pPr>
            <a:r>
              <a:rPr lang="en-US" sz="1600"/>
              <a:t>SELECT TABLE, CLICK ON RECOMMENDED CHARTS DROPDOWN</a:t>
            </a:r>
          </a:p>
          <a:p>
            <a:pPr marL="742950" lvl="1" indent="-285750">
              <a:buFont typeface="Wingdings" panose="05000000000000000000" pitchFamily="2" charset="2"/>
              <a:buChar char="Ø"/>
            </a:pPr>
            <a:r>
              <a:rPr lang="en-US" sz="1600"/>
              <a:t>CHOOSE A DESIRED COLUMN CHART TYPE</a:t>
            </a:r>
            <a:endParaRPr lang="en-MY" sz="1600"/>
          </a:p>
        </p:txBody>
      </p:sp>
      <p:sp>
        <p:nvSpPr>
          <p:cNvPr id="19" name="TextBox 18">
            <a:extLst>
              <a:ext uri="{FF2B5EF4-FFF2-40B4-BE49-F238E27FC236}">
                <a16:creationId xmlns:a16="http://schemas.microsoft.com/office/drawing/2014/main" id="{53F8001C-FCBF-11B8-7B37-411428FD572D}"/>
              </a:ext>
            </a:extLst>
          </p:cNvPr>
          <p:cNvSpPr txBox="1"/>
          <p:nvPr/>
        </p:nvSpPr>
        <p:spPr>
          <a:xfrm>
            <a:off x="229367" y="4346400"/>
            <a:ext cx="3674008" cy="646331"/>
          </a:xfrm>
          <a:prstGeom prst="rect">
            <a:avLst/>
          </a:prstGeom>
          <a:noFill/>
        </p:spPr>
        <p:txBody>
          <a:bodyPr wrap="square" rtlCol="0">
            <a:spAutoFit/>
          </a:bodyPr>
          <a:lstStyle/>
          <a:p>
            <a:r>
              <a:rPr lang="en-US"/>
              <a:t>2. CHART WILL BE ADDED INTO SAME SPREADSHEET AUTOMATICALLY</a:t>
            </a:r>
            <a:endParaRPr lang="en-MY" sz="1600"/>
          </a:p>
        </p:txBody>
      </p:sp>
      <p:pic>
        <p:nvPicPr>
          <p:cNvPr id="10" name="Picture 9">
            <a:extLst>
              <a:ext uri="{FF2B5EF4-FFF2-40B4-BE49-F238E27FC236}">
                <a16:creationId xmlns:a16="http://schemas.microsoft.com/office/drawing/2014/main" id="{A2FE4652-C136-63D2-82B9-B69327FBFCBE}"/>
              </a:ext>
            </a:extLst>
          </p:cNvPr>
          <p:cNvPicPr>
            <a:picLocks noChangeAspect="1"/>
          </p:cNvPicPr>
          <p:nvPr/>
        </p:nvPicPr>
        <p:blipFill>
          <a:blip r:embed="rId4"/>
          <a:stretch>
            <a:fillRect/>
          </a:stretch>
        </p:blipFill>
        <p:spPr>
          <a:xfrm>
            <a:off x="4804766" y="1316747"/>
            <a:ext cx="3874468" cy="2623907"/>
          </a:xfrm>
          <a:prstGeom prst="rect">
            <a:avLst/>
          </a:prstGeom>
        </p:spPr>
      </p:pic>
      <p:pic>
        <p:nvPicPr>
          <p:cNvPr id="18" name="Picture 17">
            <a:extLst>
              <a:ext uri="{FF2B5EF4-FFF2-40B4-BE49-F238E27FC236}">
                <a16:creationId xmlns:a16="http://schemas.microsoft.com/office/drawing/2014/main" id="{B2011420-27C5-C753-827B-A0CBECC73FE9}"/>
              </a:ext>
            </a:extLst>
          </p:cNvPr>
          <p:cNvPicPr>
            <a:picLocks noChangeAspect="1"/>
          </p:cNvPicPr>
          <p:nvPr/>
        </p:nvPicPr>
        <p:blipFill>
          <a:blip r:embed="rId5"/>
          <a:stretch>
            <a:fillRect/>
          </a:stretch>
        </p:blipFill>
        <p:spPr>
          <a:xfrm>
            <a:off x="4159650" y="4095891"/>
            <a:ext cx="4920202" cy="2709598"/>
          </a:xfrm>
          <a:prstGeom prst="rect">
            <a:avLst/>
          </a:prstGeom>
        </p:spPr>
      </p:pic>
      <p:sp>
        <p:nvSpPr>
          <p:cNvPr id="20" name="Rectangle 19">
            <a:extLst>
              <a:ext uri="{FF2B5EF4-FFF2-40B4-BE49-F238E27FC236}">
                <a16:creationId xmlns:a16="http://schemas.microsoft.com/office/drawing/2014/main" id="{4A71FA49-83F7-4676-C2C3-3ADA8ECA41E7}"/>
              </a:ext>
            </a:extLst>
          </p:cNvPr>
          <p:cNvSpPr/>
          <p:nvPr/>
        </p:nvSpPr>
        <p:spPr>
          <a:xfrm>
            <a:off x="6932645" y="1315647"/>
            <a:ext cx="699796" cy="23323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1026" name="Rectangle 1025">
            <a:extLst>
              <a:ext uri="{FF2B5EF4-FFF2-40B4-BE49-F238E27FC236}">
                <a16:creationId xmlns:a16="http://schemas.microsoft.com/office/drawing/2014/main" id="{051677EF-3A39-2962-8A29-47DD56BF1BDE}"/>
              </a:ext>
            </a:extLst>
          </p:cNvPr>
          <p:cNvSpPr/>
          <p:nvPr/>
        </p:nvSpPr>
        <p:spPr>
          <a:xfrm>
            <a:off x="6694730" y="1662410"/>
            <a:ext cx="983451" cy="46251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Tree>
    <p:extLst>
      <p:ext uri="{BB962C8B-B14F-4D97-AF65-F5344CB8AC3E}">
        <p14:creationId xmlns:p14="http://schemas.microsoft.com/office/powerpoint/2010/main" val="23273049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22</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522514" y="399524"/>
            <a:ext cx="6634066" cy="75660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WHAT IS PIE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47869" y="1156124"/>
            <a:ext cx="6634066"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46BAA9-98E2-7D73-DC92-20B3506940E4}"/>
              </a:ext>
            </a:extLst>
          </p:cNvPr>
          <p:cNvSpPr txBox="1"/>
          <p:nvPr/>
        </p:nvSpPr>
        <p:spPr>
          <a:xfrm>
            <a:off x="346800" y="1841554"/>
            <a:ext cx="7595119" cy="3877985"/>
          </a:xfrm>
          <a:prstGeom prst="rect">
            <a:avLst/>
          </a:prstGeom>
          <a:noFill/>
        </p:spPr>
        <p:txBody>
          <a:bodyPr wrap="square" lIns="91440" tIns="45720" rIns="91440" bIns="45720" rtlCol="0" anchor="t">
            <a:spAutoFit/>
          </a:bodyPr>
          <a:lstStyle/>
          <a:p>
            <a:pPr marL="285750" indent="-285750">
              <a:buFont typeface="Arial" panose="020B0604020202020204" pitchFamily="34" charset="0"/>
              <a:buChar char="•"/>
            </a:pPr>
            <a:r>
              <a:rPr lang="en-US"/>
              <a:t>WHAT IS PURPOSE OF PIE CHART?</a:t>
            </a:r>
          </a:p>
          <a:p>
            <a:pPr marL="742950" lvl="1" indent="-285750">
              <a:buFont typeface="Wingdings" panose="05000000000000000000" pitchFamily="2" charset="2"/>
              <a:buChar char="Ø"/>
            </a:pPr>
            <a:r>
              <a:rPr lang="en-US" sz="1600"/>
              <a:t>DISPLAYS PERCENTAGE OF A WHOLE AND REPRESENT PERCENTAGES AT A SET POINT IN TIME. </a:t>
            </a:r>
          </a:p>
          <a:p>
            <a:pPr lvl="1"/>
            <a:endParaRPr lang="en-US" sz="1600"/>
          </a:p>
          <a:p>
            <a:pPr marL="285750" indent="-285750">
              <a:buFont typeface="Arial" panose="020B0604020202020204" pitchFamily="34" charset="0"/>
              <a:buChar char="•"/>
            </a:pPr>
            <a:r>
              <a:rPr lang="en-US"/>
              <a:t>WHAT IS PIE CHART?</a:t>
            </a:r>
          </a:p>
          <a:p>
            <a:pPr marL="742950" lvl="1" indent="-285750">
              <a:buFont typeface="Wingdings" panose="05000000000000000000" pitchFamily="2" charset="2"/>
              <a:buChar char="Ø"/>
            </a:pPr>
            <a:r>
              <a:rPr lang="en-US" sz="1600"/>
              <a:t>A TYPE OF GRAPH THAT DISPLAYS DATA IN A CIRCULAR GRAPH.</a:t>
            </a:r>
          </a:p>
          <a:p>
            <a:pPr marL="742950" lvl="1" indent="-285750">
              <a:buFont typeface="Wingdings" panose="05000000000000000000" pitchFamily="2" charset="2"/>
              <a:buChar char="Ø"/>
            </a:pPr>
            <a:r>
              <a:rPr lang="en-US" sz="1600"/>
              <a:t>ABLE TO GIVE SNAPSHOT OF HOW A GROUP IS BROKEN DOWN INTO SMALLER PIECES. </a:t>
            </a:r>
          </a:p>
          <a:p>
            <a:pPr marL="742950" lvl="1" indent="-285750">
              <a:buFont typeface="Wingdings" panose="05000000000000000000" pitchFamily="2" charset="2"/>
              <a:buChar char="Ø"/>
            </a:pPr>
            <a:endParaRPr lang="en-US" sz="1600"/>
          </a:p>
          <a:p>
            <a:pPr marL="285750" indent="-285750">
              <a:buFont typeface="Arial" panose="020B0604020202020204" pitchFamily="34" charset="0"/>
              <a:buChar char="•"/>
            </a:pPr>
            <a:r>
              <a:rPr lang="en-US"/>
              <a:t>WHAT ARE THE BENEFITS OF BAR CHART?</a:t>
            </a:r>
          </a:p>
          <a:p>
            <a:pPr marL="742950" lvl="1" indent="-285750">
              <a:buFont typeface="Wingdings" panose="05000000000000000000" pitchFamily="2" charset="2"/>
              <a:buChar char="Ø"/>
            </a:pPr>
            <a:r>
              <a:rPr lang="en-US" sz="1600"/>
              <a:t>EFFECTIVE COMMUNICATION TOOL AS IT REPRESENTS DATA VISUALLY AS A FRACTIONAL PART OF A WHOLE. </a:t>
            </a:r>
          </a:p>
          <a:p>
            <a:pPr marL="742950" lvl="1" indent="-285750">
              <a:buFont typeface="Wingdings" panose="05000000000000000000" pitchFamily="2" charset="2"/>
              <a:buChar char="Ø"/>
            </a:pPr>
            <a:r>
              <a:rPr lang="en-US" sz="1600"/>
              <a:t>ALLOWS DATA COMPARISON THAT MAKES AN IMMEDIATE ANALYSIS OR UNDERSTAND INFORMATION QUICKLY.</a:t>
            </a:r>
          </a:p>
          <a:p>
            <a:pPr marL="742950" lvl="1" indent="-285750">
              <a:buFont typeface="Wingdings" panose="05000000000000000000" pitchFamily="2" charset="2"/>
              <a:buChar char="Ø"/>
            </a:pPr>
            <a:endParaRPr lang="en-MY" sz="1600"/>
          </a:p>
        </p:txBody>
      </p:sp>
      <p:grpSp>
        <p:nvGrpSpPr>
          <p:cNvPr id="8" name="Google Shape;1047;p24">
            <a:extLst>
              <a:ext uri="{FF2B5EF4-FFF2-40B4-BE49-F238E27FC236}">
                <a16:creationId xmlns:a16="http://schemas.microsoft.com/office/drawing/2014/main" id="{BEAD81C3-9197-7F68-B127-73A25DF76049}"/>
              </a:ext>
            </a:extLst>
          </p:cNvPr>
          <p:cNvGrpSpPr/>
          <p:nvPr/>
        </p:nvGrpSpPr>
        <p:grpSpPr>
          <a:xfrm>
            <a:off x="8407381" y="2553568"/>
            <a:ext cx="3495800" cy="3628765"/>
            <a:chOff x="2012475" y="393272"/>
            <a:chExt cx="4440240" cy="4609126"/>
          </a:xfrm>
        </p:grpSpPr>
        <p:sp>
          <p:nvSpPr>
            <p:cNvPr id="10" name="Google Shape;1048;p24">
              <a:extLst>
                <a:ext uri="{FF2B5EF4-FFF2-40B4-BE49-F238E27FC236}">
                  <a16:creationId xmlns:a16="http://schemas.microsoft.com/office/drawing/2014/main" id="{81BBD1CB-D67F-E2F7-86FB-F11D62AC72DB}"/>
                </a:ext>
              </a:extLst>
            </p:cNvPr>
            <p:cNvSpPr/>
            <p:nvPr/>
          </p:nvSpPr>
          <p:spPr>
            <a:xfrm>
              <a:off x="4172687" y="3422228"/>
              <a:ext cx="1096154" cy="631831"/>
            </a:xfrm>
            <a:custGeom>
              <a:avLst/>
              <a:gdLst/>
              <a:ahLst/>
              <a:cxnLst/>
              <a:rect l="l" t="t" r="r" b="b"/>
              <a:pathLst>
                <a:path w="1096154" h="631831" extrusionOk="0">
                  <a:moveTo>
                    <a:pt x="581029" y="616328"/>
                  </a:moveTo>
                  <a:lnTo>
                    <a:pt x="26975" y="296853"/>
                  </a:lnTo>
                  <a:cubicBezTo>
                    <a:pt x="-13002" y="273849"/>
                    <a:pt x="-7957" y="233547"/>
                    <a:pt x="38206" y="207027"/>
                  </a:cubicBezTo>
                  <a:lnTo>
                    <a:pt x="397137" y="0"/>
                  </a:lnTo>
                  <a:lnTo>
                    <a:pt x="1096154" y="402457"/>
                  </a:lnTo>
                  <a:lnTo>
                    <a:pt x="737223" y="609484"/>
                  </a:lnTo>
                  <a:cubicBezTo>
                    <a:pt x="691155" y="636479"/>
                    <a:pt x="621386" y="639331"/>
                    <a:pt x="581029" y="616328"/>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1049;p24">
              <a:extLst>
                <a:ext uri="{FF2B5EF4-FFF2-40B4-BE49-F238E27FC236}">
                  <a16:creationId xmlns:a16="http://schemas.microsoft.com/office/drawing/2014/main" id="{2E1542EF-D858-44F0-BF19-2E2D3157DEC4}"/>
                </a:ext>
              </a:extLst>
            </p:cNvPr>
            <p:cNvSpPr/>
            <p:nvPr/>
          </p:nvSpPr>
          <p:spPr>
            <a:xfrm>
              <a:off x="4213521" y="3398464"/>
              <a:ext cx="1096058" cy="631866"/>
            </a:xfrm>
            <a:custGeom>
              <a:avLst/>
              <a:gdLst/>
              <a:ahLst/>
              <a:cxnLst/>
              <a:rect l="l" t="t" r="r" b="b"/>
              <a:pathLst>
                <a:path w="1096058" h="631866" extrusionOk="0">
                  <a:moveTo>
                    <a:pt x="581029" y="616328"/>
                  </a:moveTo>
                  <a:lnTo>
                    <a:pt x="26975" y="296853"/>
                  </a:lnTo>
                  <a:cubicBezTo>
                    <a:pt x="-13002" y="273849"/>
                    <a:pt x="-7957" y="233547"/>
                    <a:pt x="38206" y="207027"/>
                  </a:cubicBezTo>
                  <a:lnTo>
                    <a:pt x="397423" y="0"/>
                  </a:lnTo>
                  <a:lnTo>
                    <a:pt x="1096059" y="402837"/>
                  </a:lnTo>
                  <a:lnTo>
                    <a:pt x="737128" y="609864"/>
                  </a:lnTo>
                  <a:cubicBezTo>
                    <a:pt x="690774" y="636479"/>
                    <a:pt x="621005" y="639331"/>
                    <a:pt x="581029" y="616328"/>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1050;p24">
              <a:extLst>
                <a:ext uri="{FF2B5EF4-FFF2-40B4-BE49-F238E27FC236}">
                  <a16:creationId xmlns:a16="http://schemas.microsoft.com/office/drawing/2014/main" id="{27370D78-36FA-DAC6-1C98-D4E9B09EF23B}"/>
                </a:ext>
              </a:extLst>
            </p:cNvPr>
            <p:cNvSpPr/>
            <p:nvPr/>
          </p:nvSpPr>
          <p:spPr>
            <a:xfrm>
              <a:off x="5277122" y="3780200"/>
              <a:ext cx="32266" cy="21196"/>
            </a:xfrm>
            <a:custGeom>
              <a:avLst/>
              <a:gdLst/>
              <a:ahLst/>
              <a:cxnLst/>
              <a:rect l="l" t="t" r="r" b="b"/>
              <a:pathLst>
                <a:path w="32266" h="21196" extrusionOk="0">
                  <a:moveTo>
                    <a:pt x="32267" y="21197"/>
                  </a:moveTo>
                  <a:lnTo>
                    <a:pt x="32267" y="0"/>
                  </a:lnTo>
                  <a:lnTo>
                    <a:pt x="0" y="18630"/>
                  </a:lnTo>
                  <a:lnTo>
                    <a:pt x="32267" y="2119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1051;p24">
              <a:extLst>
                <a:ext uri="{FF2B5EF4-FFF2-40B4-BE49-F238E27FC236}">
                  <a16:creationId xmlns:a16="http://schemas.microsoft.com/office/drawing/2014/main" id="{A19B2AC6-B6B6-7164-C916-448583390123}"/>
                </a:ext>
              </a:extLst>
            </p:cNvPr>
            <p:cNvSpPr/>
            <p:nvPr/>
          </p:nvSpPr>
          <p:spPr>
            <a:xfrm>
              <a:off x="4213559" y="3635813"/>
              <a:ext cx="33123" cy="21387"/>
            </a:xfrm>
            <a:custGeom>
              <a:avLst/>
              <a:gdLst/>
              <a:ahLst/>
              <a:cxnLst/>
              <a:rect l="l" t="t" r="r" b="b"/>
              <a:pathLst>
                <a:path w="33123" h="21387" extrusionOk="0">
                  <a:moveTo>
                    <a:pt x="0" y="21387"/>
                  </a:moveTo>
                  <a:lnTo>
                    <a:pt x="0" y="0"/>
                  </a:lnTo>
                  <a:lnTo>
                    <a:pt x="33123" y="13688"/>
                  </a:lnTo>
                  <a:lnTo>
                    <a:pt x="0" y="2138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052;p24">
              <a:extLst>
                <a:ext uri="{FF2B5EF4-FFF2-40B4-BE49-F238E27FC236}">
                  <a16:creationId xmlns:a16="http://schemas.microsoft.com/office/drawing/2014/main" id="{C46C20F1-0317-CED4-2742-C5C0FBA4FB30}"/>
                </a:ext>
              </a:extLst>
            </p:cNvPr>
            <p:cNvSpPr/>
            <p:nvPr/>
          </p:nvSpPr>
          <p:spPr>
            <a:xfrm>
              <a:off x="4213521" y="3377363"/>
              <a:ext cx="1096058" cy="631809"/>
            </a:xfrm>
            <a:custGeom>
              <a:avLst/>
              <a:gdLst/>
              <a:ahLst/>
              <a:cxnLst/>
              <a:rect l="l" t="t" r="r" b="b"/>
              <a:pathLst>
                <a:path w="1096058" h="631809" extrusionOk="0">
                  <a:moveTo>
                    <a:pt x="581029" y="616232"/>
                  </a:moveTo>
                  <a:lnTo>
                    <a:pt x="26975" y="296853"/>
                  </a:lnTo>
                  <a:cubicBezTo>
                    <a:pt x="-13002" y="273754"/>
                    <a:pt x="-7957" y="233547"/>
                    <a:pt x="38206" y="206932"/>
                  </a:cubicBezTo>
                  <a:lnTo>
                    <a:pt x="397423" y="0"/>
                  </a:lnTo>
                  <a:lnTo>
                    <a:pt x="1096059" y="402837"/>
                  </a:lnTo>
                  <a:lnTo>
                    <a:pt x="737128" y="609769"/>
                  </a:lnTo>
                  <a:cubicBezTo>
                    <a:pt x="690774" y="636384"/>
                    <a:pt x="621005" y="639331"/>
                    <a:pt x="581029" y="616232"/>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1053;p24">
              <a:extLst>
                <a:ext uri="{FF2B5EF4-FFF2-40B4-BE49-F238E27FC236}">
                  <a16:creationId xmlns:a16="http://schemas.microsoft.com/office/drawing/2014/main" id="{09F3B5E0-4A62-2F6D-C73E-93EE335B6529}"/>
                </a:ext>
              </a:extLst>
            </p:cNvPr>
            <p:cNvSpPr/>
            <p:nvPr/>
          </p:nvSpPr>
          <p:spPr>
            <a:xfrm>
              <a:off x="4526041" y="3091821"/>
              <a:ext cx="783348" cy="688378"/>
            </a:xfrm>
            <a:custGeom>
              <a:avLst/>
              <a:gdLst/>
              <a:ahLst/>
              <a:cxnLst/>
              <a:rect l="l" t="t" r="r" b="b"/>
              <a:pathLst>
                <a:path w="783348" h="688378" extrusionOk="0">
                  <a:moveTo>
                    <a:pt x="86521" y="286492"/>
                  </a:moveTo>
                  <a:lnTo>
                    <a:pt x="0" y="0"/>
                  </a:lnTo>
                  <a:lnTo>
                    <a:pt x="706346" y="404548"/>
                  </a:lnTo>
                  <a:lnTo>
                    <a:pt x="783348" y="688378"/>
                  </a:lnTo>
                  <a:lnTo>
                    <a:pt x="86521" y="286492"/>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1054;p24">
              <a:extLst>
                <a:ext uri="{FF2B5EF4-FFF2-40B4-BE49-F238E27FC236}">
                  <a16:creationId xmlns:a16="http://schemas.microsoft.com/office/drawing/2014/main" id="{B7A325FD-22D0-2B55-C283-8878B4D14669}"/>
                </a:ext>
              </a:extLst>
            </p:cNvPr>
            <p:cNvSpPr/>
            <p:nvPr/>
          </p:nvSpPr>
          <p:spPr>
            <a:xfrm>
              <a:off x="5278931" y="3755961"/>
              <a:ext cx="30363" cy="36025"/>
            </a:xfrm>
            <a:custGeom>
              <a:avLst/>
              <a:gdLst/>
              <a:ahLst/>
              <a:cxnLst/>
              <a:rect l="l" t="t" r="r" b="b"/>
              <a:pathLst>
                <a:path w="30363" h="36025" extrusionOk="0">
                  <a:moveTo>
                    <a:pt x="9899" y="36025"/>
                  </a:moveTo>
                  <a:lnTo>
                    <a:pt x="30363" y="24239"/>
                  </a:lnTo>
                  <a:lnTo>
                    <a:pt x="0" y="0"/>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1055;p24">
              <a:extLst>
                <a:ext uri="{FF2B5EF4-FFF2-40B4-BE49-F238E27FC236}">
                  <a16:creationId xmlns:a16="http://schemas.microsoft.com/office/drawing/2014/main" id="{6A795B74-D238-4A2C-989A-AF1FDED954A9}"/>
                </a:ext>
              </a:extLst>
            </p:cNvPr>
            <p:cNvSpPr/>
            <p:nvPr/>
          </p:nvSpPr>
          <p:spPr>
            <a:xfrm>
              <a:off x="4503768" y="3102562"/>
              <a:ext cx="785061" cy="689423"/>
            </a:xfrm>
            <a:custGeom>
              <a:avLst/>
              <a:gdLst/>
              <a:ahLst/>
              <a:cxnLst/>
              <a:rect l="l" t="t" r="r" b="b"/>
              <a:pathLst>
                <a:path w="785061" h="689423" extrusionOk="0">
                  <a:moveTo>
                    <a:pt x="86425" y="286492"/>
                  </a:moveTo>
                  <a:lnTo>
                    <a:pt x="0" y="0"/>
                  </a:lnTo>
                  <a:lnTo>
                    <a:pt x="706346" y="404643"/>
                  </a:lnTo>
                  <a:lnTo>
                    <a:pt x="785061" y="689424"/>
                  </a:lnTo>
                  <a:lnTo>
                    <a:pt x="86425" y="286492"/>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056;p24">
              <a:extLst>
                <a:ext uri="{FF2B5EF4-FFF2-40B4-BE49-F238E27FC236}">
                  <a16:creationId xmlns:a16="http://schemas.microsoft.com/office/drawing/2014/main" id="{665E483E-8246-55A0-70BD-B513BB690BCE}"/>
                </a:ext>
              </a:extLst>
            </p:cNvPr>
            <p:cNvSpPr/>
            <p:nvPr/>
          </p:nvSpPr>
          <p:spPr>
            <a:xfrm>
              <a:off x="3580122" y="393272"/>
              <a:ext cx="2872593" cy="3889928"/>
            </a:xfrm>
            <a:custGeom>
              <a:avLst/>
              <a:gdLst/>
              <a:ahLst/>
              <a:cxnLst/>
              <a:rect l="l" t="t" r="r" b="b"/>
              <a:pathLst>
                <a:path w="2872593" h="3889928" extrusionOk="0">
                  <a:moveTo>
                    <a:pt x="2803111" y="3881586"/>
                  </a:moveTo>
                  <a:lnTo>
                    <a:pt x="69483" y="2305217"/>
                  </a:lnTo>
                  <a:cubicBezTo>
                    <a:pt x="31410" y="2283165"/>
                    <a:pt x="0" y="2223756"/>
                    <a:pt x="0" y="2172713"/>
                  </a:cubicBezTo>
                  <a:lnTo>
                    <a:pt x="0" y="60716"/>
                  </a:lnTo>
                  <a:cubicBezTo>
                    <a:pt x="0" y="9673"/>
                    <a:pt x="31125" y="-13806"/>
                    <a:pt x="69483" y="8342"/>
                  </a:cubicBezTo>
                  <a:lnTo>
                    <a:pt x="2803111" y="1584711"/>
                  </a:lnTo>
                  <a:cubicBezTo>
                    <a:pt x="2841183" y="1606763"/>
                    <a:pt x="2872593" y="1666077"/>
                    <a:pt x="2872593" y="1717121"/>
                  </a:cubicBezTo>
                  <a:lnTo>
                    <a:pt x="2872593" y="3829212"/>
                  </a:lnTo>
                  <a:cubicBezTo>
                    <a:pt x="2872593" y="3880256"/>
                    <a:pt x="2841469" y="3903734"/>
                    <a:pt x="2803111" y="3881586"/>
                  </a:cubicBez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6" name="Google Shape;1057;p24">
              <a:extLst>
                <a:ext uri="{FF2B5EF4-FFF2-40B4-BE49-F238E27FC236}">
                  <a16:creationId xmlns:a16="http://schemas.microsoft.com/office/drawing/2014/main" id="{E65B543A-A52F-B86E-79C7-2F6A777FA219}"/>
                </a:ext>
              </a:extLst>
            </p:cNvPr>
            <p:cNvSpPr/>
            <p:nvPr/>
          </p:nvSpPr>
          <p:spPr>
            <a:xfrm>
              <a:off x="6397319" y="4189501"/>
              <a:ext cx="30267" cy="107125"/>
            </a:xfrm>
            <a:custGeom>
              <a:avLst/>
              <a:gdLst/>
              <a:ahLst/>
              <a:cxnLst/>
              <a:rect l="l" t="t" r="r" b="b"/>
              <a:pathLst>
                <a:path w="30267" h="107125" extrusionOk="0">
                  <a:moveTo>
                    <a:pt x="0" y="107125"/>
                  </a:moveTo>
                  <a:lnTo>
                    <a:pt x="30268" y="89731"/>
                  </a:lnTo>
                  <a:lnTo>
                    <a:pt x="17228" y="0"/>
                  </a:lnTo>
                  <a:lnTo>
                    <a:pt x="0" y="107125"/>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8;p24">
              <a:extLst>
                <a:ext uri="{FF2B5EF4-FFF2-40B4-BE49-F238E27FC236}">
                  <a16:creationId xmlns:a16="http://schemas.microsoft.com/office/drawing/2014/main" id="{5C293C97-A3A9-0394-F1C5-DB8CBAB9CC27}"/>
                </a:ext>
              </a:extLst>
            </p:cNvPr>
            <p:cNvSpPr/>
            <p:nvPr/>
          </p:nvSpPr>
          <p:spPr>
            <a:xfrm>
              <a:off x="3574887" y="397432"/>
              <a:ext cx="72623" cy="31086"/>
            </a:xfrm>
            <a:custGeom>
              <a:avLst/>
              <a:gdLst/>
              <a:ahLst/>
              <a:cxnLst/>
              <a:rect l="l" t="t" r="r" b="b"/>
              <a:pathLst>
                <a:path w="72623" h="31086" extrusionOk="0">
                  <a:moveTo>
                    <a:pt x="0" y="17110"/>
                  </a:moveTo>
                  <a:lnTo>
                    <a:pt x="29792" y="0"/>
                  </a:lnTo>
                  <a:lnTo>
                    <a:pt x="72624" y="24334"/>
                  </a:lnTo>
                  <a:cubicBezTo>
                    <a:pt x="72624" y="24334"/>
                    <a:pt x="27032" y="31273"/>
                    <a:pt x="25890" y="31083"/>
                  </a:cubicBezTo>
                  <a:cubicBezTo>
                    <a:pt x="24747" y="30892"/>
                    <a:pt x="0" y="17110"/>
                    <a:pt x="0" y="17110"/>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59;p24">
              <a:extLst>
                <a:ext uri="{FF2B5EF4-FFF2-40B4-BE49-F238E27FC236}">
                  <a16:creationId xmlns:a16="http://schemas.microsoft.com/office/drawing/2014/main" id="{8DFEA9E9-EA70-8625-B119-193940AA3E6A}"/>
                </a:ext>
              </a:extLst>
            </p:cNvPr>
            <p:cNvSpPr/>
            <p:nvPr/>
          </p:nvSpPr>
          <p:spPr>
            <a:xfrm>
              <a:off x="3554709" y="407720"/>
              <a:ext cx="2872878" cy="3889928"/>
            </a:xfrm>
            <a:custGeom>
              <a:avLst/>
              <a:gdLst/>
              <a:ahLst/>
              <a:cxnLst/>
              <a:rect l="l" t="t" r="r" b="b"/>
              <a:pathLst>
                <a:path w="2872878" h="3889928" extrusionOk="0">
                  <a:moveTo>
                    <a:pt x="2803491" y="3881587"/>
                  </a:moveTo>
                  <a:lnTo>
                    <a:pt x="69388" y="2304837"/>
                  </a:lnTo>
                  <a:cubicBezTo>
                    <a:pt x="31315" y="2282785"/>
                    <a:pt x="0" y="2223471"/>
                    <a:pt x="0" y="2172332"/>
                  </a:cubicBezTo>
                  <a:lnTo>
                    <a:pt x="0" y="60716"/>
                  </a:lnTo>
                  <a:cubicBezTo>
                    <a:pt x="0" y="9673"/>
                    <a:pt x="31125" y="-13806"/>
                    <a:pt x="69388" y="8342"/>
                  </a:cubicBezTo>
                  <a:lnTo>
                    <a:pt x="2803491" y="1584711"/>
                  </a:lnTo>
                  <a:cubicBezTo>
                    <a:pt x="2841564" y="1606763"/>
                    <a:pt x="2872879" y="1666077"/>
                    <a:pt x="2872879" y="1717216"/>
                  </a:cubicBezTo>
                  <a:lnTo>
                    <a:pt x="2872879" y="3829212"/>
                  </a:lnTo>
                  <a:cubicBezTo>
                    <a:pt x="2872879" y="3880256"/>
                    <a:pt x="2841850" y="3903734"/>
                    <a:pt x="2803491" y="3881587"/>
                  </a:cubicBezTo>
                  <a:close/>
                </a:path>
              </a:pathLst>
            </a:custGeom>
            <a:solidFill>
              <a:srgbClr val="E4E7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60;p24">
              <a:extLst>
                <a:ext uri="{FF2B5EF4-FFF2-40B4-BE49-F238E27FC236}">
                  <a16:creationId xmlns:a16="http://schemas.microsoft.com/office/drawing/2014/main" id="{DF7B860E-78CC-0313-64AF-AA3DED7495B3}"/>
                </a:ext>
              </a:extLst>
            </p:cNvPr>
            <p:cNvSpPr/>
            <p:nvPr/>
          </p:nvSpPr>
          <p:spPr>
            <a:xfrm>
              <a:off x="3549854" y="410477"/>
              <a:ext cx="2872973" cy="3889886"/>
            </a:xfrm>
            <a:custGeom>
              <a:avLst/>
              <a:gdLst/>
              <a:ahLst/>
              <a:cxnLst/>
              <a:rect l="l" t="t" r="r" b="b"/>
              <a:pathLst>
                <a:path w="2872973" h="3889886" extrusionOk="0">
                  <a:moveTo>
                    <a:pt x="2803491" y="3881587"/>
                  </a:moveTo>
                  <a:lnTo>
                    <a:pt x="69483" y="2305217"/>
                  </a:lnTo>
                  <a:cubicBezTo>
                    <a:pt x="31410" y="2283070"/>
                    <a:pt x="0" y="2223756"/>
                    <a:pt x="0" y="2172713"/>
                  </a:cubicBezTo>
                  <a:lnTo>
                    <a:pt x="0" y="60716"/>
                  </a:lnTo>
                  <a:cubicBezTo>
                    <a:pt x="0" y="9673"/>
                    <a:pt x="31124" y="-13806"/>
                    <a:pt x="69483" y="8342"/>
                  </a:cubicBezTo>
                  <a:lnTo>
                    <a:pt x="2803491" y="1584711"/>
                  </a:lnTo>
                  <a:cubicBezTo>
                    <a:pt x="2841564" y="1606764"/>
                    <a:pt x="2872974" y="1666077"/>
                    <a:pt x="2872974" y="1717121"/>
                  </a:cubicBezTo>
                  <a:lnTo>
                    <a:pt x="2872974" y="3829212"/>
                  </a:lnTo>
                  <a:cubicBezTo>
                    <a:pt x="2872974" y="3879971"/>
                    <a:pt x="2841849" y="3903734"/>
                    <a:pt x="2803491" y="3881587"/>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1;p24">
              <a:extLst>
                <a:ext uri="{FF2B5EF4-FFF2-40B4-BE49-F238E27FC236}">
                  <a16:creationId xmlns:a16="http://schemas.microsoft.com/office/drawing/2014/main" id="{7562960E-04DC-2642-229B-0D5E7B1BB432}"/>
                </a:ext>
              </a:extLst>
            </p:cNvPr>
            <p:cNvSpPr/>
            <p:nvPr/>
          </p:nvSpPr>
          <p:spPr>
            <a:xfrm>
              <a:off x="3584596" y="456003"/>
              <a:ext cx="2802063" cy="3707642"/>
            </a:xfrm>
            <a:custGeom>
              <a:avLst/>
              <a:gdLst/>
              <a:ahLst/>
              <a:cxnLst/>
              <a:rect l="l" t="t" r="r" b="b"/>
              <a:pathLst>
                <a:path w="2802063" h="3707642" extrusionOk="0">
                  <a:moveTo>
                    <a:pt x="2800636" y="3707643"/>
                  </a:moveTo>
                  <a:lnTo>
                    <a:pt x="0" y="2092872"/>
                  </a:lnTo>
                  <a:lnTo>
                    <a:pt x="1428" y="23650"/>
                  </a:lnTo>
                  <a:cubicBezTo>
                    <a:pt x="1428" y="2453"/>
                    <a:pt x="16371" y="-6102"/>
                    <a:pt x="34742" y="4639"/>
                  </a:cubicBezTo>
                  <a:lnTo>
                    <a:pt x="2768750" y="1580818"/>
                  </a:lnTo>
                  <a:cubicBezTo>
                    <a:pt x="2788395" y="1593631"/>
                    <a:pt x="2800769" y="1615018"/>
                    <a:pt x="2802063" y="1638421"/>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2;p24">
              <a:extLst>
                <a:ext uri="{FF2B5EF4-FFF2-40B4-BE49-F238E27FC236}">
                  <a16:creationId xmlns:a16="http://schemas.microsoft.com/office/drawing/2014/main" id="{2AEC885B-32B4-DC04-5423-EB5BE342C748}"/>
                </a:ext>
              </a:extLst>
            </p:cNvPr>
            <p:cNvSpPr/>
            <p:nvPr/>
          </p:nvSpPr>
          <p:spPr>
            <a:xfrm>
              <a:off x="3711283" y="669187"/>
              <a:ext cx="283071" cy="477189"/>
            </a:xfrm>
            <a:custGeom>
              <a:avLst/>
              <a:gdLst/>
              <a:ahLst/>
              <a:cxnLst/>
              <a:rect l="l" t="t" r="r" b="b"/>
              <a:pathLst>
                <a:path w="283071" h="477189" extrusionOk="0">
                  <a:moveTo>
                    <a:pt x="268604" y="475462"/>
                  </a:moveTo>
                  <a:lnTo>
                    <a:pt x="14468" y="328699"/>
                  </a:lnTo>
                  <a:cubicBezTo>
                    <a:pt x="5540" y="322277"/>
                    <a:pt x="181" y="312023"/>
                    <a:pt x="0" y="301038"/>
                  </a:cubicBezTo>
                  <a:lnTo>
                    <a:pt x="0" y="12646"/>
                  </a:lnTo>
                  <a:cubicBezTo>
                    <a:pt x="0" y="2000"/>
                    <a:pt x="6472" y="-2848"/>
                    <a:pt x="14468" y="1715"/>
                  </a:cubicBezTo>
                  <a:lnTo>
                    <a:pt x="268604" y="148572"/>
                  </a:lnTo>
                  <a:cubicBezTo>
                    <a:pt x="277551" y="154933"/>
                    <a:pt x="282919" y="165172"/>
                    <a:pt x="283071" y="176138"/>
                  </a:cubicBezTo>
                  <a:lnTo>
                    <a:pt x="283071" y="464531"/>
                  </a:lnTo>
                  <a:cubicBezTo>
                    <a:pt x="283071" y="474986"/>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3;p24">
              <a:extLst>
                <a:ext uri="{FF2B5EF4-FFF2-40B4-BE49-F238E27FC236}">
                  <a16:creationId xmlns:a16="http://schemas.microsoft.com/office/drawing/2014/main" id="{E48E0408-7D6E-95B5-4579-34BFDAE93AA2}"/>
                </a:ext>
              </a:extLst>
            </p:cNvPr>
            <p:cNvSpPr/>
            <p:nvPr/>
          </p:nvSpPr>
          <p:spPr>
            <a:xfrm>
              <a:off x="4063456" y="872696"/>
              <a:ext cx="283832" cy="477419"/>
            </a:xfrm>
            <a:custGeom>
              <a:avLst/>
              <a:gdLst/>
              <a:ahLst/>
              <a:cxnLst/>
              <a:rect l="l" t="t" r="r" b="b"/>
              <a:pathLst>
                <a:path w="283832" h="477419" extrusionOk="0">
                  <a:moveTo>
                    <a:pt x="269365" y="475462"/>
                  </a:moveTo>
                  <a:lnTo>
                    <a:pt x="14468" y="328509"/>
                  </a:lnTo>
                  <a:cubicBezTo>
                    <a:pt x="5540" y="322087"/>
                    <a:pt x="181" y="311833"/>
                    <a:pt x="0" y="300848"/>
                  </a:cubicBezTo>
                  <a:lnTo>
                    <a:pt x="0" y="12646"/>
                  </a:lnTo>
                  <a:cubicBezTo>
                    <a:pt x="0" y="2000"/>
                    <a:pt x="6472" y="-2848"/>
                    <a:pt x="14468" y="1715"/>
                  </a:cubicBezTo>
                  <a:lnTo>
                    <a:pt x="269080" y="148572"/>
                  </a:lnTo>
                  <a:cubicBezTo>
                    <a:pt x="278217" y="154931"/>
                    <a:pt x="283709" y="165305"/>
                    <a:pt x="283833" y="176423"/>
                  </a:cubicBezTo>
                  <a:lnTo>
                    <a:pt x="283833" y="464531"/>
                  </a:lnTo>
                  <a:cubicBezTo>
                    <a:pt x="283833" y="475177"/>
                    <a:pt x="277360" y="480595"/>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4;p24">
              <a:extLst>
                <a:ext uri="{FF2B5EF4-FFF2-40B4-BE49-F238E27FC236}">
                  <a16:creationId xmlns:a16="http://schemas.microsoft.com/office/drawing/2014/main" id="{46B08F56-3633-7057-E645-2F3F7296D586}"/>
                </a:ext>
              </a:extLst>
            </p:cNvPr>
            <p:cNvSpPr/>
            <p:nvPr/>
          </p:nvSpPr>
          <p:spPr>
            <a:xfrm>
              <a:off x="4408015" y="1071223"/>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993"/>
                  </a:lnTo>
                  <a:cubicBezTo>
                    <a:pt x="278503" y="155354"/>
                    <a:pt x="283871" y="165592"/>
                    <a:pt x="284023" y="176559"/>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5;p24">
              <a:extLst>
                <a:ext uri="{FF2B5EF4-FFF2-40B4-BE49-F238E27FC236}">
                  <a16:creationId xmlns:a16="http://schemas.microsoft.com/office/drawing/2014/main" id="{0A6861C5-AD79-9C31-CBDE-0A79B6BAB7F5}"/>
                </a:ext>
              </a:extLst>
            </p:cNvPr>
            <p:cNvSpPr/>
            <p:nvPr/>
          </p:nvSpPr>
          <p:spPr>
            <a:xfrm>
              <a:off x="3711283" y="1076206"/>
              <a:ext cx="283071" cy="477216"/>
            </a:xfrm>
            <a:custGeom>
              <a:avLst/>
              <a:gdLst/>
              <a:ahLst/>
              <a:cxnLst/>
              <a:rect l="l" t="t" r="r" b="b"/>
              <a:pathLst>
                <a:path w="283071" h="477216" extrusionOk="0">
                  <a:moveTo>
                    <a:pt x="268604" y="475462"/>
                  </a:moveTo>
                  <a:lnTo>
                    <a:pt x="14468" y="328699"/>
                  </a:lnTo>
                  <a:cubicBezTo>
                    <a:pt x="5540" y="322273"/>
                    <a:pt x="181" y="312027"/>
                    <a:pt x="0" y="301038"/>
                  </a:cubicBezTo>
                  <a:lnTo>
                    <a:pt x="0" y="12646"/>
                  </a:lnTo>
                  <a:cubicBezTo>
                    <a:pt x="0" y="2000"/>
                    <a:pt x="6472" y="-2848"/>
                    <a:pt x="14468" y="1715"/>
                  </a:cubicBezTo>
                  <a:lnTo>
                    <a:pt x="268604" y="148477"/>
                  </a:lnTo>
                  <a:cubicBezTo>
                    <a:pt x="277532" y="154899"/>
                    <a:pt x="282891" y="165154"/>
                    <a:pt x="283071" y="176138"/>
                  </a:cubicBezTo>
                  <a:lnTo>
                    <a:pt x="283071" y="464531"/>
                  </a:lnTo>
                  <a:cubicBezTo>
                    <a:pt x="283071" y="475177"/>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6;p24">
              <a:extLst>
                <a:ext uri="{FF2B5EF4-FFF2-40B4-BE49-F238E27FC236}">
                  <a16:creationId xmlns:a16="http://schemas.microsoft.com/office/drawing/2014/main" id="{7792CA2E-0AC0-9868-73EE-0D9A6FB4D58C}"/>
                </a:ext>
              </a:extLst>
            </p:cNvPr>
            <p:cNvSpPr/>
            <p:nvPr/>
          </p:nvSpPr>
          <p:spPr>
            <a:xfrm>
              <a:off x="4063456" y="1279716"/>
              <a:ext cx="283556" cy="477216"/>
            </a:xfrm>
            <a:custGeom>
              <a:avLst/>
              <a:gdLst/>
              <a:ahLst/>
              <a:cxnLst/>
              <a:rect l="l" t="t" r="r" b="b"/>
              <a:pathLst>
                <a:path w="283556" h="477216" extrusionOk="0">
                  <a:moveTo>
                    <a:pt x="269365" y="475462"/>
                  </a:moveTo>
                  <a:lnTo>
                    <a:pt x="14468" y="328699"/>
                  </a:lnTo>
                  <a:cubicBezTo>
                    <a:pt x="5540" y="322273"/>
                    <a:pt x="181" y="312027"/>
                    <a:pt x="0" y="301038"/>
                  </a:cubicBezTo>
                  <a:lnTo>
                    <a:pt x="0" y="12646"/>
                  </a:lnTo>
                  <a:cubicBezTo>
                    <a:pt x="0" y="2000"/>
                    <a:pt x="6472" y="-2848"/>
                    <a:pt x="14468" y="1715"/>
                  </a:cubicBezTo>
                  <a:lnTo>
                    <a:pt x="269080" y="148477"/>
                  </a:lnTo>
                  <a:cubicBezTo>
                    <a:pt x="278008" y="154903"/>
                    <a:pt x="283366" y="165150"/>
                    <a:pt x="283547" y="176138"/>
                  </a:cubicBezTo>
                  <a:lnTo>
                    <a:pt x="283547" y="464531"/>
                  </a:lnTo>
                  <a:cubicBezTo>
                    <a:pt x="283833" y="475177"/>
                    <a:pt x="277360" y="480119"/>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7;p24">
              <a:extLst>
                <a:ext uri="{FF2B5EF4-FFF2-40B4-BE49-F238E27FC236}">
                  <a16:creationId xmlns:a16="http://schemas.microsoft.com/office/drawing/2014/main" id="{E6D2AF8E-6D8A-23AC-80BE-A5D037DA0AA6}"/>
                </a:ext>
              </a:extLst>
            </p:cNvPr>
            <p:cNvSpPr/>
            <p:nvPr/>
          </p:nvSpPr>
          <p:spPr>
            <a:xfrm>
              <a:off x="4098484" y="1260570"/>
              <a:ext cx="283570" cy="477216"/>
            </a:xfrm>
            <a:custGeom>
              <a:avLst/>
              <a:gdLst/>
              <a:ahLst/>
              <a:cxnLst/>
              <a:rect l="l" t="t" r="r" b="b"/>
              <a:pathLst>
                <a:path w="283570" h="477216" extrusionOk="0">
                  <a:moveTo>
                    <a:pt x="269079" y="475502"/>
                  </a:moveTo>
                  <a:lnTo>
                    <a:pt x="14468" y="328644"/>
                  </a:lnTo>
                  <a:cubicBezTo>
                    <a:pt x="5521" y="322285"/>
                    <a:pt x="152" y="312048"/>
                    <a:pt x="0" y="301079"/>
                  </a:cubicBezTo>
                  <a:lnTo>
                    <a:pt x="0" y="12686"/>
                  </a:lnTo>
                  <a:cubicBezTo>
                    <a:pt x="0" y="2040"/>
                    <a:pt x="6472" y="-2903"/>
                    <a:pt x="14468" y="1755"/>
                  </a:cubicBezTo>
                  <a:lnTo>
                    <a:pt x="269079" y="148518"/>
                  </a:lnTo>
                  <a:cubicBezTo>
                    <a:pt x="278008" y="154943"/>
                    <a:pt x="283366" y="165190"/>
                    <a:pt x="283547" y="176178"/>
                  </a:cubicBezTo>
                  <a:lnTo>
                    <a:pt x="283547" y="464571"/>
                  </a:lnTo>
                  <a:cubicBezTo>
                    <a:pt x="284023" y="475217"/>
                    <a:pt x="277075" y="480065"/>
                    <a:pt x="269079" y="47550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8;p24">
              <a:extLst>
                <a:ext uri="{FF2B5EF4-FFF2-40B4-BE49-F238E27FC236}">
                  <a16:creationId xmlns:a16="http://schemas.microsoft.com/office/drawing/2014/main" id="{39DF8387-DE13-A7CA-EA56-ED391F10345E}"/>
                </a:ext>
              </a:extLst>
            </p:cNvPr>
            <p:cNvSpPr/>
            <p:nvPr/>
          </p:nvSpPr>
          <p:spPr>
            <a:xfrm>
              <a:off x="4408015" y="1478241"/>
              <a:ext cx="284023" cy="477161"/>
            </a:xfrm>
            <a:custGeom>
              <a:avLst/>
              <a:gdLst/>
              <a:ahLst/>
              <a:cxnLst/>
              <a:rect l="l" t="t" r="r" b="b"/>
              <a:pathLst>
                <a:path w="284023" h="477161" extrusionOk="0">
                  <a:moveTo>
                    <a:pt x="269556" y="475409"/>
                  </a:moveTo>
                  <a:lnTo>
                    <a:pt x="14468" y="328646"/>
                  </a:lnTo>
                  <a:cubicBezTo>
                    <a:pt x="5521" y="322287"/>
                    <a:pt x="152" y="312050"/>
                    <a:pt x="0" y="301080"/>
                  </a:cubicBezTo>
                  <a:lnTo>
                    <a:pt x="0" y="12593"/>
                  </a:lnTo>
                  <a:cubicBezTo>
                    <a:pt x="0" y="2042"/>
                    <a:pt x="6472" y="-2901"/>
                    <a:pt x="14468" y="1757"/>
                  </a:cubicBezTo>
                  <a:lnTo>
                    <a:pt x="269556" y="148519"/>
                  </a:lnTo>
                  <a:cubicBezTo>
                    <a:pt x="278503" y="154878"/>
                    <a:pt x="283871" y="165116"/>
                    <a:pt x="284023" y="176085"/>
                  </a:cubicBezTo>
                  <a:lnTo>
                    <a:pt x="284023" y="464382"/>
                  </a:lnTo>
                  <a:cubicBezTo>
                    <a:pt x="283547" y="475124"/>
                    <a:pt x="277075" y="480066"/>
                    <a:pt x="269556"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69;p24">
              <a:extLst>
                <a:ext uri="{FF2B5EF4-FFF2-40B4-BE49-F238E27FC236}">
                  <a16:creationId xmlns:a16="http://schemas.microsoft.com/office/drawing/2014/main" id="{378EACCF-514C-6A06-ABE5-A48FA9DC3BB4}"/>
                </a:ext>
              </a:extLst>
            </p:cNvPr>
            <p:cNvSpPr/>
            <p:nvPr/>
          </p:nvSpPr>
          <p:spPr>
            <a:xfrm>
              <a:off x="3711283" y="1491834"/>
              <a:ext cx="283071" cy="477165"/>
            </a:xfrm>
            <a:custGeom>
              <a:avLst/>
              <a:gdLst/>
              <a:ahLst/>
              <a:cxnLst/>
              <a:rect l="l" t="t" r="r" b="b"/>
              <a:pathLst>
                <a:path w="283071" h="477165" extrusionOk="0">
                  <a:moveTo>
                    <a:pt x="268604" y="475409"/>
                  </a:moveTo>
                  <a:lnTo>
                    <a:pt x="14468" y="328646"/>
                  </a:lnTo>
                  <a:cubicBezTo>
                    <a:pt x="5521" y="322287"/>
                    <a:pt x="152" y="312050"/>
                    <a:pt x="0" y="301080"/>
                  </a:cubicBezTo>
                  <a:lnTo>
                    <a:pt x="0" y="12593"/>
                  </a:lnTo>
                  <a:cubicBezTo>
                    <a:pt x="0" y="2042"/>
                    <a:pt x="6472" y="-2901"/>
                    <a:pt x="14468" y="1757"/>
                  </a:cubicBezTo>
                  <a:lnTo>
                    <a:pt x="268604" y="148519"/>
                  </a:lnTo>
                  <a:cubicBezTo>
                    <a:pt x="277551" y="154878"/>
                    <a:pt x="282919" y="165116"/>
                    <a:pt x="283071" y="176085"/>
                  </a:cubicBezTo>
                  <a:lnTo>
                    <a:pt x="283071" y="464573"/>
                  </a:lnTo>
                  <a:cubicBezTo>
                    <a:pt x="283071" y="475123"/>
                    <a:pt x="276599" y="480066"/>
                    <a:pt x="268604"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70;p24">
              <a:extLst>
                <a:ext uri="{FF2B5EF4-FFF2-40B4-BE49-F238E27FC236}">
                  <a16:creationId xmlns:a16="http://schemas.microsoft.com/office/drawing/2014/main" id="{730D33D5-B1FB-CDD6-5470-3A23D7546A30}"/>
                </a:ext>
              </a:extLst>
            </p:cNvPr>
            <p:cNvSpPr/>
            <p:nvPr/>
          </p:nvSpPr>
          <p:spPr>
            <a:xfrm>
              <a:off x="3711283" y="1946286"/>
              <a:ext cx="980755" cy="657383"/>
            </a:xfrm>
            <a:custGeom>
              <a:avLst/>
              <a:gdLst/>
              <a:ahLst/>
              <a:cxnLst/>
              <a:rect l="l" t="t" r="r" b="b"/>
              <a:pathLst>
                <a:path w="980755" h="657383" extrusionOk="0">
                  <a:moveTo>
                    <a:pt x="966288" y="655629"/>
                  </a:moveTo>
                  <a:lnTo>
                    <a:pt x="14468" y="106884"/>
                  </a:lnTo>
                  <a:cubicBezTo>
                    <a:pt x="5540" y="100458"/>
                    <a:pt x="181" y="90212"/>
                    <a:pt x="0" y="79224"/>
                  </a:cubicBezTo>
                  <a:lnTo>
                    <a:pt x="0" y="12686"/>
                  </a:lnTo>
                  <a:cubicBezTo>
                    <a:pt x="0" y="2040"/>
                    <a:pt x="6472" y="-2903"/>
                    <a:pt x="14468" y="1755"/>
                  </a:cubicBezTo>
                  <a:lnTo>
                    <a:pt x="966288" y="550594"/>
                  </a:lnTo>
                  <a:cubicBezTo>
                    <a:pt x="975235" y="556954"/>
                    <a:pt x="980603" y="567191"/>
                    <a:pt x="980755" y="578160"/>
                  </a:cubicBezTo>
                  <a:lnTo>
                    <a:pt x="980755" y="644698"/>
                  </a:lnTo>
                  <a:cubicBezTo>
                    <a:pt x="980280" y="655344"/>
                    <a:pt x="973807" y="660286"/>
                    <a:pt x="966288" y="65562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2" name="Google Shape;1071;p24">
              <a:extLst>
                <a:ext uri="{FF2B5EF4-FFF2-40B4-BE49-F238E27FC236}">
                  <a16:creationId xmlns:a16="http://schemas.microsoft.com/office/drawing/2014/main" id="{24BF66C9-3891-2589-AFDF-11C008B1BCF7}"/>
                </a:ext>
              </a:extLst>
            </p:cNvPr>
            <p:cNvSpPr/>
            <p:nvPr/>
          </p:nvSpPr>
          <p:spPr>
            <a:xfrm>
              <a:off x="3715090" y="2139055"/>
              <a:ext cx="732044" cy="480371"/>
            </a:xfrm>
            <a:custGeom>
              <a:avLst/>
              <a:gdLst/>
              <a:ahLst/>
              <a:cxnLst/>
              <a:rect l="l" t="t" r="r" b="b"/>
              <a:pathLst>
                <a:path w="732044" h="480371" extrusionOk="0">
                  <a:moveTo>
                    <a:pt x="717577" y="478449"/>
                  </a:moveTo>
                  <a:lnTo>
                    <a:pt x="14468" y="73425"/>
                  </a:lnTo>
                  <a:cubicBezTo>
                    <a:pt x="5521" y="67066"/>
                    <a:pt x="152" y="56829"/>
                    <a:pt x="0" y="45860"/>
                  </a:cubicBezTo>
                  <a:lnTo>
                    <a:pt x="0" y="12686"/>
                  </a:lnTo>
                  <a:cubicBezTo>
                    <a:pt x="0" y="2040"/>
                    <a:pt x="6472" y="-2903"/>
                    <a:pt x="14468" y="1755"/>
                  </a:cubicBezTo>
                  <a:lnTo>
                    <a:pt x="717577" y="407064"/>
                  </a:lnTo>
                  <a:cubicBezTo>
                    <a:pt x="726505" y="413489"/>
                    <a:pt x="731864" y="423736"/>
                    <a:pt x="732045" y="434724"/>
                  </a:cubicBezTo>
                  <a:lnTo>
                    <a:pt x="732045" y="467708"/>
                  </a:lnTo>
                  <a:cubicBezTo>
                    <a:pt x="732045" y="478449"/>
                    <a:pt x="725572" y="483392"/>
                    <a:pt x="717577" y="47844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2;p24">
              <a:extLst>
                <a:ext uri="{FF2B5EF4-FFF2-40B4-BE49-F238E27FC236}">
                  <a16:creationId xmlns:a16="http://schemas.microsoft.com/office/drawing/2014/main" id="{62749BA5-5634-69B3-5B4E-90517B2DEE8A}"/>
                </a:ext>
              </a:extLst>
            </p:cNvPr>
            <p:cNvSpPr/>
            <p:nvPr/>
          </p:nvSpPr>
          <p:spPr>
            <a:xfrm>
              <a:off x="3715090" y="2264376"/>
              <a:ext cx="732044" cy="480312"/>
            </a:xfrm>
            <a:custGeom>
              <a:avLst/>
              <a:gdLst/>
              <a:ahLst/>
              <a:cxnLst/>
              <a:rect l="l" t="t" r="r" b="b"/>
              <a:pathLst>
                <a:path w="732044" h="480312" extrusionOk="0">
                  <a:moveTo>
                    <a:pt x="717577" y="478598"/>
                  </a:moveTo>
                  <a:lnTo>
                    <a:pt x="14468" y="73195"/>
                  </a:lnTo>
                  <a:cubicBezTo>
                    <a:pt x="5521" y="66836"/>
                    <a:pt x="152" y="56599"/>
                    <a:pt x="0" y="45629"/>
                  </a:cubicBezTo>
                  <a:lnTo>
                    <a:pt x="0" y="12646"/>
                  </a:lnTo>
                  <a:cubicBezTo>
                    <a:pt x="0" y="2000"/>
                    <a:pt x="6472" y="-2848"/>
                    <a:pt x="14468" y="1715"/>
                  </a:cubicBezTo>
                  <a:lnTo>
                    <a:pt x="717577" y="407023"/>
                  </a:lnTo>
                  <a:cubicBezTo>
                    <a:pt x="726505" y="413449"/>
                    <a:pt x="731864" y="423696"/>
                    <a:pt x="732045" y="434684"/>
                  </a:cubicBezTo>
                  <a:lnTo>
                    <a:pt x="732045" y="467667"/>
                  </a:lnTo>
                  <a:cubicBezTo>
                    <a:pt x="732045" y="478313"/>
                    <a:pt x="725572" y="483161"/>
                    <a:pt x="717577" y="4785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3;p24">
              <a:extLst>
                <a:ext uri="{FF2B5EF4-FFF2-40B4-BE49-F238E27FC236}">
                  <a16:creationId xmlns:a16="http://schemas.microsoft.com/office/drawing/2014/main" id="{8AE96269-6260-4F7E-B6E1-E24B774E96EA}"/>
                </a:ext>
              </a:extLst>
            </p:cNvPr>
            <p:cNvSpPr/>
            <p:nvPr/>
          </p:nvSpPr>
          <p:spPr>
            <a:xfrm>
              <a:off x="3715090" y="2389467"/>
              <a:ext cx="599361" cy="403889"/>
            </a:xfrm>
            <a:custGeom>
              <a:avLst/>
              <a:gdLst/>
              <a:ahLst/>
              <a:cxnLst/>
              <a:rect l="l" t="t" r="r" b="b"/>
              <a:pathLst>
                <a:path w="599361" h="403889" extrusionOk="0">
                  <a:moveTo>
                    <a:pt x="584893" y="402175"/>
                  </a:moveTo>
                  <a:lnTo>
                    <a:pt x="14468" y="73195"/>
                  </a:lnTo>
                  <a:cubicBezTo>
                    <a:pt x="5521" y="66836"/>
                    <a:pt x="152" y="56599"/>
                    <a:pt x="0" y="45629"/>
                  </a:cubicBezTo>
                  <a:lnTo>
                    <a:pt x="0" y="12646"/>
                  </a:lnTo>
                  <a:cubicBezTo>
                    <a:pt x="0" y="2000"/>
                    <a:pt x="6472" y="-2848"/>
                    <a:pt x="14468" y="1715"/>
                  </a:cubicBezTo>
                  <a:lnTo>
                    <a:pt x="584893" y="330600"/>
                  </a:lnTo>
                  <a:cubicBezTo>
                    <a:pt x="593822" y="337026"/>
                    <a:pt x="599180" y="347272"/>
                    <a:pt x="599361" y="358261"/>
                  </a:cubicBezTo>
                  <a:lnTo>
                    <a:pt x="599361" y="391244"/>
                  </a:lnTo>
                  <a:cubicBezTo>
                    <a:pt x="599361" y="401890"/>
                    <a:pt x="592889" y="406738"/>
                    <a:pt x="584893" y="402175"/>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4;p24">
              <a:extLst>
                <a:ext uri="{FF2B5EF4-FFF2-40B4-BE49-F238E27FC236}">
                  <a16:creationId xmlns:a16="http://schemas.microsoft.com/office/drawing/2014/main" id="{E0CDE917-3093-9E25-0387-8CC07AE42535}"/>
                </a:ext>
              </a:extLst>
            </p:cNvPr>
            <p:cNvSpPr/>
            <p:nvPr/>
          </p:nvSpPr>
          <p:spPr>
            <a:xfrm>
              <a:off x="4855752" y="2612272"/>
              <a:ext cx="1403078" cy="900663"/>
            </a:xfrm>
            <a:custGeom>
              <a:avLst/>
              <a:gdLst/>
              <a:ahLst/>
              <a:cxnLst/>
              <a:rect l="l" t="t" r="r" b="b"/>
              <a:pathLst>
                <a:path w="1403078" h="900663" extrusionOk="0">
                  <a:moveTo>
                    <a:pt x="1388610" y="898735"/>
                  </a:moveTo>
                  <a:lnTo>
                    <a:pt x="14468" y="106749"/>
                  </a:lnTo>
                  <a:cubicBezTo>
                    <a:pt x="5520" y="100390"/>
                    <a:pt x="152" y="90152"/>
                    <a:pt x="0" y="79183"/>
                  </a:cubicBezTo>
                  <a:lnTo>
                    <a:pt x="0" y="12646"/>
                  </a:lnTo>
                  <a:cubicBezTo>
                    <a:pt x="0" y="2000"/>
                    <a:pt x="6472" y="-2848"/>
                    <a:pt x="14468" y="1715"/>
                  </a:cubicBezTo>
                  <a:lnTo>
                    <a:pt x="1388610" y="794177"/>
                  </a:lnTo>
                  <a:cubicBezTo>
                    <a:pt x="1397557" y="800536"/>
                    <a:pt x="1402926" y="810773"/>
                    <a:pt x="1403078" y="821742"/>
                  </a:cubicBezTo>
                  <a:lnTo>
                    <a:pt x="1403078" y="888280"/>
                  </a:lnTo>
                  <a:cubicBezTo>
                    <a:pt x="1403078" y="898735"/>
                    <a:pt x="1396606" y="903678"/>
                    <a:pt x="1388610" y="898735"/>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5;p24">
              <a:extLst>
                <a:ext uri="{FF2B5EF4-FFF2-40B4-BE49-F238E27FC236}">
                  <a16:creationId xmlns:a16="http://schemas.microsoft.com/office/drawing/2014/main" id="{A62082D8-B2FB-2DCE-73BB-CD246274B8B9}"/>
                </a:ext>
              </a:extLst>
            </p:cNvPr>
            <p:cNvSpPr/>
            <p:nvPr/>
          </p:nvSpPr>
          <p:spPr>
            <a:xfrm>
              <a:off x="4860130" y="2805136"/>
              <a:ext cx="1263255" cy="786670"/>
            </a:xfrm>
            <a:custGeom>
              <a:avLst/>
              <a:gdLst/>
              <a:ahLst/>
              <a:cxnLst/>
              <a:rect l="l" t="t" r="r" b="b"/>
              <a:pathLst>
                <a:path w="1263255" h="786670" extrusionOk="0">
                  <a:moveTo>
                    <a:pt x="1248788" y="784956"/>
                  </a:moveTo>
                  <a:lnTo>
                    <a:pt x="14468" y="73195"/>
                  </a:lnTo>
                  <a:cubicBezTo>
                    <a:pt x="5521" y="66836"/>
                    <a:pt x="152" y="56599"/>
                    <a:pt x="0" y="45629"/>
                  </a:cubicBezTo>
                  <a:lnTo>
                    <a:pt x="0" y="12646"/>
                  </a:lnTo>
                  <a:cubicBezTo>
                    <a:pt x="0" y="2000"/>
                    <a:pt x="6472" y="-2848"/>
                    <a:pt x="14468" y="1715"/>
                  </a:cubicBezTo>
                  <a:lnTo>
                    <a:pt x="1248788" y="713381"/>
                  </a:lnTo>
                  <a:cubicBezTo>
                    <a:pt x="1257716" y="719807"/>
                    <a:pt x="1263075" y="730053"/>
                    <a:pt x="1263256" y="741042"/>
                  </a:cubicBezTo>
                  <a:lnTo>
                    <a:pt x="1263256" y="774025"/>
                  </a:lnTo>
                  <a:cubicBezTo>
                    <a:pt x="1263256" y="784671"/>
                    <a:pt x="1256783" y="78951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7" name="Google Shape;1076;p24">
              <a:extLst>
                <a:ext uri="{FF2B5EF4-FFF2-40B4-BE49-F238E27FC236}">
                  <a16:creationId xmlns:a16="http://schemas.microsoft.com/office/drawing/2014/main" id="{FB353129-884B-8705-C99A-578CA335C3F4}"/>
                </a:ext>
              </a:extLst>
            </p:cNvPr>
            <p:cNvSpPr/>
            <p:nvPr/>
          </p:nvSpPr>
          <p:spPr>
            <a:xfrm>
              <a:off x="4860130" y="2930227"/>
              <a:ext cx="1263255" cy="786839"/>
            </a:xfrm>
            <a:custGeom>
              <a:avLst/>
              <a:gdLst/>
              <a:ahLst/>
              <a:cxnLst/>
              <a:rect l="l" t="t" r="r" b="b"/>
              <a:pathLst>
                <a:path w="1263255" h="786839" extrusionOk="0">
                  <a:moveTo>
                    <a:pt x="1248788" y="784956"/>
                  </a:moveTo>
                  <a:lnTo>
                    <a:pt x="14468" y="73290"/>
                  </a:lnTo>
                  <a:cubicBezTo>
                    <a:pt x="5540" y="66864"/>
                    <a:pt x="181" y="56617"/>
                    <a:pt x="0" y="45629"/>
                  </a:cubicBezTo>
                  <a:lnTo>
                    <a:pt x="0" y="12646"/>
                  </a:lnTo>
                  <a:cubicBezTo>
                    <a:pt x="0" y="2000"/>
                    <a:pt x="6472" y="-2848"/>
                    <a:pt x="14468" y="1714"/>
                  </a:cubicBezTo>
                  <a:lnTo>
                    <a:pt x="1248788" y="713856"/>
                  </a:lnTo>
                  <a:cubicBezTo>
                    <a:pt x="1257735" y="720215"/>
                    <a:pt x="1263104" y="730453"/>
                    <a:pt x="1263256" y="741422"/>
                  </a:cubicBezTo>
                  <a:lnTo>
                    <a:pt x="1263256" y="774405"/>
                  </a:lnTo>
                  <a:cubicBezTo>
                    <a:pt x="1263256" y="784671"/>
                    <a:pt x="1256783" y="78989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8" name="Google Shape;1077;p24">
              <a:extLst>
                <a:ext uri="{FF2B5EF4-FFF2-40B4-BE49-F238E27FC236}">
                  <a16:creationId xmlns:a16="http://schemas.microsoft.com/office/drawing/2014/main" id="{B69CD6EC-CC51-3439-7578-C80B70B67929}"/>
                </a:ext>
              </a:extLst>
            </p:cNvPr>
            <p:cNvSpPr/>
            <p:nvPr/>
          </p:nvSpPr>
          <p:spPr>
            <a:xfrm>
              <a:off x="4860130" y="3055222"/>
              <a:ext cx="1034438" cy="654829"/>
            </a:xfrm>
            <a:custGeom>
              <a:avLst/>
              <a:gdLst/>
              <a:ahLst/>
              <a:cxnLst/>
              <a:rect l="l" t="t" r="r" b="b"/>
              <a:pathLst>
                <a:path w="1034438" h="654829" extrusionOk="0">
                  <a:moveTo>
                    <a:pt x="1019971" y="653117"/>
                  </a:moveTo>
                  <a:lnTo>
                    <a:pt x="14468" y="73290"/>
                  </a:lnTo>
                  <a:cubicBezTo>
                    <a:pt x="5540" y="66864"/>
                    <a:pt x="181" y="56618"/>
                    <a:pt x="0" y="45629"/>
                  </a:cubicBezTo>
                  <a:lnTo>
                    <a:pt x="0" y="12646"/>
                  </a:lnTo>
                  <a:cubicBezTo>
                    <a:pt x="0" y="2000"/>
                    <a:pt x="6472" y="-2848"/>
                    <a:pt x="14468" y="1715"/>
                  </a:cubicBezTo>
                  <a:lnTo>
                    <a:pt x="1019971" y="581542"/>
                  </a:lnTo>
                  <a:cubicBezTo>
                    <a:pt x="1028880" y="587929"/>
                    <a:pt x="1034248" y="598157"/>
                    <a:pt x="1034438" y="609107"/>
                  </a:cubicBezTo>
                  <a:lnTo>
                    <a:pt x="1034438" y="642091"/>
                  </a:lnTo>
                  <a:cubicBezTo>
                    <a:pt x="1034438" y="652832"/>
                    <a:pt x="1027871" y="657679"/>
                    <a:pt x="1019971" y="65311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8;p24">
              <a:extLst>
                <a:ext uri="{FF2B5EF4-FFF2-40B4-BE49-F238E27FC236}">
                  <a16:creationId xmlns:a16="http://schemas.microsoft.com/office/drawing/2014/main" id="{578F37F2-339C-80B7-7A0B-3659F1B467AB}"/>
                </a:ext>
              </a:extLst>
            </p:cNvPr>
            <p:cNvSpPr/>
            <p:nvPr/>
          </p:nvSpPr>
          <p:spPr>
            <a:xfrm>
              <a:off x="4063456" y="1695343"/>
              <a:ext cx="283556" cy="477207"/>
            </a:xfrm>
            <a:custGeom>
              <a:avLst/>
              <a:gdLst/>
              <a:ahLst/>
              <a:cxnLst/>
              <a:rect l="l" t="t" r="r" b="b"/>
              <a:pathLst>
                <a:path w="283556" h="477207" extrusionOk="0">
                  <a:moveTo>
                    <a:pt x="269365" y="475409"/>
                  </a:moveTo>
                  <a:lnTo>
                    <a:pt x="14468" y="328646"/>
                  </a:lnTo>
                  <a:cubicBezTo>
                    <a:pt x="5521" y="322287"/>
                    <a:pt x="152" y="312050"/>
                    <a:pt x="0" y="301080"/>
                  </a:cubicBezTo>
                  <a:lnTo>
                    <a:pt x="0" y="12593"/>
                  </a:lnTo>
                  <a:cubicBezTo>
                    <a:pt x="0" y="2042"/>
                    <a:pt x="6472" y="-2901"/>
                    <a:pt x="14468" y="1757"/>
                  </a:cubicBezTo>
                  <a:lnTo>
                    <a:pt x="269080" y="148519"/>
                  </a:lnTo>
                  <a:cubicBezTo>
                    <a:pt x="278027" y="154878"/>
                    <a:pt x="283395" y="165116"/>
                    <a:pt x="283547" y="176085"/>
                  </a:cubicBezTo>
                  <a:lnTo>
                    <a:pt x="283547" y="464573"/>
                  </a:lnTo>
                  <a:cubicBezTo>
                    <a:pt x="283833" y="475409"/>
                    <a:pt x="277360" y="480066"/>
                    <a:pt x="269365"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79;p24">
              <a:extLst>
                <a:ext uri="{FF2B5EF4-FFF2-40B4-BE49-F238E27FC236}">
                  <a16:creationId xmlns:a16="http://schemas.microsoft.com/office/drawing/2014/main" id="{5DA9A8A6-D6B4-9460-F303-F9BA4A2E69FC}"/>
                </a:ext>
              </a:extLst>
            </p:cNvPr>
            <p:cNvSpPr/>
            <p:nvPr/>
          </p:nvSpPr>
          <p:spPr>
            <a:xfrm>
              <a:off x="4408015" y="1893817"/>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518"/>
                  </a:lnTo>
                  <a:cubicBezTo>
                    <a:pt x="278484" y="154943"/>
                    <a:pt x="283842" y="165190"/>
                    <a:pt x="284023" y="176178"/>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80;p24">
              <a:extLst>
                <a:ext uri="{FF2B5EF4-FFF2-40B4-BE49-F238E27FC236}">
                  <a16:creationId xmlns:a16="http://schemas.microsoft.com/office/drawing/2014/main" id="{6857B157-DEEA-A2EB-9271-2DEF3C2C6CB5}"/>
                </a:ext>
              </a:extLst>
            </p:cNvPr>
            <p:cNvSpPr/>
            <p:nvPr/>
          </p:nvSpPr>
          <p:spPr>
            <a:xfrm>
              <a:off x="4855752" y="1988490"/>
              <a:ext cx="1403078" cy="1286379"/>
            </a:xfrm>
            <a:custGeom>
              <a:avLst/>
              <a:gdLst/>
              <a:ahLst/>
              <a:cxnLst/>
              <a:rect l="l" t="t" r="r" b="b"/>
              <a:pathLst>
                <a:path w="1403078" h="1286379" extrusionOk="0">
                  <a:moveTo>
                    <a:pt x="1388610" y="1284884"/>
                  </a:moveTo>
                  <a:lnTo>
                    <a:pt x="14468" y="492137"/>
                  </a:lnTo>
                  <a:cubicBezTo>
                    <a:pt x="5520" y="485777"/>
                    <a:pt x="152" y="475540"/>
                    <a:pt x="0" y="464571"/>
                  </a:cubicBezTo>
                  <a:lnTo>
                    <a:pt x="0" y="12686"/>
                  </a:lnTo>
                  <a:cubicBezTo>
                    <a:pt x="0" y="2040"/>
                    <a:pt x="6472" y="-2903"/>
                    <a:pt x="14468" y="1755"/>
                  </a:cubicBezTo>
                  <a:lnTo>
                    <a:pt x="1388610" y="794027"/>
                  </a:lnTo>
                  <a:cubicBezTo>
                    <a:pt x="1397539" y="800452"/>
                    <a:pt x="1402897" y="810699"/>
                    <a:pt x="1403078" y="821687"/>
                  </a:cubicBezTo>
                  <a:lnTo>
                    <a:pt x="1403078" y="1273572"/>
                  </a:lnTo>
                  <a:cubicBezTo>
                    <a:pt x="1403078" y="1284218"/>
                    <a:pt x="1396606" y="1289066"/>
                    <a:pt x="1388610" y="12848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1;p24">
              <a:extLst>
                <a:ext uri="{FF2B5EF4-FFF2-40B4-BE49-F238E27FC236}">
                  <a16:creationId xmlns:a16="http://schemas.microsoft.com/office/drawing/2014/main" id="{34DFC8B6-97F1-B5EA-FB62-9EBF63FB7163}"/>
                </a:ext>
              </a:extLst>
            </p:cNvPr>
            <p:cNvSpPr/>
            <p:nvPr/>
          </p:nvSpPr>
          <p:spPr>
            <a:xfrm>
              <a:off x="4846614" y="1414848"/>
              <a:ext cx="423274" cy="545612"/>
            </a:xfrm>
            <a:custGeom>
              <a:avLst/>
              <a:gdLst/>
              <a:ahLst/>
              <a:cxnLst/>
              <a:rect l="l" t="t" r="r" b="b"/>
              <a:pathLst>
                <a:path w="423274" h="545612" extrusionOk="0">
                  <a:moveTo>
                    <a:pt x="211685" y="516844"/>
                  </a:moveTo>
                  <a:cubicBezTo>
                    <a:pt x="94991" y="449546"/>
                    <a:pt x="0" y="285389"/>
                    <a:pt x="0" y="150793"/>
                  </a:cubicBezTo>
                  <a:cubicBezTo>
                    <a:pt x="0" y="16197"/>
                    <a:pt x="95182" y="-38459"/>
                    <a:pt x="211685" y="28744"/>
                  </a:cubicBezTo>
                  <a:cubicBezTo>
                    <a:pt x="328187" y="95947"/>
                    <a:pt x="423274" y="260295"/>
                    <a:pt x="423274" y="394795"/>
                  </a:cubicBezTo>
                  <a:cubicBezTo>
                    <a:pt x="423274" y="529296"/>
                    <a:pt x="328283" y="584142"/>
                    <a:pt x="211685" y="516844"/>
                  </a:cubicBezTo>
                  <a:close/>
                  <a:moveTo>
                    <a:pt x="211685" y="99274"/>
                  </a:moveTo>
                  <a:cubicBezTo>
                    <a:pt x="128686" y="51747"/>
                    <a:pt x="61202" y="90434"/>
                    <a:pt x="61202" y="186058"/>
                  </a:cubicBezTo>
                  <a:cubicBezTo>
                    <a:pt x="61202" y="281682"/>
                    <a:pt x="128686" y="398502"/>
                    <a:pt x="211685" y="446314"/>
                  </a:cubicBezTo>
                  <a:cubicBezTo>
                    <a:pt x="294683" y="494126"/>
                    <a:pt x="362167" y="455249"/>
                    <a:pt x="362167" y="359531"/>
                  </a:cubicBezTo>
                  <a:cubicBezTo>
                    <a:pt x="362167" y="263811"/>
                    <a:pt x="294493" y="147561"/>
                    <a:pt x="211685" y="9927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2;p24">
              <a:extLst>
                <a:ext uri="{FF2B5EF4-FFF2-40B4-BE49-F238E27FC236}">
                  <a16:creationId xmlns:a16="http://schemas.microsoft.com/office/drawing/2014/main" id="{803C19AA-B9DD-2065-F0D5-D85B74675D5C}"/>
                </a:ext>
              </a:extLst>
            </p:cNvPr>
            <p:cNvSpPr/>
            <p:nvPr/>
          </p:nvSpPr>
          <p:spPr>
            <a:xfrm>
              <a:off x="4846614" y="1414848"/>
              <a:ext cx="423274" cy="545629"/>
            </a:xfrm>
            <a:custGeom>
              <a:avLst/>
              <a:gdLst/>
              <a:ahLst/>
              <a:cxnLst/>
              <a:rect l="l" t="t" r="r" b="b"/>
              <a:pathLst>
                <a:path w="423274" h="545629" extrusionOk="0">
                  <a:moveTo>
                    <a:pt x="211685" y="516844"/>
                  </a:moveTo>
                  <a:cubicBezTo>
                    <a:pt x="94991" y="449546"/>
                    <a:pt x="0" y="285389"/>
                    <a:pt x="0" y="150793"/>
                  </a:cubicBezTo>
                  <a:cubicBezTo>
                    <a:pt x="0" y="16197"/>
                    <a:pt x="95182" y="-38459"/>
                    <a:pt x="211685" y="28744"/>
                  </a:cubicBezTo>
                  <a:lnTo>
                    <a:pt x="211685" y="99274"/>
                  </a:lnTo>
                  <a:cubicBezTo>
                    <a:pt x="128686" y="51747"/>
                    <a:pt x="61202" y="90434"/>
                    <a:pt x="61202" y="186058"/>
                  </a:cubicBezTo>
                  <a:cubicBezTo>
                    <a:pt x="61202" y="281682"/>
                    <a:pt x="128686" y="398502"/>
                    <a:pt x="211685" y="446314"/>
                  </a:cubicBezTo>
                  <a:cubicBezTo>
                    <a:pt x="294683" y="494126"/>
                    <a:pt x="362167" y="455249"/>
                    <a:pt x="362167" y="359531"/>
                  </a:cubicBezTo>
                  <a:lnTo>
                    <a:pt x="423274" y="394795"/>
                  </a:lnTo>
                  <a:cubicBezTo>
                    <a:pt x="423179" y="529391"/>
                    <a:pt x="328283" y="584142"/>
                    <a:pt x="211685" y="516844"/>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3;p24">
              <a:extLst>
                <a:ext uri="{FF2B5EF4-FFF2-40B4-BE49-F238E27FC236}">
                  <a16:creationId xmlns:a16="http://schemas.microsoft.com/office/drawing/2014/main" id="{FF5CF7F0-9B44-9A57-7410-0C8332D22E78}"/>
                </a:ext>
              </a:extLst>
            </p:cNvPr>
            <p:cNvSpPr/>
            <p:nvPr/>
          </p:nvSpPr>
          <p:spPr>
            <a:xfrm>
              <a:off x="5340323" y="1699604"/>
              <a:ext cx="423179" cy="545654"/>
            </a:xfrm>
            <a:custGeom>
              <a:avLst/>
              <a:gdLst/>
              <a:ahLst/>
              <a:cxnLst/>
              <a:rect l="l" t="t" r="r" b="b"/>
              <a:pathLst>
                <a:path w="423179" h="545654" extrusionOk="0">
                  <a:moveTo>
                    <a:pt x="211589" y="516869"/>
                  </a:moveTo>
                  <a:cubicBezTo>
                    <a:pt x="94896" y="449571"/>
                    <a:pt x="0" y="285318"/>
                    <a:pt x="0" y="150817"/>
                  </a:cubicBezTo>
                  <a:cubicBezTo>
                    <a:pt x="0" y="16316"/>
                    <a:pt x="95182" y="-38529"/>
                    <a:pt x="211589" y="28769"/>
                  </a:cubicBezTo>
                  <a:cubicBezTo>
                    <a:pt x="327997" y="96066"/>
                    <a:pt x="423179" y="260224"/>
                    <a:pt x="423179" y="394820"/>
                  </a:cubicBezTo>
                  <a:cubicBezTo>
                    <a:pt x="423179" y="529416"/>
                    <a:pt x="328283" y="584167"/>
                    <a:pt x="211589" y="516869"/>
                  </a:cubicBezTo>
                  <a:close/>
                  <a:moveTo>
                    <a:pt x="211589" y="99298"/>
                  </a:moveTo>
                  <a:cubicBezTo>
                    <a:pt x="128591" y="51772"/>
                    <a:pt x="61107" y="90363"/>
                    <a:pt x="61107" y="186082"/>
                  </a:cubicBezTo>
                  <a:cubicBezTo>
                    <a:pt x="61107" y="281801"/>
                    <a:pt x="128591" y="398432"/>
                    <a:pt x="211589" y="446339"/>
                  </a:cubicBezTo>
                  <a:cubicBezTo>
                    <a:pt x="294588" y="494246"/>
                    <a:pt x="362072" y="455274"/>
                    <a:pt x="362072" y="359555"/>
                  </a:cubicBezTo>
                  <a:cubicBezTo>
                    <a:pt x="362072" y="263836"/>
                    <a:pt x="294588" y="147110"/>
                    <a:pt x="211589"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4;p24">
              <a:extLst>
                <a:ext uri="{FF2B5EF4-FFF2-40B4-BE49-F238E27FC236}">
                  <a16:creationId xmlns:a16="http://schemas.microsoft.com/office/drawing/2014/main" id="{4CB282F0-8C82-D5F9-36C3-3525B7317FE4}"/>
                </a:ext>
              </a:extLst>
            </p:cNvPr>
            <p:cNvSpPr/>
            <p:nvPr/>
          </p:nvSpPr>
          <p:spPr>
            <a:xfrm>
              <a:off x="5340323" y="1699604"/>
              <a:ext cx="332185" cy="545952"/>
            </a:xfrm>
            <a:custGeom>
              <a:avLst/>
              <a:gdLst/>
              <a:ahLst/>
              <a:cxnLst/>
              <a:rect l="l" t="t" r="r" b="b"/>
              <a:pathLst>
                <a:path w="332185" h="545952" extrusionOk="0">
                  <a:moveTo>
                    <a:pt x="211589" y="516869"/>
                  </a:moveTo>
                  <a:cubicBezTo>
                    <a:pt x="94896" y="449571"/>
                    <a:pt x="0" y="285318"/>
                    <a:pt x="0" y="150817"/>
                  </a:cubicBezTo>
                  <a:cubicBezTo>
                    <a:pt x="0" y="16316"/>
                    <a:pt x="95182" y="-38529"/>
                    <a:pt x="211589" y="28769"/>
                  </a:cubicBezTo>
                  <a:lnTo>
                    <a:pt x="211589" y="99298"/>
                  </a:lnTo>
                  <a:cubicBezTo>
                    <a:pt x="128591" y="51772"/>
                    <a:pt x="61107" y="90363"/>
                    <a:pt x="61107" y="186082"/>
                  </a:cubicBezTo>
                  <a:cubicBezTo>
                    <a:pt x="61107" y="281801"/>
                    <a:pt x="128591" y="398432"/>
                    <a:pt x="211589" y="446339"/>
                  </a:cubicBezTo>
                  <a:cubicBezTo>
                    <a:pt x="242429" y="464114"/>
                    <a:pt x="272030" y="470483"/>
                    <a:pt x="297253" y="465350"/>
                  </a:cubicBezTo>
                  <a:lnTo>
                    <a:pt x="332185" y="543389"/>
                  </a:lnTo>
                  <a:cubicBezTo>
                    <a:pt x="296682" y="550898"/>
                    <a:pt x="254993" y="541868"/>
                    <a:pt x="211589" y="5168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6" name="Google Shape;1085;p24">
              <a:extLst>
                <a:ext uri="{FF2B5EF4-FFF2-40B4-BE49-F238E27FC236}">
                  <a16:creationId xmlns:a16="http://schemas.microsoft.com/office/drawing/2014/main" id="{4FED6F2F-FCFA-F6CB-BE31-788CADD5B8C5}"/>
                </a:ext>
              </a:extLst>
            </p:cNvPr>
            <p:cNvSpPr/>
            <p:nvPr/>
          </p:nvSpPr>
          <p:spPr>
            <a:xfrm>
              <a:off x="5834032" y="1984194"/>
              <a:ext cx="423559" cy="545654"/>
            </a:xfrm>
            <a:custGeom>
              <a:avLst/>
              <a:gdLst/>
              <a:ahLst/>
              <a:cxnLst/>
              <a:rect l="l" t="t" r="r" b="b"/>
              <a:pathLst>
                <a:path w="423559" h="545654" extrusionOk="0">
                  <a:moveTo>
                    <a:pt x="211590" y="516869"/>
                  </a:moveTo>
                  <a:cubicBezTo>
                    <a:pt x="94896" y="449571"/>
                    <a:pt x="0" y="285318"/>
                    <a:pt x="0" y="150817"/>
                  </a:cubicBezTo>
                  <a:cubicBezTo>
                    <a:pt x="0" y="16317"/>
                    <a:pt x="95182" y="-38529"/>
                    <a:pt x="211590" y="28769"/>
                  </a:cubicBezTo>
                  <a:cubicBezTo>
                    <a:pt x="327997" y="96066"/>
                    <a:pt x="423560" y="260224"/>
                    <a:pt x="423560" y="394820"/>
                  </a:cubicBezTo>
                  <a:cubicBezTo>
                    <a:pt x="423560" y="529416"/>
                    <a:pt x="328378" y="584167"/>
                    <a:pt x="211590" y="516869"/>
                  </a:cubicBezTo>
                  <a:close/>
                  <a:moveTo>
                    <a:pt x="211590" y="99298"/>
                  </a:moveTo>
                  <a:cubicBezTo>
                    <a:pt x="128686" y="51772"/>
                    <a:pt x="61107" y="90363"/>
                    <a:pt x="61107" y="186082"/>
                  </a:cubicBezTo>
                  <a:cubicBezTo>
                    <a:pt x="61107" y="281801"/>
                    <a:pt x="128686" y="398432"/>
                    <a:pt x="211590" y="446339"/>
                  </a:cubicBezTo>
                  <a:cubicBezTo>
                    <a:pt x="294493" y="494246"/>
                    <a:pt x="362072" y="455274"/>
                    <a:pt x="362072" y="359555"/>
                  </a:cubicBezTo>
                  <a:cubicBezTo>
                    <a:pt x="362072" y="263836"/>
                    <a:pt x="294588" y="147110"/>
                    <a:pt x="211590"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7" name="Google Shape;1086;p24">
              <a:extLst>
                <a:ext uri="{FF2B5EF4-FFF2-40B4-BE49-F238E27FC236}">
                  <a16:creationId xmlns:a16="http://schemas.microsoft.com/office/drawing/2014/main" id="{3E2BF306-96D9-B87F-2D08-2AF2F0D9BA7B}"/>
                </a:ext>
              </a:extLst>
            </p:cNvPr>
            <p:cNvSpPr/>
            <p:nvPr/>
          </p:nvSpPr>
          <p:spPr>
            <a:xfrm>
              <a:off x="5834032" y="1984177"/>
              <a:ext cx="211589" cy="286951"/>
            </a:xfrm>
            <a:custGeom>
              <a:avLst/>
              <a:gdLst/>
              <a:ahLst/>
              <a:cxnLst/>
              <a:rect l="l" t="t" r="r" b="b"/>
              <a:pathLst>
                <a:path w="211589" h="286951" extrusionOk="0">
                  <a:moveTo>
                    <a:pt x="27412" y="286951"/>
                  </a:moveTo>
                  <a:cubicBezTo>
                    <a:pt x="10194" y="243588"/>
                    <a:pt x="904" y="197477"/>
                    <a:pt x="0" y="150835"/>
                  </a:cubicBezTo>
                  <a:cubicBezTo>
                    <a:pt x="0" y="16239"/>
                    <a:pt x="95182" y="-38512"/>
                    <a:pt x="211590" y="28786"/>
                  </a:cubicBezTo>
                  <a:lnTo>
                    <a:pt x="211590" y="99315"/>
                  </a:lnTo>
                  <a:cubicBezTo>
                    <a:pt x="128686" y="51789"/>
                    <a:pt x="61107" y="90380"/>
                    <a:pt x="61107" y="186099"/>
                  </a:cubicBezTo>
                  <a:cubicBezTo>
                    <a:pt x="61830" y="219254"/>
                    <a:pt x="68540" y="252000"/>
                    <a:pt x="80905" y="2827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7;p24">
              <a:extLst>
                <a:ext uri="{FF2B5EF4-FFF2-40B4-BE49-F238E27FC236}">
                  <a16:creationId xmlns:a16="http://schemas.microsoft.com/office/drawing/2014/main" id="{1B4AEF1B-9085-EF67-73D8-5DE2211D765C}"/>
                </a:ext>
              </a:extLst>
            </p:cNvPr>
            <p:cNvSpPr/>
            <p:nvPr/>
          </p:nvSpPr>
          <p:spPr>
            <a:xfrm>
              <a:off x="5029839" y="4705642"/>
              <a:ext cx="429841" cy="247899"/>
            </a:xfrm>
            <a:custGeom>
              <a:avLst/>
              <a:gdLst/>
              <a:ahLst/>
              <a:cxnLst/>
              <a:rect l="l" t="t" r="r" b="b"/>
              <a:pathLst>
                <a:path w="429841" h="247899" extrusionOk="0">
                  <a:moveTo>
                    <a:pt x="429842" y="123950"/>
                  </a:moveTo>
                  <a:cubicBezTo>
                    <a:pt x="429842" y="192405"/>
                    <a:pt x="333619" y="247900"/>
                    <a:pt x="214921" y="247900"/>
                  </a:cubicBezTo>
                  <a:cubicBezTo>
                    <a:pt x="96224" y="247900"/>
                    <a:pt x="0" y="192406"/>
                    <a:pt x="0" y="123950"/>
                  </a:cubicBezTo>
                  <a:cubicBezTo>
                    <a:pt x="0" y="55494"/>
                    <a:pt x="96224"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8;p24">
              <a:extLst>
                <a:ext uri="{FF2B5EF4-FFF2-40B4-BE49-F238E27FC236}">
                  <a16:creationId xmlns:a16="http://schemas.microsoft.com/office/drawing/2014/main" id="{8F47AABC-186F-5511-2788-996B5D156BCF}"/>
                </a:ext>
              </a:extLst>
            </p:cNvPr>
            <p:cNvSpPr/>
            <p:nvPr/>
          </p:nvSpPr>
          <p:spPr>
            <a:xfrm>
              <a:off x="2757750" y="4754499"/>
              <a:ext cx="429841" cy="247899"/>
            </a:xfrm>
            <a:custGeom>
              <a:avLst/>
              <a:gdLst/>
              <a:ahLst/>
              <a:cxnLst/>
              <a:rect l="l" t="t" r="r" b="b"/>
              <a:pathLst>
                <a:path w="429841" h="247899" extrusionOk="0">
                  <a:moveTo>
                    <a:pt x="429842" y="123950"/>
                  </a:moveTo>
                  <a:cubicBezTo>
                    <a:pt x="429842" y="192405"/>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89;p24">
              <a:extLst>
                <a:ext uri="{FF2B5EF4-FFF2-40B4-BE49-F238E27FC236}">
                  <a16:creationId xmlns:a16="http://schemas.microsoft.com/office/drawing/2014/main" id="{6FA16B08-2A48-B59F-B68D-BB286D6F2473}"/>
                </a:ext>
              </a:extLst>
            </p:cNvPr>
            <p:cNvSpPr/>
            <p:nvPr/>
          </p:nvSpPr>
          <p:spPr>
            <a:xfrm>
              <a:off x="2012475" y="3630110"/>
              <a:ext cx="429841" cy="247899"/>
            </a:xfrm>
            <a:custGeom>
              <a:avLst/>
              <a:gdLst/>
              <a:ahLst/>
              <a:cxnLst/>
              <a:rect l="l" t="t" r="r" b="b"/>
              <a:pathLst>
                <a:path w="429841" h="247899" extrusionOk="0">
                  <a:moveTo>
                    <a:pt x="429842" y="123950"/>
                  </a:moveTo>
                  <a:cubicBezTo>
                    <a:pt x="429842" y="192406"/>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90;p24">
              <a:extLst>
                <a:ext uri="{FF2B5EF4-FFF2-40B4-BE49-F238E27FC236}">
                  <a16:creationId xmlns:a16="http://schemas.microsoft.com/office/drawing/2014/main" id="{770A0EA5-37E0-9C20-75DC-5A6FE2F7BE4B}"/>
                </a:ext>
              </a:extLst>
            </p:cNvPr>
            <p:cNvSpPr/>
            <p:nvPr/>
          </p:nvSpPr>
          <p:spPr>
            <a:xfrm>
              <a:off x="5244274" y="4799933"/>
              <a:ext cx="116580" cy="90224"/>
            </a:xfrm>
            <a:custGeom>
              <a:avLst/>
              <a:gdLst/>
              <a:ahLst/>
              <a:cxnLst/>
              <a:rect l="l" t="t" r="r" b="b"/>
              <a:pathLst>
                <a:path w="116580" h="90224" extrusionOk="0">
                  <a:moveTo>
                    <a:pt x="107376" y="2"/>
                  </a:moveTo>
                  <a:cubicBezTo>
                    <a:pt x="93384" y="11314"/>
                    <a:pt x="72729" y="953"/>
                    <a:pt x="71682" y="1998"/>
                  </a:cubicBezTo>
                  <a:cubicBezTo>
                    <a:pt x="55302" y="17235"/>
                    <a:pt x="38074" y="31550"/>
                    <a:pt x="20094" y="44868"/>
                  </a:cubicBezTo>
                  <a:cubicBezTo>
                    <a:pt x="11432" y="51711"/>
                    <a:pt x="-2179" y="60932"/>
                    <a:pt x="296" y="74049"/>
                  </a:cubicBezTo>
                  <a:cubicBezTo>
                    <a:pt x="4674" y="97622"/>
                    <a:pt x="42366" y="90398"/>
                    <a:pt x="56644" y="83554"/>
                  </a:cubicBezTo>
                  <a:cubicBezTo>
                    <a:pt x="70921" y="76711"/>
                    <a:pt x="82438" y="64544"/>
                    <a:pt x="95954" y="56084"/>
                  </a:cubicBezTo>
                  <a:cubicBezTo>
                    <a:pt x="105472" y="50095"/>
                    <a:pt x="114990" y="47054"/>
                    <a:pt x="116513" y="34887"/>
                  </a:cubicBezTo>
                  <a:cubicBezTo>
                    <a:pt x="117370" y="27187"/>
                    <a:pt x="109850" y="-283"/>
                    <a:pt x="107376" y="2"/>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1;p24">
              <a:extLst>
                <a:ext uri="{FF2B5EF4-FFF2-40B4-BE49-F238E27FC236}">
                  <a16:creationId xmlns:a16="http://schemas.microsoft.com/office/drawing/2014/main" id="{F604784A-65E4-B272-FBAA-453DF00B7CE6}"/>
                </a:ext>
              </a:extLst>
            </p:cNvPr>
            <p:cNvSpPr/>
            <p:nvPr/>
          </p:nvSpPr>
          <p:spPr>
            <a:xfrm>
              <a:off x="5244760" y="4829592"/>
              <a:ext cx="116051" cy="60483"/>
            </a:xfrm>
            <a:custGeom>
              <a:avLst/>
              <a:gdLst/>
              <a:ahLst/>
              <a:cxnLst/>
              <a:rect l="l" t="t" r="r" b="b"/>
              <a:pathLst>
                <a:path w="116051" h="60483" extrusionOk="0">
                  <a:moveTo>
                    <a:pt x="115837" y="0"/>
                  </a:moveTo>
                  <a:cubicBezTo>
                    <a:pt x="113933" y="11597"/>
                    <a:pt x="104605" y="14828"/>
                    <a:pt x="95087" y="20722"/>
                  </a:cubicBezTo>
                  <a:cubicBezTo>
                    <a:pt x="81381" y="29182"/>
                    <a:pt x="69388" y="41443"/>
                    <a:pt x="55110" y="48572"/>
                  </a:cubicBezTo>
                  <a:cubicBezTo>
                    <a:pt x="40833" y="55701"/>
                    <a:pt x="9233" y="61880"/>
                    <a:pt x="0" y="45055"/>
                  </a:cubicBezTo>
                  <a:cubicBezTo>
                    <a:pt x="5045" y="67773"/>
                    <a:pt x="42071" y="60644"/>
                    <a:pt x="56157" y="53515"/>
                  </a:cubicBezTo>
                  <a:cubicBezTo>
                    <a:pt x="70244" y="46386"/>
                    <a:pt x="81952" y="34505"/>
                    <a:pt x="95468" y="26045"/>
                  </a:cubicBezTo>
                  <a:cubicBezTo>
                    <a:pt x="104986" y="20056"/>
                    <a:pt x="114504" y="17015"/>
                    <a:pt x="116027" y="4848"/>
                  </a:cubicBezTo>
                  <a:cubicBezTo>
                    <a:pt x="116093" y="3232"/>
                    <a:pt x="116027" y="1606"/>
                    <a:pt x="11583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3" name="Google Shape;1092;p24">
              <a:extLst>
                <a:ext uri="{FF2B5EF4-FFF2-40B4-BE49-F238E27FC236}">
                  <a16:creationId xmlns:a16="http://schemas.microsoft.com/office/drawing/2014/main" id="{421B94A8-351C-93F8-F665-FAC1B41104F9}"/>
                </a:ext>
              </a:extLst>
            </p:cNvPr>
            <p:cNvSpPr/>
            <p:nvPr/>
          </p:nvSpPr>
          <p:spPr>
            <a:xfrm>
              <a:off x="5124630" y="4754816"/>
              <a:ext cx="116569" cy="86887"/>
            </a:xfrm>
            <a:custGeom>
              <a:avLst/>
              <a:gdLst/>
              <a:ahLst/>
              <a:cxnLst/>
              <a:rect l="l" t="t" r="r" b="b"/>
              <a:pathLst>
                <a:path w="116569" h="86887" extrusionOk="0">
                  <a:moveTo>
                    <a:pt x="105663" y="63"/>
                  </a:moveTo>
                  <a:cubicBezTo>
                    <a:pt x="91671" y="11470"/>
                    <a:pt x="67590" y="-982"/>
                    <a:pt x="66162" y="63"/>
                  </a:cubicBezTo>
                  <a:cubicBezTo>
                    <a:pt x="51656" y="14825"/>
                    <a:pt x="36275" y="28693"/>
                    <a:pt x="20094" y="41602"/>
                  </a:cubicBezTo>
                  <a:cubicBezTo>
                    <a:pt x="11432" y="48446"/>
                    <a:pt x="-2179" y="57666"/>
                    <a:pt x="296" y="70783"/>
                  </a:cubicBezTo>
                  <a:cubicBezTo>
                    <a:pt x="4674" y="94261"/>
                    <a:pt x="42367" y="87037"/>
                    <a:pt x="56644" y="80288"/>
                  </a:cubicBezTo>
                  <a:cubicBezTo>
                    <a:pt x="70921" y="73540"/>
                    <a:pt x="82438" y="61278"/>
                    <a:pt x="95954" y="52818"/>
                  </a:cubicBezTo>
                  <a:cubicBezTo>
                    <a:pt x="105472" y="46830"/>
                    <a:pt x="114990" y="43313"/>
                    <a:pt x="116513" y="31621"/>
                  </a:cubicBezTo>
                  <a:cubicBezTo>
                    <a:pt x="117370" y="23922"/>
                    <a:pt x="108137" y="-222"/>
                    <a:pt x="105663" y="6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4" name="Google Shape;1093;p24">
              <a:extLst>
                <a:ext uri="{FF2B5EF4-FFF2-40B4-BE49-F238E27FC236}">
                  <a16:creationId xmlns:a16="http://schemas.microsoft.com/office/drawing/2014/main" id="{2992210B-1E14-B815-04A0-D3C41704C048}"/>
                </a:ext>
              </a:extLst>
            </p:cNvPr>
            <p:cNvSpPr/>
            <p:nvPr/>
          </p:nvSpPr>
          <p:spPr>
            <a:xfrm>
              <a:off x="5124926" y="4782825"/>
              <a:ext cx="116097" cy="60673"/>
            </a:xfrm>
            <a:custGeom>
              <a:avLst/>
              <a:gdLst/>
              <a:ahLst/>
              <a:cxnLst/>
              <a:rect l="l" t="t" r="r" b="b"/>
              <a:pathLst>
                <a:path w="116097" h="60673" extrusionOk="0">
                  <a:moveTo>
                    <a:pt x="115741" y="0"/>
                  </a:moveTo>
                  <a:cubicBezTo>
                    <a:pt x="114218" y="11407"/>
                    <a:pt x="104700" y="14828"/>
                    <a:pt x="95182" y="20912"/>
                  </a:cubicBezTo>
                  <a:cubicBezTo>
                    <a:pt x="81476" y="29372"/>
                    <a:pt x="69388" y="41634"/>
                    <a:pt x="55205" y="48858"/>
                  </a:cubicBezTo>
                  <a:cubicBezTo>
                    <a:pt x="41023" y="56082"/>
                    <a:pt x="9233" y="62070"/>
                    <a:pt x="0" y="45246"/>
                  </a:cubicBezTo>
                  <a:cubicBezTo>
                    <a:pt x="5045" y="67964"/>
                    <a:pt x="42071" y="60835"/>
                    <a:pt x="56157" y="53706"/>
                  </a:cubicBezTo>
                  <a:cubicBezTo>
                    <a:pt x="70244" y="46577"/>
                    <a:pt x="82047" y="34695"/>
                    <a:pt x="95468" y="26235"/>
                  </a:cubicBezTo>
                  <a:cubicBezTo>
                    <a:pt x="104986" y="20246"/>
                    <a:pt x="114504" y="16730"/>
                    <a:pt x="116027" y="5133"/>
                  </a:cubicBezTo>
                  <a:cubicBezTo>
                    <a:pt x="116179" y="3413"/>
                    <a:pt x="116084" y="1692"/>
                    <a:pt x="115741"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4;p24">
              <a:extLst>
                <a:ext uri="{FF2B5EF4-FFF2-40B4-BE49-F238E27FC236}">
                  <a16:creationId xmlns:a16="http://schemas.microsoft.com/office/drawing/2014/main" id="{5FF2A094-74C3-D361-E620-7B4C3418CA63}"/>
                </a:ext>
              </a:extLst>
            </p:cNvPr>
            <p:cNvSpPr/>
            <p:nvPr/>
          </p:nvSpPr>
          <p:spPr>
            <a:xfrm>
              <a:off x="5154433" y="4234936"/>
              <a:ext cx="200389" cy="574156"/>
            </a:xfrm>
            <a:custGeom>
              <a:avLst/>
              <a:gdLst/>
              <a:ahLst/>
              <a:cxnLst/>
              <a:rect l="l" t="t" r="r" b="b"/>
              <a:pathLst>
                <a:path w="200389" h="574156" extrusionOk="0">
                  <a:moveTo>
                    <a:pt x="197978" y="49713"/>
                  </a:moveTo>
                  <a:cubicBezTo>
                    <a:pt x="197312" y="70815"/>
                    <a:pt x="190745" y="162447"/>
                    <a:pt x="187794" y="211304"/>
                  </a:cubicBezTo>
                  <a:cubicBezTo>
                    <a:pt x="184843" y="260162"/>
                    <a:pt x="184177" y="319285"/>
                    <a:pt x="184177" y="319285"/>
                  </a:cubicBezTo>
                  <a:cubicBezTo>
                    <a:pt x="184177" y="319285"/>
                    <a:pt x="192553" y="354645"/>
                    <a:pt x="197978" y="396183"/>
                  </a:cubicBezTo>
                  <a:cubicBezTo>
                    <a:pt x="203404" y="437722"/>
                    <a:pt x="197978" y="568896"/>
                    <a:pt x="197978" y="568896"/>
                  </a:cubicBezTo>
                  <a:cubicBezTo>
                    <a:pt x="187080" y="575911"/>
                    <a:pt x="173088" y="575911"/>
                    <a:pt x="162190" y="568896"/>
                  </a:cubicBezTo>
                  <a:cubicBezTo>
                    <a:pt x="162190" y="568896"/>
                    <a:pt x="139822" y="464337"/>
                    <a:pt x="129448" y="416810"/>
                  </a:cubicBezTo>
                  <a:cubicBezTo>
                    <a:pt x="119073" y="369283"/>
                    <a:pt x="117359" y="342193"/>
                    <a:pt x="111934" y="312916"/>
                  </a:cubicBezTo>
                  <a:cubicBezTo>
                    <a:pt x="105462" y="277462"/>
                    <a:pt x="91375" y="111973"/>
                    <a:pt x="91375" y="111973"/>
                  </a:cubicBezTo>
                  <a:lnTo>
                    <a:pt x="85759" y="111973"/>
                  </a:lnTo>
                  <a:lnTo>
                    <a:pt x="70815" y="298753"/>
                  </a:lnTo>
                  <a:cubicBezTo>
                    <a:pt x="75479" y="312508"/>
                    <a:pt x="78668" y="326718"/>
                    <a:pt x="80334" y="341147"/>
                  </a:cubicBezTo>
                  <a:cubicBezTo>
                    <a:pt x="84426" y="371660"/>
                    <a:pt x="76050" y="524696"/>
                    <a:pt x="76050" y="524696"/>
                  </a:cubicBezTo>
                  <a:cubicBezTo>
                    <a:pt x="63896" y="531473"/>
                    <a:pt x="48952" y="530846"/>
                    <a:pt x="37406" y="523080"/>
                  </a:cubicBezTo>
                  <a:cubicBezTo>
                    <a:pt x="37406" y="523080"/>
                    <a:pt x="0" y="320331"/>
                    <a:pt x="0" y="289533"/>
                  </a:cubicBezTo>
                  <a:cubicBezTo>
                    <a:pt x="0" y="269097"/>
                    <a:pt x="3522" y="0"/>
                    <a:pt x="3522"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5;p24">
              <a:extLst>
                <a:ext uri="{FF2B5EF4-FFF2-40B4-BE49-F238E27FC236}">
                  <a16:creationId xmlns:a16="http://schemas.microsoft.com/office/drawing/2014/main" id="{956CD465-6E21-B18E-C10D-85EF9F9FACF3}"/>
                </a:ext>
              </a:extLst>
            </p:cNvPr>
            <p:cNvSpPr/>
            <p:nvPr/>
          </p:nvSpPr>
          <p:spPr>
            <a:xfrm>
              <a:off x="5199628" y="3876679"/>
              <a:ext cx="128464" cy="124722"/>
            </a:xfrm>
            <a:custGeom>
              <a:avLst/>
              <a:gdLst/>
              <a:ahLst/>
              <a:cxnLst/>
              <a:rect l="l" t="t" r="r" b="b"/>
              <a:pathLst>
                <a:path w="128464" h="124722" extrusionOk="0">
                  <a:moveTo>
                    <a:pt x="102147" y="0"/>
                  </a:moveTo>
                  <a:cubicBezTo>
                    <a:pt x="102147" y="0"/>
                    <a:pt x="99767" y="46006"/>
                    <a:pt x="100814" y="50093"/>
                  </a:cubicBezTo>
                  <a:cubicBezTo>
                    <a:pt x="101861" y="54181"/>
                    <a:pt x="121945" y="67678"/>
                    <a:pt x="127846" y="72431"/>
                  </a:cubicBezTo>
                  <a:cubicBezTo>
                    <a:pt x="133747" y="77183"/>
                    <a:pt x="95960" y="114445"/>
                    <a:pt x="77590" y="122904"/>
                  </a:cubicBezTo>
                  <a:cubicBezTo>
                    <a:pt x="59220" y="131364"/>
                    <a:pt x="1444" y="109122"/>
                    <a:pt x="112" y="80606"/>
                  </a:cubicBezTo>
                  <a:cubicBezTo>
                    <a:pt x="-1221" y="52089"/>
                    <a:pt x="9630" y="28136"/>
                    <a:pt x="19148" y="26900"/>
                  </a:cubicBezTo>
                  <a:cubicBezTo>
                    <a:pt x="28666" y="25665"/>
                    <a:pt x="102147" y="0"/>
                    <a:pt x="102147" y="0"/>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6;p24">
              <a:extLst>
                <a:ext uri="{FF2B5EF4-FFF2-40B4-BE49-F238E27FC236}">
                  <a16:creationId xmlns:a16="http://schemas.microsoft.com/office/drawing/2014/main" id="{0897A977-7ED8-92F6-AC69-37B82A992A82}"/>
                </a:ext>
              </a:extLst>
            </p:cNvPr>
            <p:cNvSpPr/>
            <p:nvPr/>
          </p:nvSpPr>
          <p:spPr>
            <a:xfrm>
              <a:off x="4996526" y="3906336"/>
              <a:ext cx="182485" cy="357686"/>
            </a:xfrm>
            <a:custGeom>
              <a:avLst/>
              <a:gdLst/>
              <a:ahLst/>
              <a:cxnLst/>
              <a:rect l="l" t="t" r="r" b="b"/>
              <a:pathLst>
                <a:path w="182485" h="357686" extrusionOk="0">
                  <a:moveTo>
                    <a:pt x="179037" y="55702"/>
                  </a:moveTo>
                  <a:cubicBezTo>
                    <a:pt x="176277" y="35455"/>
                    <a:pt x="189697" y="16159"/>
                    <a:pt x="176752" y="0"/>
                  </a:cubicBezTo>
                  <a:cubicBezTo>
                    <a:pt x="131255" y="44485"/>
                    <a:pt x="136966" y="162352"/>
                    <a:pt x="126687" y="237634"/>
                  </a:cubicBezTo>
                  <a:cubicBezTo>
                    <a:pt x="92897" y="272899"/>
                    <a:pt x="25032" y="307594"/>
                    <a:pt x="5901" y="316243"/>
                  </a:cubicBezTo>
                  <a:cubicBezTo>
                    <a:pt x="2379" y="317764"/>
                    <a:pt x="-572" y="319475"/>
                    <a:pt x="95" y="323182"/>
                  </a:cubicBezTo>
                  <a:cubicBezTo>
                    <a:pt x="2665" y="335739"/>
                    <a:pt x="8061" y="347535"/>
                    <a:pt x="15895" y="357687"/>
                  </a:cubicBezTo>
                  <a:cubicBezTo>
                    <a:pt x="60821" y="338676"/>
                    <a:pt x="93183" y="327270"/>
                    <a:pt x="149150" y="274040"/>
                  </a:cubicBezTo>
                  <a:cubicBezTo>
                    <a:pt x="154509" y="268175"/>
                    <a:pt x="159287" y="261806"/>
                    <a:pt x="163427" y="255029"/>
                  </a:cubicBezTo>
                  <a:cubicBezTo>
                    <a:pt x="179608" y="207502"/>
                    <a:pt x="183605" y="90776"/>
                    <a:pt x="179037" y="5570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7;p24">
              <a:extLst>
                <a:ext uri="{FF2B5EF4-FFF2-40B4-BE49-F238E27FC236}">
                  <a16:creationId xmlns:a16="http://schemas.microsoft.com/office/drawing/2014/main" id="{E07E42EC-DC7F-9382-733E-911A9DED9044}"/>
                </a:ext>
              </a:extLst>
            </p:cNvPr>
            <p:cNvSpPr/>
            <p:nvPr/>
          </p:nvSpPr>
          <p:spPr>
            <a:xfrm>
              <a:off x="5154414" y="3894094"/>
              <a:ext cx="208226" cy="419055"/>
            </a:xfrm>
            <a:custGeom>
              <a:avLst/>
              <a:gdLst/>
              <a:ahLst/>
              <a:cxnLst/>
              <a:rect l="l" t="t" r="r" b="b"/>
              <a:pathLst>
                <a:path w="208226" h="419055" extrusionOk="0">
                  <a:moveTo>
                    <a:pt x="152500" y="40568"/>
                  </a:moveTo>
                  <a:cubicBezTo>
                    <a:pt x="152500" y="40568"/>
                    <a:pt x="119091" y="90376"/>
                    <a:pt x="72357" y="95033"/>
                  </a:cubicBezTo>
                  <a:cubicBezTo>
                    <a:pt x="57699" y="80585"/>
                    <a:pt x="56366" y="29066"/>
                    <a:pt x="76736" y="12527"/>
                  </a:cubicBezTo>
                  <a:cubicBezTo>
                    <a:pt x="76736" y="12527"/>
                    <a:pt x="57699" y="-2491"/>
                    <a:pt x="45135" y="360"/>
                  </a:cubicBezTo>
                  <a:cubicBezTo>
                    <a:pt x="31448" y="8744"/>
                    <a:pt x="21301" y="21823"/>
                    <a:pt x="16580" y="37146"/>
                  </a:cubicBezTo>
                  <a:cubicBezTo>
                    <a:pt x="4702" y="71346"/>
                    <a:pt x="-885" y="107419"/>
                    <a:pt x="114" y="143606"/>
                  </a:cubicBezTo>
                  <a:cubicBezTo>
                    <a:pt x="875" y="192463"/>
                    <a:pt x="114" y="341698"/>
                    <a:pt x="114" y="341698"/>
                  </a:cubicBezTo>
                  <a:cubicBezTo>
                    <a:pt x="114" y="341698"/>
                    <a:pt x="6681" y="373256"/>
                    <a:pt x="48942" y="396734"/>
                  </a:cubicBezTo>
                  <a:cubicBezTo>
                    <a:pt x="91203" y="420212"/>
                    <a:pt x="122423" y="422493"/>
                    <a:pt x="151073" y="415745"/>
                  </a:cubicBezTo>
                  <a:cubicBezTo>
                    <a:pt x="174678" y="410231"/>
                    <a:pt x="194190" y="401866"/>
                    <a:pt x="202376" y="384757"/>
                  </a:cubicBezTo>
                  <a:cubicBezTo>
                    <a:pt x="200282" y="350538"/>
                    <a:pt x="184957" y="261187"/>
                    <a:pt x="190668" y="218223"/>
                  </a:cubicBezTo>
                  <a:cubicBezTo>
                    <a:pt x="196379" y="175259"/>
                    <a:pt x="205517" y="143036"/>
                    <a:pt x="207801" y="108246"/>
                  </a:cubicBezTo>
                  <a:cubicBezTo>
                    <a:pt x="210086" y="73456"/>
                    <a:pt x="203233" y="74122"/>
                    <a:pt x="185814" y="61765"/>
                  </a:cubicBezTo>
                  <a:cubicBezTo>
                    <a:pt x="175239" y="53904"/>
                    <a:pt x="164103" y="46813"/>
                    <a:pt x="152500" y="4056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8;p24">
              <a:extLst>
                <a:ext uri="{FF2B5EF4-FFF2-40B4-BE49-F238E27FC236}">
                  <a16:creationId xmlns:a16="http://schemas.microsoft.com/office/drawing/2014/main" id="{E43A1567-CEF4-61FC-1470-530AF97CE11F}"/>
                </a:ext>
              </a:extLst>
            </p:cNvPr>
            <p:cNvSpPr/>
            <p:nvPr/>
          </p:nvSpPr>
          <p:spPr>
            <a:xfrm>
              <a:off x="5194395" y="3747198"/>
              <a:ext cx="138431" cy="168252"/>
            </a:xfrm>
            <a:custGeom>
              <a:avLst/>
              <a:gdLst/>
              <a:ahLst/>
              <a:cxnLst/>
              <a:rect l="l" t="t" r="r" b="b"/>
              <a:pathLst>
                <a:path w="138431" h="168252" extrusionOk="0">
                  <a:moveTo>
                    <a:pt x="3060" y="60853"/>
                  </a:moveTo>
                  <a:lnTo>
                    <a:pt x="3060" y="60853"/>
                  </a:lnTo>
                  <a:cubicBezTo>
                    <a:pt x="8581" y="25112"/>
                    <a:pt x="34375" y="-1978"/>
                    <a:pt x="71211" y="113"/>
                  </a:cubicBezTo>
                  <a:cubicBezTo>
                    <a:pt x="110416" y="2252"/>
                    <a:pt x="140465" y="35740"/>
                    <a:pt x="138324" y="74892"/>
                  </a:cubicBezTo>
                  <a:cubicBezTo>
                    <a:pt x="138314" y="74930"/>
                    <a:pt x="138314" y="74978"/>
                    <a:pt x="138314" y="75016"/>
                  </a:cubicBezTo>
                  <a:cubicBezTo>
                    <a:pt x="137105" y="96983"/>
                    <a:pt x="125655" y="117105"/>
                    <a:pt x="107380" y="129386"/>
                  </a:cubicBezTo>
                  <a:cubicBezTo>
                    <a:pt x="106057" y="134804"/>
                    <a:pt x="104144" y="140071"/>
                    <a:pt x="101669" y="145070"/>
                  </a:cubicBezTo>
                  <a:cubicBezTo>
                    <a:pt x="88629" y="160279"/>
                    <a:pt x="49128" y="169689"/>
                    <a:pt x="37802" y="168073"/>
                  </a:cubicBezTo>
                  <a:cubicBezTo>
                    <a:pt x="23981" y="166847"/>
                    <a:pt x="12322" y="157313"/>
                    <a:pt x="8391" y="144025"/>
                  </a:cubicBezTo>
                  <a:cubicBezTo>
                    <a:pt x="-3793" y="115984"/>
                    <a:pt x="15" y="78533"/>
                    <a:pt x="3060" y="6085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0" name="Google Shape;1099;p24">
              <a:extLst>
                <a:ext uri="{FF2B5EF4-FFF2-40B4-BE49-F238E27FC236}">
                  <a16:creationId xmlns:a16="http://schemas.microsoft.com/office/drawing/2014/main" id="{53C7FB39-E86A-48E2-8ADB-10D968649AC0}"/>
                </a:ext>
              </a:extLst>
            </p:cNvPr>
            <p:cNvSpPr/>
            <p:nvPr/>
          </p:nvSpPr>
          <p:spPr>
            <a:xfrm>
              <a:off x="5199668" y="3732408"/>
              <a:ext cx="146095" cy="144175"/>
            </a:xfrm>
            <a:custGeom>
              <a:avLst/>
              <a:gdLst/>
              <a:ahLst/>
              <a:cxnLst/>
              <a:rect l="l" t="t" r="r" b="b"/>
              <a:pathLst>
                <a:path w="146095" h="144175" extrusionOk="0">
                  <a:moveTo>
                    <a:pt x="102106" y="144176"/>
                  </a:moveTo>
                  <a:lnTo>
                    <a:pt x="102106" y="144176"/>
                  </a:lnTo>
                  <a:lnTo>
                    <a:pt x="98680" y="113093"/>
                  </a:lnTo>
                  <a:cubicBezTo>
                    <a:pt x="98680" y="113093"/>
                    <a:pt x="124189" y="47126"/>
                    <a:pt x="63939" y="59768"/>
                  </a:cubicBezTo>
                  <a:cubicBezTo>
                    <a:pt x="24152" y="68133"/>
                    <a:pt x="14158" y="71745"/>
                    <a:pt x="2070" y="45130"/>
                  </a:cubicBezTo>
                  <a:cubicBezTo>
                    <a:pt x="-10018" y="18515"/>
                    <a:pt x="32624" y="-5534"/>
                    <a:pt x="83355" y="1120"/>
                  </a:cubicBezTo>
                  <a:cubicBezTo>
                    <a:pt x="119563" y="4913"/>
                    <a:pt x="146823" y="35777"/>
                    <a:pt x="146081" y="72125"/>
                  </a:cubicBezTo>
                  <a:cubicBezTo>
                    <a:pt x="144748" y="91706"/>
                    <a:pt x="139513" y="131439"/>
                    <a:pt x="102106" y="14417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100;p24">
              <a:extLst>
                <a:ext uri="{FF2B5EF4-FFF2-40B4-BE49-F238E27FC236}">
                  <a16:creationId xmlns:a16="http://schemas.microsoft.com/office/drawing/2014/main" id="{5E8C5D42-477E-1F93-32DF-7C63B1982332}"/>
                </a:ext>
              </a:extLst>
            </p:cNvPr>
            <p:cNvSpPr/>
            <p:nvPr/>
          </p:nvSpPr>
          <p:spPr>
            <a:xfrm>
              <a:off x="5186268" y="3976961"/>
              <a:ext cx="186859" cy="320520"/>
            </a:xfrm>
            <a:custGeom>
              <a:avLst/>
              <a:gdLst/>
              <a:ahLst/>
              <a:cxnLst/>
              <a:rect l="l" t="t" r="r" b="b"/>
              <a:pathLst>
                <a:path w="186859" h="320520" extrusionOk="0">
                  <a:moveTo>
                    <a:pt x="186131" y="4943"/>
                  </a:moveTo>
                  <a:cubicBezTo>
                    <a:pt x="168713" y="0"/>
                    <a:pt x="182039" y="4088"/>
                    <a:pt x="168713" y="0"/>
                  </a:cubicBezTo>
                  <a:cubicBezTo>
                    <a:pt x="123216" y="44485"/>
                    <a:pt x="128832" y="120813"/>
                    <a:pt x="118552" y="196286"/>
                  </a:cubicBezTo>
                  <a:cubicBezTo>
                    <a:pt x="93424" y="237729"/>
                    <a:pt x="241" y="293906"/>
                    <a:pt x="241" y="293906"/>
                  </a:cubicBezTo>
                  <a:cubicBezTo>
                    <a:pt x="-901" y="301986"/>
                    <a:pt x="1859" y="304362"/>
                    <a:pt x="11948" y="320521"/>
                  </a:cubicBezTo>
                  <a:cubicBezTo>
                    <a:pt x="63842" y="300693"/>
                    <a:pt x="111042" y="270295"/>
                    <a:pt x="150533" y="231266"/>
                  </a:cubicBezTo>
                  <a:cubicBezTo>
                    <a:pt x="152818" y="229174"/>
                    <a:pt x="156054" y="228604"/>
                    <a:pt x="157006" y="225752"/>
                  </a:cubicBezTo>
                  <a:cubicBezTo>
                    <a:pt x="172901" y="177655"/>
                    <a:pt x="190700" y="40018"/>
                    <a:pt x="186131" y="494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1;p24">
              <a:extLst>
                <a:ext uri="{FF2B5EF4-FFF2-40B4-BE49-F238E27FC236}">
                  <a16:creationId xmlns:a16="http://schemas.microsoft.com/office/drawing/2014/main" id="{4288EE95-D57E-A57C-5796-3C7472095E1C}"/>
                </a:ext>
              </a:extLst>
            </p:cNvPr>
            <p:cNvSpPr/>
            <p:nvPr/>
          </p:nvSpPr>
          <p:spPr>
            <a:xfrm>
              <a:off x="4957596" y="4074866"/>
              <a:ext cx="216348" cy="290578"/>
            </a:xfrm>
            <a:custGeom>
              <a:avLst/>
              <a:gdLst/>
              <a:ahLst/>
              <a:cxnLst/>
              <a:rect l="l" t="t" r="r" b="b"/>
              <a:pathLst>
                <a:path w="216348" h="290578" extrusionOk="0">
                  <a:moveTo>
                    <a:pt x="0" y="0"/>
                  </a:moveTo>
                  <a:lnTo>
                    <a:pt x="67770" y="231360"/>
                  </a:lnTo>
                  <a:lnTo>
                    <a:pt x="216349" y="290579"/>
                  </a:lnTo>
                  <a:lnTo>
                    <a:pt x="162190" y="65302"/>
                  </a:lnTo>
                  <a:lnTo>
                    <a:pt x="0"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2;p24">
              <a:extLst>
                <a:ext uri="{FF2B5EF4-FFF2-40B4-BE49-F238E27FC236}">
                  <a16:creationId xmlns:a16="http://schemas.microsoft.com/office/drawing/2014/main" id="{23395333-966F-62A2-9EA5-5102DC01C163}"/>
                </a:ext>
              </a:extLst>
            </p:cNvPr>
            <p:cNvSpPr/>
            <p:nvPr/>
          </p:nvSpPr>
          <p:spPr>
            <a:xfrm>
              <a:off x="5101717" y="4257084"/>
              <a:ext cx="109578" cy="53390"/>
            </a:xfrm>
            <a:custGeom>
              <a:avLst/>
              <a:gdLst/>
              <a:ahLst/>
              <a:cxnLst/>
              <a:rect l="l" t="t" r="r" b="b"/>
              <a:pathLst>
                <a:path w="109578" h="53390" extrusionOk="0">
                  <a:moveTo>
                    <a:pt x="108112" y="15494"/>
                  </a:moveTo>
                  <a:cubicBezTo>
                    <a:pt x="105923" y="7604"/>
                    <a:pt x="100212" y="9505"/>
                    <a:pt x="93739" y="11502"/>
                  </a:cubicBezTo>
                  <a:cubicBezTo>
                    <a:pt x="86772" y="14353"/>
                    <a:pt x="79100" y="15019"/>
                    <a:pt x="71752" y="13403"/>
                  </a:cubicBezTo>
                  <a:cubicBezTo>
                    <a:pt x="66003" y="10627"/>
                    <a:pt x="60683" y="7043"/>
                    <a:pt x="55952" y="2757"/>
                  </a:cubicBezTo>
                  <a:cubicBezTo>
                    <a:pt x="53077" y="1017"/>
                    <a:pt x="49794" y="67"/>
                    <a:pt x="46434" y="0"/>
                  </a:cubicBezTo>
                  <a:cubicBezTo>
                    <a:pt x="46434" y="1996"/>
                    <a:pt x="49860" y="13688"/>
                    <a:pt x="49860" y="13688"/>
                  </a:cubicBezTo>
                  <a:cubicBezTo>
                    <a:pt x="49860" y="13688"/>
                    <a:pt x="17308" y="13688"/>
                    <a:pt x="13977" y="13688"/>
                  </a:cubicBezTo>
                  <a:cubicBezTo>
                    <a:pt x="11045" y="13070"/>
                    <a:pt x="8171" y="14952"/>
                    <a:pt x="7552" y="17880"/>
                  </a:cubicBezTo>
                  <a:cubicBezTo>
                    <a:pt x="7200" y="19572"/>
                    <a:pt x="7676" y="21339"/>
                    <a:pt x="8837" y="22623"/>
                  </a:cubicBezTo>
                  <a:cubicBezTo>
                    <a:pt x="8104" y="22680"/>
                    <a:pt x="7381" y="22680"/>
                    <a:pt x="6648" y="22623"/>
                  </a:cubicBezTo>
                  <a:cubicBezTo>
                    <a:pt x="-15" y="21102"/>
                    <a:pt x="-2870" y="31368"/>
                    <a:pt x="3792" y="32889"/>
                  </a:cubicBezTo>
                  <a:cubicBezTo>
                    <a:pt x="5582" y="33231"/>
                    <a:pt x="7399" y="33487"/>
                    <a:pt x="9218" y="33649"/>
                  </a:cubicBezTo>
                  <a:cubicBezTo>
                    <a:pt x="4839" y="35360"/>
                    <a:pt x="3792" y="42584"/>
                    <a:pt x="9218" y="43154"/>
                  </a:cubicBezTo>
                  <a:lnTo>
                    <a:pt x="10836" y="43154"/>
                  </a:lnTo>
                  <a:cubicBezTo>
                    <a:pt x="11645" y="43373"/>
                    <a:pt x="12501" y="43373"/>
                    <a:pt x="13310" y="43154"/>
                  </a:cubicBezTo>
                  <a:lnTo>
                    <a:pt x="14262" y="43154"/>
                  </a:lnTo>
                  <a:cubicBezTo>
                    <a:pt x="13701" y="46358"/>
                    <a:pt x="15852" y="49418"/>
                    <a:pt x="19059" y="49970"/>
                  </a:cubicBezTo>
                  <a:cubicBezTo>
                    <a:pt x="19107" y="49979"/>
                    <a:pt x="19164" y="49989"/>
                    <a:pt x="19212" y="49998"/>
                  </a:cubicBezTo>
                  <a:cubicBezTo>
                    <a:pt x="35107" y="52089"/>
                    <a:pt x="58522" y="58458"/>
                    <a:pt x="72894" y="45341"/>
                  </a:cubicBezTo>
                  <a:cubicBezTo>
                    <a:pt x="82774" y="44295"/>
                    <a:pt x="92416" y="41662"/>
                    <a:pt x="101449" y="37546"/>
                  </a:cubicBezTo>
                  <a:cubicBezTo>
                    <a:pt x="110491" y="33839"/>
                    <a:pt x="110777" y="24904"/>
                    <a:pt x="108112" y="15494"/>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3;p24">
              <a:extLst>
                <a:ext uri="{FF2B5EF4-FFF2-40B4-BE49-F238E27FC236}">
                  <a16:creationId xmlns:a16="http://schemas.microsoft.com/office/drawing/2014/main" id="{CB62724B-EE80-C398-D4EA-64782FA9303C}"/>
                </a:ext>
              </a:extLst>
            </p:cNvPr>
            <p:cNvSpPr/>
            <p:nvPr/>
          </p:nvSpPr>
          <p:spPr>
            <a:xfrm>
              <a:off x="4984781" y="4223327"/>
              <a:ext cx="67863" cy="55821"/>
            </a:xfrm>
            <a:custGeom>
              <a:avLst/>
              <a:gdLst/>
              <a:ahLst/>
              <a:cxnLst/>
              <a:rect l="l" t="t" r="r" b="b"/>
              <a:pathLst>
                <a:path w="67863" h="55821" extrusionOk="0">
                  <a:moveTo>
                    <a:pt x="62477" y="30335"/>
                  </a:moveTo>
                  <a:lnTo>
                    <a:pt x="60192" y="30335"/>
                  </a:lnTo>
                  <a:cubicBezTo>
                    <a:pt x="62420" y="28253"/>
                    <a:pt x="62534" y="24764"/>
                    <a:pt x="60459" y="22540"/>
                  </a:cubicBezTo>
                  <a:cubicBezTo>
                    <a:pt x="59564" y="21590"/>
                    <a:pt x="58355" y="20981"/>
                    <a:pt x="57051" y="20829"/>
                  </a:cubicBezTo>
                  <a:cubicBezTo>
                    <a:pt x="53720" y="20829"/>
                    <a:pt x="20216" y="13890"/>
                    <a:pt x="20216" y="13890"/>
                  </a:cubicBezTo>
                  <a:lnTo>
                    <a:pt x="16123" y="108"/>
                  </a:lnTo>
                  <a:cubicBezTo>
                    <a:pt x="16123" y="-653"/>
                    <a:pt x="10317" y="2864"/>
                    <a:pt x="10127" y="2959"/>
                  </a:cubicBezTo>
                  <a:cubicBezTo>
                    <a:pt x="4406" y="6723"/>
                    <a:pt x="694" y="12873"/>
                    <a:pt x="37" y="19689"/>
                  </a:cubicBezTo>
                  <a:cubicBezTo>
                    <a:pt x="-400" y="29232"/>
                    <a:pt x="3035" y="38557"/>
                    <a:pt x="9555" y="45543"/>
                  </a:cubicBezTo>
                  <a:cubicBezTo>
                    <a:pt x="15638" y="51503"/>
                    <a:pt x="23785" y="54906"/>
                    <a:pt x="32304" y="55049"/>
                  </a:cubicBezTo>
                  <a:cubicBezTo>
                    <a:pt x="36302" y="55049"/>
                    <a:pt x="40204" y="55049"/>
                    <a:pt x="43726" y="55809"/>
                  </a:cubicBezTo>
                  <a:cubicBezTo>
                    <a:pt x="46981" y="56018"/>
                    <a:pt x="49789" y="53556"/>
                    <a:pt x="49998" y="50305"/>
                  </a:cubicBezTo>
                  <a:cubicBezTo>
                    <a:pt x="49998" y="50210"/>
                    <a:pt x="50008" y="50106"/>
                    <a:pt x="50008" y="50011"/>
                  </a:cubicBezTo>
                  <a:lnTo>
                    <a:pt x="51055" y="50011"/>
                  </a:lnTo>
                  <a:cubicBezTo>
                    <a:pt x="51835" y="50201"/>
                    <a:pt x="52654" y="50201"/>
                    <a:pt x="53435" y="50011"/>
                  </a:cubicBezTo>
                  <a:lnTo>
                    <a:pt x="55148" y="50011"/>
                  </a:lnTo>
                  <a:cubicBezTo>
                    <a:pt x="60859" y="50011"/>
                    <a:pt x="61334" y="42977"/>
                    <a:pt x="57432" y="40505"/>
                  </a:cubicBezTo>
                  <a:cubicBezTo>
                    <a:pt x="59240" y="40505"/>
                    <a:pt x="61049" y="40505"/>
                    <a:pt x="62953" y="40505"/>
                  </a:cubicBezTo>
                  <a:cubicBezTo>
                    <a:pt x="69901" y="40885"/>
                    <a:pt x="69234" y="30239"/>
                    <a:pt x="62477" y="30335"/>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4;p24">
              <a:extLst>
                <a:ext uri="{FF2B5EF4-FFF2-40B4-BE49-F238E27FC236}">
                  <a16:creationId xmlns:a16="http://schemas.microsoft.com/office/drawing/2014/main" id="{0226DF2A-A7F4-9670-D035-628F86E3DBE0}"/>
                </a:ext>
              </a:extLst>
            </p:cNvPr>
            <p:cNvSpPr/>
            <p:nvPr/>
          </p:nvSpPr>
          <p:spPr>
            <a:xfrm>
              <a:off x="5132255" y="3894454"/>
              <a:ext cx="67293" cy="97715"/>
            </a:xfrm>
            <a:custGeom>
              <a:avLst/>
              <a:gdLst/>
              <a:ahLst/>
              <a:cxnLst/>
              <a:rect l="l" t="t" r="r" b="b"/>
              <a:pathLst>
                <a:path w="67293" h="97715" extrusionOk="0">
                  <a:moveTo>
                    <a:pt x="24367" y="97715"/>
                  </a:moveTo>
                  <a:cubicBezTo>
                    <a:pt x="15153" y="97344"/>
                    <a:pt x="6435" y="93466"/>
                    <a:pt x="0" y="86879"/>
                  </a:cubicBezTo>
                  <a:cubicBezTo>
                    <a:pt x="1333" y="69769"/>
                    <a:pt x="23224" y="4848"/>
                    <a:pt x="67294" y="0"/>
                  </a:cubicBezTo>
                  <a:cubicBezTo>
                    <a:pt x="55310" y="8431"/>
                    <a:pt x="45811" y="19923"/>
                    <a:pt x="39786" y="33269"/>
                  </a:cubicBezTo>
                  <a:cubicBezTo>
                    <a:pt x="33000" y="54323"/>
                    <a:pt x="27841" y="75872"/>
                    <a:pt x="24367" y="9771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6" name="Google Shape;1105;p24">
              <a:extLst>
                <a:ext uri="{FF2B5EF4-FFF2-40B4-BE49-F238E27FC236}">
                  <a16:creationId xmlns:a16="http://schemas.microsoft.com/office/drawing/2014/main" id="{B0B39EBA-3924-482B-0063-E4944ABB1CAF}"/>
                </a:ext>
              </a:extLst>
            </p:cNvPr>
            <p:cNvSpPr/>
            <p:nvPr/>
          </p:nvSpPr>
          <p:spPr>
            <a:xfrm>
              <a:off x="5305132" y="3960902"/>
              <a:ext cx="81740" cy="121566"/>
            </a:xfrm>
            <a:custGeom>
              <a:avLst/>
              <a:gdLst/>
              <a:ahLst/>
              <a:cxnLst/>
              <a:rect l="l" t="t" r="r" b="b"/>
              <a:pathLst>
                <a:path w="81740" h="121566" extrusionOk="0">
                  <a:moveTo>
                    <a:pt x="75168" y="117100"/>
                  </a:moveTo>
                  <a:cubicBezTo>
                    <a:pt x="75168" y="117100"/>
                    <a:pt x="31289" y="132214"/>
                    <a:pt x="355" y="106834"/>
                  </a:cubicBezTo>
                  <a:cubicBezTo>
                    <a:pt x="-2977" y="101036"/>
                    <a:pt x="18249" y="26514"/>
                    <a:pt x="18249" y="26514"/>
                  </a:cubicBezTo>
                  <a:cubicBezTo>
                    <a:pt x="18249" y="26514"/>
                    <a:pt x="36714" y="-11507"/>
                    <a:pt x="65840" y="3511"/>
                  </a:cubicBezTo>
                  <a:cubicBezTo>
                    <a:pt x="94966" y="18530"/>
                    <a:pt x="75168" y="117100"/>
                    <a:pt x="75168" y="11710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6;p24">
              <a:extLst>
                <a:ext uri="{FF2B5EF4-FFF2-40B4-BE49-F238E27FC236}">
                  <a16:creationId xmlns:a16="http://schemas.microsoft.com/office/drawing/2014/main" id="{FAE8364B-D8B7-DB51-031A-F4B7C399EECD}"/>
                </a:ext>
              </a:extLst>
            </p:cNvPr>
            <p:cNvSpPr/>
            <p:nvPr/>
          </p:nvSpPr>
          <p:spPr>
            <a:xfrm>
              <a:off x="2821998" y="4049582"/>
              <a:ext cx="101559" cy="177370"/>
            </a:xfrm>
            <a:custGeom>
              <a:avLst/>
              <a:gdLst/>
              <a:ahLst/>
              <a:cxnLst/>
              <a:rect l="l" t="t" r="r" b="b"/>
              <a:pathLst>
                <a:path w="101559" h="177370" extrusionOk="0">
                  <a:moveTo>
                    <a:pt x="0" y="0"/>
                  </a:moveTo>
                  <a:cubicBezTo>
                    <a:pt x="0" y="0"/>
                    <a:pt x="6092" y="90966"/>
                    <a:pt x="17989" y="104084"/>
                  </a:cubicBezTo>
                  <a:cubicBezTo>
                    <a:pt x="29887" y="117201"/>
                    <a:pt x="70340" y="126136"/>
                    <a:pt x="70340" y="126136"/>
                  </a:cubicBezTo>
                  <a:lnTo>
                    <a:pt x="101559" y="177370"/>
                  </a:lnTo>
                  <a:cubicBezTo>
                    <a:pt x="101559" y="177370"/>
                    <a:pt x="73005" y="14543"/>
                    <a:pt x="66913" y="10646"/>
                  </a:cubicBezTo>
                  <a:cubicBezTo>
                    <a:pt x="60821" y="6749"/>
                    <a:pt x="0" y="0"/>
                    <a:pt x="0"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7;p24">
              <a:extLst>
                <a:ext uri="{FF2B5EF4-FFF2-40B4-BE49-F238E27FC236}">
                  <a16:creationId xmlns:a16="http://schemas.microsoft.com/office/drawing/2014/main" id="{7CD252D9-7EDE-9E97-B8F7-E82F1F956209}"/>
                </a:ext>
              </a:extLst>
            </p:cNvPr>
            <p:cNvSpPr/>
            <p:nvPr/>
          </p:nvSpPr>
          <p:spPr>
            <a:xfrm>
              <a:off x="2814097" y="3945071"/>
              <a:ext cx="67769" cy="130685"/>
            </a:xfrm>
            <a:custGeom>
              <a:avLst/>
              <a:gdLst/>
              <a:ahLst/>
              <a:cxnLst/>
              <a:rect l="l" t="t" r="r" b="b"/>
              <a:pathLst>
                <a:path w="67769" h="130685" extrusionOk="0">
                  <a:moveTo>
                    <a:pt x="67770" y="3183"/>
                  </a:moveTo>
                  <a:cubicBezTo>
                    <a:pt x="52097" y="-4127"/>
                    <a:pt x="33430" y="1529"/>
                    <a:pt x="24462" y="16300"/>
                  </a:cubicBezTo>
                  <a:cubicBezTo>
                    <a:pt x="12945" y="35311"/>
                    <a:pt x="1047" y="100328"/>
                    <a:pt x="0" y="111354"/>
                  </a:cubicBezTo>
                  <a:cubicBezTo>
                    <a:pt x="0" y="111354"/>
                    <a:pt x="16086" y="133597"/>
                    <a:pt x="40167" y="13036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8;p24">
              <a:extLst>
                <a:ext uri="{FF2B5EF4-FFF2-40B4-BE49-F238E27FC236}">
                  <a16:creationId xmlns:a16="http://schemas.microsoft.com/office/drawing/2014/main" id="{88EE9B43-0E20-86DA-DD2E-E0CF90D9DABC}"/>
                </a:ext>
              </a:extLst>
            </p:cNvPr>
            <p:cNvSpPr/>
            <p:nvPr/>
          </p:nvSpPr>
          <p:spPr>
            <a:xfrm>
              <a:off x="2966810" y="4837262"/>
              <a:ext cx="145801" cy="82247"/>
            </a:xfrm>
            <a:custGeom>
              <a:avLst/>
              <a:gdLst/>
              <a:ahLst/>
              <a:cxnLst/>
              <a:rect l="l" t="t" r="r" b="b"/>
              <a:pathLst>
                <a:path w="145801" h="82247" extrusionOk="0">
                  <a:moveTo>
                    <a:pt x="7003" y="19800"/>
                  </a:moveTo>
                  <a:cubicBezTo>
                    <a:pt x="23964" y="24458"/>
                    <a:pt x="42087" y="22272"/>
                    <a:pt x="57449" y="13717"/>
                  </a:cubicBezTo>
                  <a:cubicBezTo>
                    <a:pt x="69537" y="13717"/>
                    <a:pt x="135498" y="-14134"/>
                    <a:pt x="144446" y="9535"/>
                  </a:cubicBezTo>
                  <a:cubicBezTo>
                    <a:pt x="152346" y="30256"/>
                    <a:pt x="123791" y="49457"/>
                    <a:pt x="108562" y="53164"/>
                  </a:cubicBezTo>
                  <a:cubicBezTo>
                    <a:pt x="75248" y="61244"/>
                    <a:pt x="50596" y="77783"/>
                    <a:pt x="37175" y="80635"/>
                  </a:cubicBezTo>
                  <a:cubicBezTo>
                    <a:pt x="27657" y="82726"/>
                    <a:pt x="14332" y="84057"/>
                    <a:pt x="6432" y="76262"/>
                  </a:cubicBezTo>
                  <a:cubicBezTo>
                    <a:pt x="-2515" y="66852"/>
                    <a:pt x="-1944" y="32157"/>
                    <a:pt x="7003" y="1980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09;p24">
              <a:extLst>
                <a:ext uri="{FF2B5EF4-FFF2-40B4-BE49-F238E27FC236}">
                  <a16:creationId xmlns:a16="http://schemas.microsoft.com/office/drawing/2014/main" id="{BE86E4D4-1172-CE33-879F-0AF3D2F3D1AB}"/>
                </a:ext>
              </a:extLst>
            </p:cNvPr>
            <p:cNvSpPr/>
            <p:nvPr/>
          </p:nvSpPr>
          <p:spPr>
            <a:xfrm>
              <a:off x="2969244" y="4850979"/>
              <a:ext cx="143767" cy="68530"/>
            </a:xfrm>
            <a:custGeom>
              <a:avLst/>
              <a:gdLst/>
              <a:ahLst/>
              <a:cxnLst/>
              <a:rect l="l" t="t" r="r" b="b"/>
              <a:pathLst>
                <a:path w="143767" h="68530" extrusionOk="0">
                  <a:moveTo>
                    <a:pt x="35122" y="61119"/>
                  </a:moveTo>
                  <a:cubicBezTo>
                    <a:pt x="48543" y="58363"/>
                    <a:pt x="73195" y="42109"/>
                    <a:pt x="106509" y="33649"/>
                  </a:cubicBezTo>
                  <a:cubicBezTo>
                    <a:pt x="119263" y="30607"/>
                    <a:pt x="141250" y="16634"/>
                    <a:pt x="143535" y="0"/>
                  </a:cubicBezTo>
                  <a:cubicBezTo>
                    <a:pt x="146485" y="19011"/>
                    <a:pt x="120691" y="36025"/>
                    <a:pt x="106509" y="39447"/>
                  </a:cubicBezTo>
                  <a:cubicBezTo>
                    <a:pt x="73195" y="47527"/>
                    <a:pt x="48543" y="64066"/>
                    <a:pt x="35122" y="66918"/>
                  </a:cubicBezTo>
                  <a:cubicBezTo>
                    <a:pt x="25604" y="69009"/>
                    <a:pt x="12278" y="70340"/>
                    <a:pt x="4378" y="62545"/>
                  </a:cubicBezTo>
                  <a:cubicBezTo>
                    <a:pt x="2265" y="60292"/>
                    <a:pt x="761" y="57545"/>
                    <a:pt x="0" y="54561"/>
                  </a:cubicBezTo>
                  <a:cubicBezTo>
                    <a:pt x="10013" y="62156"/>
                    <a:pt x="23034" y="64589"/>
                    <a:pt x="35122" y="61119"/>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0;p24">
              <a:extLst>
                <a:ext uri="{FF2B5EF4-FFF2-40B4-BE49-F238E27FC236}">
                  <a16:creationId xmlns:a16="http://schemas.microsoft.com/office/drawing/2014/main" id="{E1C6BAC9-D7A5-3BD4-95B0-B27280F1DC80}"/>
                </a:ext>
              </a:extLst>
            </p:cNvPr>
            <p:cNvSpPr/>
            <p:nvPr/>
          </p:nvSpPr>
          <p:spPr>
            <a:xfrm>
              <a:off x="2864165" y="4805303"/>
              <a:ext cx="146191" cy="82209"/>
            </a:xfrm>
            <a:custGeom>
              <a:avLst/>
              <a:gdLst/>
              <a:ahLst/>
              <a:cxnLst/>
              <a:rect l="l" t="t" r="r" b="b"/>
              <a:pathLst>
                <a:path w="146191" h="82209" extrusionOk="0">
                  <a:moveTo>
                    <a:pt x="7327" y="19726"/>
                  </a:moveTo>
                  <a:cubicBezTo>
                    <a:pt x="24287" y="24431"/>
                    <a:pt x="42423" y="22245"/>
                    <a:pt x="57774" y="13642"/>
                  </a:cubicBezTo>
                  <a:cubicBezTo>
                    <a:pt x="69957" y="13642"/>
                    <a:pt x="135823" y="-14113"/>
                    <a:pt x="144865" y="9555"/>
                  </a:cubicBezTo>
                  <a:cubicBezTo>
                    <a:pt x="152670" y="30277"/>
                    <a:pt x="124116" y="49477"/>
                    <a:pt x="108886" y="53185"/>
                  </a:cubicBezTo>
                  <a:cubicBezTo>
                    <a:pt x="75573" y="61169"/>
                    <a:pt x="50921" y="77804"/>
                    <a:pt x="37595" y="80560"/>
                  </a:cubicBezTo>
                  <a:cubicBezTo>
                    <a:pt x="27601" y="82651"/>
                    <a:pt x="14656" y="84077"/>
                    <a:pt x="6756" y="76283"/>
                  </a:cubicBezTo>
                  <a:cubicBezTo>
                    <a:pt x="-2762" y="66872"/>
                    <a:pt x="-1905" y="32178"/>
                    <a:pt x="7327" y="19726"/>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1;p24">
              <a:extLst>
                <a:ext uri="{FF2B5EF4-FFF2-40B4-BE49-F238E27FC236}">
                  <a16:creationId xmlns:a16="http://schemas.microsoft.com/office/drawing/2014/main" id="{BD1EB1F6-2662-1128-33F9-C8C95E52C393}"/>
                </a:ext>
              </a:extLst>
            </p:cNvPr>
            <p:cNvSpPr/>
            <p:nvPr/>
          </p:nvSpPr>
          <p:spPr>
            <a:xfrm>
              <a:off x="2866543" y="4818565"/>
              <a:ext cx="143767" cy="68566"/>
            </a:xfrm>
            <a:custGeom>
              <a:avLst/>
              <a:gdLst/>
              <a:ahLst/>
              <a:cxnLst/>
              <a:rect l="l" t="t" r="r" b="b"/>
              <a:pathLst>
                <a:path w="143767" h="68566" extrusionOk="0">
                  <a:moveTo>
                    <a:pt x="35217" y="61215"/>
                  </a:moveTo>
                  <a:cubicBezTo>
                    <a:pt x="48543" y="58363"/>
                    <a:pt x="73290" y="42204"/>
                    <a:pt x="106509" y="33744"/>
                  </a:cubicBezTo>
                  <a:cubicBezTo>
                    <a:pt x="119263" y="30702"/>
                    <a:pt x="141345" y="16730"/>
                    <a:pt x="143534" y="0"/>
                  </a:cubicBezTo>
                  <a:cubicBezTo>
                    <a:pt x="146485" y="19011"/>
                    <a:pt x="120691" y="36025"/>
                    <a:pt x="106509" y="39542"/>
                  </a:cubicBezTo>
                  <a:cubicBezTo>
                    <a:pt x="73195" y="47527"/>
                    <a:pt x="48543" y="64161"/>
                    <a:pt x="35217" y="66918"/>
                  </a:cubicBezTo>
                  <a:cubicBezTo>
                    <a:pt x="25223" y="69009"/>
                    <a:pt x="12278" y="70435"/>
                    <a:pt x="4378" y="62640"/>
                  </a:cubicBezTo>
                  <a:cubicBezTo>
                    <a:pt x="2320" y="60350"/>
                    <a:pt x="821" y="57622"/>
                    <a:pt x="0" y="54656"/>
                  </a:cubicBezTo>
                  <a:cubicBezTo>
                    <a:pt x="10052" y="62251"/>
                    <a:pt x="23099" y="64684"/>
                    <a:pt x="35217" y="61215"/>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2;p24">
              <a:extLst>
                <a:ext uri="{FF2B5EF4-FFF2-40B4-BE49-F238E27FC236}">
                  <a16:creationId xmlns:a16="http://schemas.microsoft.com/office/drawing/2014/main" id="{F332E4B9-69A6-F7D1-5255-C95AA420EC52}"/>
                </a:ext>
              </a:extLst>
            </p:cNvPr>
            <p:cNvSpPr/>
            <p:nvPr/>
          </p:nvSpPr>
          <p:spPr>
            <a:xfrm>
              <a:off x="2858160" y="4267254"/>
              <a:ext cx="210834" cy="594226"/>
            </a:xfrm>
            <a:custGeom>
              <a:avLst/>
              <a:gdLst/>
              <a:ahLst/>
              <a:cxnLst/>
              <a:rect l="l" t="t" r="r" b="b"/>
              <a:pathLst>
                <a:path w="210834" h="594226" extrusionOk="0">
                  <a:moveTo>
                    <a:pt x="6098" y="372610"/>
                  </a:moveTo>
                  <a:cubicBezTo>
                    <a:pt x="8933" y="348172"/>
                    <a:pt x="14031" y="324057"/>
                    <a:pt x="21327" y="300559"/>
                  </a:cubicBezTo>
                  <a:cubicBezTo>
                    <a:pt x="21327" y="300559"/>
                    <a:pt x="16759" y="238299"/>
                    <a:pt x="14474" y="179271"/>
                  </a:cubicBezTo>
                  <a:cubicBezTo>
                    <a:pt x="11904" y="112734"/>
                    <a:pt x="-11320" y="53420"/>
                    <a:pt x="6955" y="0"/>
                  </a:cubicBezTo>
                  <a:lnTo>
                    <a:pt x="210835" y="45340"/>
                  </a:lnTo>
                  <a:cubicBezTo>
                    <a:pt x="210835" y="45340"/>
                    <a:pt x="201317" y="312821"/>
                    <a:pt x="198176" y="345140"/>
                  </a:cubicBezTo>
                  <a:cubicBezTo>
                    <a:pt x="196596" y="370310"/>
                    <a:pt x="193417" y="395366"/>
                    <a:pt x="188657" y="420137"/>
                  </a:cubicBezTo>
                  <a:cubicBezTo>
                    <a:pt x="179139" y="471941"/>
                    <a:pt x="168955" y="587907"/>
                    <a:pt x="168955" y="587907"/>
                  </a:cubicBezTo>
                  <a:cubicBezTo>
                    <a:pt x="147063" y="600644"/>
                    <a:pt x="114987" y="590188"/>
                    <a:pt x="114987" y="590188"/>
                  </a:cubicBezTo>
                  <a:cubicBezTo>
                    <a:pt x="114987" y="590188"/>
                    <a:pt x="114987" y="445041"/>
                    <a:pt x="116224" y="407685"/>
                  </a:cubicBezTo>
                  <a:cubicBezTo>
                    <a:pt x="117937" y="362059"/>
                    <a:pt x="119365" y="365576"/>
                    <a:pt x="119365" y="365576"/>
                  </a:cubicBezTo>
                  <a:lnTo>
                    <a:pt x="112512" y="251987"/>
                  </a:lnTo>
                  <a:lnTo>
                    <a:pt x="108038" y="195525"/>
                  </a:lnTo>
                  <a:cubicBezTo>
                    <a:pt x="108038" y="195525"/>
                    <a:pt x="102327" y="236969"/>
                    <a:pt x="98520" y="273945"/>
                  </a:cubicBezTo>
                  <a:cubicBezTo>
                    <a:pt x="95284" y="306263"/>
                    <a:pt x="87479" y="335444"/>
                    <a:pt x="78722" y="395613"/>
                  </a:cubicBezTo>
                  <a:cubicBezTo>
                    <a:pt x="71203" y="447703"/>
                    <a:pt x="63398" y="554068"/>
                    <a:pt x="63398" y="554068"/>
                  </a:cubicBezTo>
                  <a:cubicBezTo>
                    <a:pt x="41506" y="566710"/>
                    <a:pt x="12000" y="557965"/>
                    <a:pt x="12000" y="557965"/>
                  </a:cubicBezTo>
                  <a:cubicBezTo>
                    <a:pt x="12000" y="557965"/>
                    <a:pt x="197" y="417856"/>
                    <a:pt x="6098" y="37261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3;p24">
              <a:extLst>
                <a:ext uri="{FF2B5EF4-FFF2-40B4-BE49-F238E27FC236}">
                  <a16:creationId xmlns:a16="http://schemas.microsoft.com/office/drawing/2014/main" id="{9E05E8A8-2F2B-D3E1-C60F-2759ED0D0892}"/>
                </a:ext>
              </a:extLst>
            </p:cNvPr>
            <p:cNvSpPr/>
            <p:nvPr/>
          </p:nvSpPr>
          <p:spPr>
            <a:xfrm>
              <a:off x="2884049" y="3772563"/>
              <a:ext cx="155365" cy="247695"/>
            </a:xfrm>
            <a:custGeom>
              <a:avLst/>
              <a:gdLst/>
              <a:ahLst/>
              <a:cxnLst/>
              <a:rect l="l" t="t" r="r" b="b"/>
              <a:pathLst>
                <a:path w="155365" h="247695" extrusionOk="0">
                  <a:moveTo>
                    <a:pt x="8859" y="177022"/>
                  </a:moveTo>
                  <a:cubicBezTo>
                    <a:pt x="24564" y="177782"/>
                    <a:pt x="36271" y="181869"/>
                    <a:pt x="38270" y="177022"/>
                  </a:cubicBezTo>
                  <a:cubicBezTo>
                    <a:pt x="39966" y="168895"/>
                    <a:pt x="41174" y="160673"/>
                    <a:pt x="41887" y="152403"/>
                  </a:cubicBezTo>
                  <a:cubicBezTo>
                    <a:pt x="40078" y="147840"/>
                    <a:pt x="38460" y="142897"/>
                    <a:pt x="38460" y="142897"/>
                  </a:cubicBezTo>
                  <a:cubicBezTo>
                    <a:pt x="18662" y="130826"/>
                    <a:pt x="12476" y="109439"/>
                    <a:pt x="9906" y="84535"/>
                  </a:cubicBezTo>
                  <a:cubicBezTo>
                    <a:pt x="5527" y="42046"/>
                    <a:pt x="28942" y="4880"/>
                    <a:pt x="71013" y="412"/>
                  </a:cubicBezTo>
                  <a:cubicBezTo>
                    <a:pt x="111084" y="-3770"/>
                    <a:pt x="140495" y="24365"/>
                    <a:pt x="148396" y="62862"/>
                  </a:cubicBezTo>
                  <a:cubicBezTo>
                    <a:pt x="152584" y="81873"/>
                    <a:pt x="161055" y="117899"/>
                    <a:pt x="149633" y="149171"/>
                  </a:cubicBezTo>
                  <a:cubicBezTo>
                    <a:pt x="143256" y="166756"/>
                    <a:pt x="135070" y="180634"/>
                    <a:pt x="126884" y="183295"/>
                  </a:cubicBezTo>
                  <a:cubicBezTo>
                    <a:pt x="118946" y="183143"/>
                    <a:pt x="111027" y="182449"/>
                    <a:pt x="103184" y="181204"/>
                  </a:cubicBezTo>
                  <a:lnTo>
                    <a:pt x="103184" y="181204"/>
                  </a:lnTo>
                  <a:cubicBezTo>
                    <a:pt x="103184" y="181204"/>
                    <a:pt x="101090" y="192991"/>
                    <a:pt x="99662" y="200215"/>
                  </a:cubicBezTo>
                  <a:cubicBezTo>
                    <a:pt x="98235" y="207439"/>
                    <a:pt x="98711" y="211716"/>
                    <a:pt x="113844" y="221031"/>
                  </a:cubicBezTo>
                  <a:cubicBezTo>
                    <a:pt x="128978" y="230347"/>
                    <a:pt x="91001" y="249548"/>
                    <a:pt x="66253" y="247551"/>
                  </a:cubicBezTo>
                  <a:cubicBezTo>
                    <a:pt x="41506" y="245555"/>
                    <a:pt x="13523" y="230727"/>
                    <a:pt x="5908" y="214758"/>
                  </a:cubicBezTo>
                  <a:cubicBezTo>
                    <a:pt x="-2754" y="197553"/>
                    <a:pt x="-1992" y="176451"/>
                    <a:pt x="8859" y="177022"/>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4;p24">
              <a:extLst>
                <a:ext uri="{FF2B5EF4-FFF2-40B4-BE49-F238E27FC236}">
                  <a16:creationId xmlns:a16="http://schemas.microsoft.com/office/drawing/2014/main" id="{80703853-AC69-C65E-850A-91CDF99D7D6E}"/>
                </a:ext>
              </a:extLst>
            </p:cNvPr>
            <p:cNvSpPr/>
            <p:nvPr/>
          </p:nvSpPr>
          <p:spPr>
            <a:xfrm>
              <a:off x="2832349" y="3948237"/>
              <a:ext cx="239208" cy="394751"/>
            </a:xfrm>
            <a:custGeom>
              <a:avLst/>
              <a:gdLst/>
              <a:ahLst/>
              <a:cxnLst/>
              <a:rect l="l" t="t" r="r" b="b"/>
              <a:pathLst>
                <a:path w="239208" h="394751" extrusionOk="0">
                  <a:moveTo>
                    <a:pt x="83308" y="3725"/>
                  </a:moveTo>
                  <a:cubicBezTo>
                    <a:pt x="78930" y="14561"/>
                    <a:pt x="90066" y="27868"/>
                    <a:pt x="119667" y="37088"/>
                  </a:cubicBezTo>
                  <a:cubicBezTo>
                    <a:pt x="149269" y="46308"/>
                    <a:pt x="151839" y="34427"/>
                    <a:pt x="151839" y="34427"/>
                  </a:cubicBezTo>
                  <a:cubicBezTo>
                    <a:pt x="171408" y="43257"/>
                    <a:pt x="190473" y="53162"/>
                    <a:pt x="208948" y="64083"/>
                  </a:cubicBezTo>
                  <a:cubicBezTo>
                    <a:pt x="226652" y="76441"/>
                    <a:pt x="234552" y="112371"/>
                    <a:pt x="236932" y="172920"/>
                  </a:cubicBezTo>
                  <a:cubicBezTo>
                    <a:pt x="239692" y="242974"/>
                    <a:pt x="239977" y="346963"/>
                    <a:pt x="237598" y="364928"/>
                  </a:cubicBezTo>
                  <a:cubicBezTo>
                    <a:pt x="237598" y="364928"/>
                    <a:pt x="204475" y="398007"/>
                    <a:pt x="161452" y="394490"/>
                  </a:cubicBezTo>
                  <a:cubicBezTo>
                    <a:pt x="118430" y="390973"/>
                    <a:pt x="47234" y="353427"/>
                    <a:pt x="30196" y="324435"/>
                  </a:cubicBezTo>
                  <a:cubicBezTo>
                    <a:pt x="30196" y="263031"/>
                    <a:pt x="37906" y="253050"/>
                    <a:pt x="27912" y="217595"/>
                  </a:cubicBezTo>
                  <a:cubicBezTo>
                    <a:pt x="5068" y="136514"/>
                    <a:pt x="-6925" y="103531"/>
                    <a:pt x="4212" y="49540"/>
                  </a:cubicBezTo>
                  <a:cubicBezTo>
                    <a:pt x="13730" y="5150"/>
                    <a:pt x="26103" y="-363"/>
                    <a:pt x="43712" y="17"/>
                  </a:cubicBezTo>
                  <a:cubicBezTo>
                    <a:pt x="56967" y="550"/>
                    <a:pt x="70185" y="1785"/>
                    <a:pt x="83308" y="3725"/>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5;p24">
              <a:extLst>
                <a:ext uri="{FF2B5EF4-FFF2-40B4-BE49-F238E27FC236}">
                  <a16:creationId xmlns:a16="http://schemas.microsoft.com/office/drawing/2014/main" id="{1C16D40D-A537-DE3E-13FA-B2F3CA2BB5AB}"/>
                </a:ext>
              </a:extLst>
            </p:cNvPr>
            <p:cNvSpPr/>
            <p:nvPr/>
          </p:nvSpPr>
          <p:spPr>
            <a:xfrm>
              <a:off x="3011886" y="4098914"/>
              <a:ext cx="63391" cy="288487"/>
            </a:xfrm>
            <a:custGeom>
              <a:avLst/>
              <a:gdLst/>
              <a:ahLst/>
              <a:cxnLst/>
              <a:rect l="l" t="t" r="r" b="b"/>
              <a:pathLst>
                <a:path w="63391" h="288487" extrusionOk="0">
                  <a:moveTo>
                    <a:pt x="21226" y="268241"/>
                  </a:moveTo>
                  <a:lnTo>
                    <a:pt x="0" y="24144"/>
                  </a:lnTo>
                  <a:lnTo>
                    <a:pt x="45592" y="0"/>
                  </a:lnTo>
                  <a:lnTo>
                    <a:pt x="63391" y="14923"/>
                  </a:lnTo>
                  <a:lnTo>
                    <a:pt x="57109" y="234117"/>
                  </a:lnTo>
                  <a:lnTo>
                    <a:pt x="57109" y="234117"/>
                  </a:lnTo>
                  <a:lnTo>
                    <a:pt x="57109" y="240200"/>
                  </a:lnTo>
                  <a:lnTo>
                    <a:pt x="57109" y="240200"/>
                  </a:lnTo>
                  <a:lnTo>
                    <a:pt x="57109" y="247995"/>
                  </a:lnTo>
                  <a:cubicBezTo>
                    <a:pt x="57109" y="247995"/>
                    <a:pt x="58061" y="266435"/>
                    <a:pt x="23224" y="288488"/>
                  </a:cubicBezTo>
                  <a:cubicBezTo>
                    <a:pt x="23224" y="288488"/>
                    <a:pt x="22653" y="282689"/>
                    <a:pt x="22177" y="277271"/>
                  </a:cubicBezTo>
                  <a:lnTo>
                    <a:pt x="22177" y="277271"/>
                  </a:lnTo>
                  <a:lnTo>
                    <a:pt x="21321" y="267766"/>
                  </a:ln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7" name="Google Shape;1116;p24">
              <a:extLst>
                <a:ext uri="{FF2B5EF4-FFF2-40B4-BE49-F238E27FC236}">
                  <a16:creationId xmlns:a16="http://schemas.microsoft.com/office/drawing/2014/main" id="{437DC618-D92F-A74F-18CF-A88BE03F264D}"/>
                </a:ext>
              </a:extLst>
            </p:cNvPr>
            <p:cNvSpPr/>
            <p:nvPr/>
          </p:nvSpPr>
          <p:spPr>
            <a:xfrm>
              <a:off x="2997806" y="3997207"/>
              <a:ext cx="83658" cy="135231"/>
            </a:xfrm>
            <a:custGeom>
              <a:avLst/>
              <a:gdLst/>
              <a:ahLst/>
              <a:cxnLst/>
              <a:rect l="l" t="t" r="r" b="b"/>
              <a:pathLst>
                <a:path w="83658" h="135231" extrusionOk="0">
                  <a:moveTo>
                    <a:pt x="29880" y="0"/>
                  </a:moveTo>
                  <a:cubicBezTo>
                    <a:pt x="53390" y="0"/>
                    <a:pt x="67953" y="11977"/>
                    <a:pt x="74140" y="48192"/>
                  </a:cubicBezTo>
                  <a:cubicBezTo>
                    <a:pt x="80327" y="84408"/>
                    <a:pt x="83658" y="114064"/>
                    <a:pt x="83658" y="114064"/>
                  </a:cubicBezTo>
                  <a:cubicBezTo>
                    <a:pt x="72826" y="126070"/>
                    <a:pt x="57807" y="133484"/>
                    <a:pt x="41683" y="134786"/>
                  </a:cubicBezTo>
                  <a:cubicBezTo>
                    <a:pt x="13128" y="137923"/>
                    <a:pt x="4943" y="123475"/>
                    <a:pt x="4943" y="123475"/>
                  </a:cubicBezTo>
                  <a:cubicBezTo>
                    <a:pt x="4943" y="123475"/>
                    <a:pt x="1897" y="85929"/>
                    <a:pt x="374" y="60359"/>
                  </a:cubicBezTo>
                  <a:cubicBezTo>
                    <a:pt x="-1149" y="34790"/>
                    <a:pt x="755" y="570"/>
                    <a:pt x="29880" y="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7;p24">
              <a:extLst>
                <a:ext uri="{FF2B5EF4-FFF2-40B4-BE49-F238E27FC236}">
                  <a16:creationId xmlns:a16="http://schemas.microsoft.com/office/drawing/2014/main" id="{A70FCC72-79CA-5CA4-4E30-87363D83F547}"/>
                </a:ext>
              </a:extLst>
            </p:cNvPr>
            <p:cNvSpPr/>
            <p:nvPr/>
          </p:nvSpPr>
          <p:spPr>
            <a:xfrm>
              <a:off x="2888823" y="3761654"/>
              <a:ext cx="150557" cy="165637"/>
            </a:xfrm>
            <a:custGeom>
              <a:avLst/>
              <a:gdLst/>
              <a:ahLst/>
              <a:cxnLst/>
              <a:rect l="l" t="t" r="r" b="b"/>
              <a:pathLst>
                <a:path w="150557" h="165637" extrusionOk="0">
                  <a:moveTo>
                    <a:pt x="142099" y="68353"/>
                  </a:moveTo>
                  <a:cubicBezTo>
                    <a:pt x="142099" y="68353"/>
                    <a:pt x="178840" y="12557"/>
                    <a:pt x="99172" y="1150"/>
                  </a:cubicBezTo>
                  <a:cubicBezTo>
                    <a:pt x="42063" y="-7024"/>
                    <a:pt x="4752" y="29667"/>
                    <a:pt x="468" y="69874"/>
                  </a:cubicBezTo>
                  <a:cubicBezTo>
                    <a:pt x="-3624" y="107896"/>
                    <a:pt x="19981" y="147723"/>
                    <a:pt x="37018" y="163502"/>
                  </a:cubicBezTo>
                  <a:cubicBezTo>
                    <a:pt x="53749" y="167751"/>
                    <a:pt x="71464" y="165612"/>
                    <a:pt x="86703" y="157514"/>
                  </a:cubicBezTo>
                  <a:cubicBezTo>
                    <a:pt x="87636" y="147115"/>
                    <a:pt x="87988" y="136678"/>
                    <a:pt x="87750" y="126241"/>
                  </a:cubicBezTo>
                  <a:cubicBezTo>
                    <a:pt x="87750" y="126241"/>
                    <a:pt x="59862" y="67308"/>
                    <a:pt x="142099" y="6835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8;p24">
              <a:extLst>
                <a:ext uri="{FF2B5EF4-FFF2-40B4-BE49-F238E27FC236}">
                  <a16:creationId xmlns:a16="http://schemas.microsoft.com/office/drawing/2014/main" id="{1D862A14-9ED3-4F3C-177B-BC5F73415778}"/>
                </a:ext>
              </a:extLst>
            </p:cNvPr>
            <p:cNvSpPr/>
            <p:nvPr/>
          </p:nvSpPr>
          <p:spPr>
            <a:xfrm>
              <a:off x="2091982" y="2625612"/>
              <a:ext cx="210167" cy="307273"/>
            </a:xfrm>
            <a:custGeom>
              <a:avLst/>
              <a:gdLst/>
              <a:ahLst/>
              <a:cxnLst/>
              <a:rect l="l" t="t" r="r" b="b"/>
              <a:pathLst>
                <a:path w="210167" h="307273" extrusionOk="0">
                  <a:moveTo>
                    <a:pt x="136175" y="10238"/>
                  </a:moveTo>
                  <a:cubicBezTo>
                    <a:pt x="127799" y="-3260"/>
                    <a:pt x="63836" y="-12100"/>
                    <a:pt x="42801" y="41986"/>
                  </a:cubicBezTo>
                  <a:cubicBezTo>
                    <a:pt x="34806" y="62517"/>
                    <a:pt x="36043" y="114987"/>
                    <a:pt x="29380" y="147875"/>
                  </a:cubicBezTo>
                  <a:cubicBezTo>
                    <a:pt x="22718" y="180764"/>
                    <a:pt x="7013" y="199489"/>
                    <a:pt x="1397" y="226199"/>
                  </a:cubicBezTo>
                  <a:cubicBezTo>
                    <a:pt x="-4219" y="252910"/>
                    <a:pt x="4919" y="297775"/>
                    <a:pt x="69452" y="305664"/>
                  </a:cubicBezTo>
                  <a:cubicBezTo>
                    <a:pt x="133985" y="313554"/>
                    <a:pt x="183670" y="290931"/>
                    <a:pt x="198709" y="270399"/>
                  </a:cubicBezTo>
                  <a:cubicBezTo>
                    <a:pt x="213748" y="249868"/>
                    <a:pt x="214224" y="206238"/>
                    <a:pt x="198709" y="182855"/>
                  </a:cubicBezTo>
                  <a:cubicBezTo>
                    <a:pt x="183194" y="159472"/>
                    <a:pt x="170916" y="140366"/>
                    <a:pt x="171297" y="109854"/>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19;p24">
              <a:extLst>
                <a:ext uri="{FF2B5EF4-FFF2-40B4-BE49-F238E27FC236}">
                  <a16:creationId xmlns:a16="http://schemas.microsoft.com/office/drawing/2014/main" id="{8CE46497-C57E-893E-7A0C-7F1D77A3BBAB}"/>
                </a:ext>
              </a:extLst>
            </p:cNvPr>
            <p:cNvSpPr/>
            <p:nvPr/>
          </p:nvSpPr>
          <p:spPr>
            <a:xfrm>
              <a:off x="2269538" y="2847336"/>
              <a:ext cx="39152" cy="227300"/>
            </a:xfrm>
            <a:custGeom>
              <a:avLst/>
              <a:gdLst/>
              <a:ahLst/>
              <a:cxnLst/>
              <a:rect l="l" t="t" r="r" b="b"/>
              <a:pathLst>
                <a:path w="39152" h="227300" extrusionOk="0">
                  <a:moveTo>
                    <a:pt x="35145" y="14835"/>
                  </a:moveTo>
                  <a:cubicBezTo>
                    <a:pt x="35145" y="14835"/>
                    <a:pt x="50279" y="121866"/>
                    <a:pt x="21725" y="197909"/>
                  </a:cubicBezTo>
                  <a:cubicBezTo>
                    <a:pt x="-6830" y="273952"/>
                    <a:pt x="975" y="178423"/>
                    <a:pt x="975" y="178423"/>
                  </a:cubicBezTo>
                  <a:lnTo>
                    <a:pt x="7923" y="155705"/>
                  </a:lnTo>
                  <a:cubicBezTo>
                    <a:pt x="7923" y="155705"/>
                    <a:pt x="13634" y="68446"/>
                    <a:pt x="11255" y="47059"/>
                  </a:cubicBezTo>
                  <a:cubicBezTo>
                    <a:pt x="8875" y="25672"/>
                    <a:pt x="9446" y="7231"/>
                    <a:pt x="7923" y="5520"/>
                  </a:cubicBezTo>
                  <a:cubicBezTo>
                    <a:pt x="6400" y="3809"/>
                    <a:pt x="13539" y="387"/>
                    <a:pt x="16585" y="7"/>
                  </a:cubicBezTo>
                  <a:cubicBezTo>
                    <a:pt x="19631" y="-373"/>
                    <a:pt x="35145" y="14835"/>
                    <a:pt x="35145" y="1483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0;p24">
              <a:extLst>
                <a:ext uri="{FF2B5EF4-FFF2-40B4-BE49-F238E27FC236}">
                  <a16:creationId xmlns:a16="http://schemas.microsoft.com/office/drawing/2014/main" id="{F7EE4528-C1F6-2BDD-920B-B984A1AD05E8}"/>
                </a:ext>
              </a:extLst>
            </p:cNvPr>
            <p:cNvSpPr/>
            <p:nvPr/>
          </p:nvSpPr>
          <p:spPr>
            <a:xfrm>
              <a:off x="2185896" y="2622782"/>
              <a:ext cx="100407" cy="124097"/>
            </a:xfrm>
            <a:custGeom>
              <a:avLst/>
              <a:gdLst/>
              <a:ahLst/>
              <a:cxnLst/>
              <a:rect l="l" t="t" r="r" b="b"/>
              <a:pathLst>
                <a:path w="100407" h="124097" extrusionOk="0">
                  <a:moveTo>
                    <a:pt x="0" y="3657"/>
                  </a:moveTo>
                  <a:cubicBezTo>
                    <a:pt x="0" y="3657"/>
                    <a:pt x="48162" y="-10126"/>
                    <a:pt x="77288" y="15824"/>
                  </a:cubicBezTo>
                  <a:cubicBezTo>
                    <a:pt x="96918" y="33855"/>
                    <a:pt x="104879" y="61297"/>
                    <a:pt x="97942" y="87019"/>
                  </a:cubicBezTo>
                  <a:cubicBezTo>
                    <a:pt x="94040" y="102227"/>
                    <a:pt x="86235" y="122949"/>
                    <a:pt x="74147" y="124090"/>
                  </a:cubicBezTo>
                  <a:cubicBezTo>
                    <a:pt x="62059" y="125230"/>
                    <a:pt x="0" y="3657"/>
                    <a:pt x="0" y="3657"/>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2" name="Google Shape;1121;p24">
              <a:extLst>
                <a:ext uri="{FF2B5EF4-FFF2-40B4-BE49-F238E27FC236}">
                  <a16:creationId xmlns:a16="http://schemas.microsoft.com/office/drawing/2014/main" id="{70DAF59C-70FF-3DAA-0243-A163D2996FFE}"/>
                </a:ext>
              </a:extLst>
            </p:cNvPr>
            <p:cNvSpPr/>
            <p:nvPr/>
          </p:nvSpPr>
          <p:spPr>
            <a:xfrm>
              <a:off x="2142363" y="2757613"/>
              <a:ext cx="124104" cy="138364"/>
            </a:xfrm>
            <a:custGeom>
              <a:avLst/>
              <a:gdLst/>
              <a:ahLst/>
              <a:cxnLst/>
              <a:rect l="l" t="t" r="r" b="b"/>
              <a:pathLst>
                <a:path w="124104" h="138364" extrusionOk="0">
                  <a:moveTo>
                    <a:pt x="25163" y="0"/>
                  </a:moveTo>
                  <a:cubicBezTo>
                    <a:pt x="25163" y="0"/>
                    <a:pt x="28304" y="53515"/>
                    <a:pt x="27352" y="57032"/>
                  </a:cubicBezTo>
                  <a:cubicBezTo>
                    <a:pt x="26400" y="60549"/>
                    <a:pt x="6221" y="64826"/>
                    <a:pt x="606" y="69484"/>
                  </a:cubicBezTo>
                  <a:cubicBezTo>
                    <a:pt x="-5010" y="74142"/>
                    <a:pt x="29826" y="128513"/>
                    <a:pt x="47530" y="136592"/>
                  </a:cubicBezTo>
                  <a:cubicBezTo>
                    <a:pt x="65234" y="144671"/>
                    <a:pt x="119964" y="124045"/>
                    <a:pt x="123676" y="96860"/>
                  </a:cubicBezTo>
                  <a:cubicBezTo>
                    <a:pt x="127198" y="71766"/>
                    <a:pt x="108066" y="52279"/>
                    <a:pt x="100642" y="45531"/>
                  </a:cubicBezTo>
                  <a:cubicBezTo>
                    <a:pt x="95603" y="45179"/>
                    <a:pt x="90547" y="45179"/>
                    <a:pt x="85508" y="45531"/>
                  </a:cubicBezTo>
                  <a:lnTo>
                    <a:pt x="83890" y="19486"/>
                  </a:lnTo>
                  <a:cubicBezTo>
                    <a:pt x="60475" y="11977"/>
                    <a:pt x="25163" y="0"/>
                    <a:pt x="25163"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2;p24">
              <a:extLst>
                <a:ext uri="{FF2B5EF4-FFF2-40B4-BE49-F238E27FC236}">
                  <a16:creationId xmlns:a16="http://schemas.microsoft.com/office/drawing/2014/main" id="{7DAC007C-9381-E9FC-6B4C-6DE2E2DAD10B}"/>
                </a:ext>
              </a:extLst>
            </p:cNvPr>
            <p:cNvSpPr/>
            <p:nvPr/>
          </p:nvSpPr>
          <p:spPr>
            <a:xfrm>
              <a:off x="2121718" y="2803072"/>
              <a:ext cx="180978" cy="208003"/>
            </a:xfrm>
            <a:custGeom>
              <a:avLst/>
              <a:gdLst/>
              <a:ahLst/>
              <a:cxnLst/>
              <a:rect l="l" t="t" r="r" b="b"/>
              <a:pathLst>
                <a:path w="180978" h="208003" extrusionOk="0">
                  <a:moveTo>
                    <a:pt x="38384" y="17181"/>
                  </a:moveTo>
                  <a:cubicBezTo>
                    <a:pt x="23345" y="19557"/>
                    <a:pt x="6117" y="27542"/>
                    <a:pt x="3738" y="36192"/>
                  </a:cubicBezTo>
                  <a:cubicBezTo>
                    <a:pt x="-2445" y="65896"/>
                    <a:pt x="-938" y="96684"/>
                    <a:pt x="8116" y="125637"/>
                  </a:cubicBezTo>
                  <a:cubicBezTo>
                    <a:pt x="21156" y="160046"/>
                    <a:pt x="29913" y="182004"/>
                    <a:pt x="37432" y="196832"/>
                  </a:cubicBezTo>
                  <a:cubicBezTo>
                    <a:pt x="37432" y="196832"/>
                    <a:pt x="102632" y="224778"/>
                    <a:pt x="155268" y="192270"/>
                  </a:cubicBezTo>
                  <a:cubicBezTo>
                    <a:pt x="155268" y="192270"/>
                    <a:pt x="158789" y="155294"/>
                    <a:pt x="159075" y="135238"/>
                  </a:cubicBezTo>
                  <a:cubicBezTo>
                    <a:pt x="207618" y="92939"/>
                    <a:pt x="166118" y="40849"/>
                    <a:pt x="125000" y="356"/>
                  </a:cubicBezTo>
                  <a:cubicBezTo>
                    <a:pt x="120062" y="-119"/>
                    <a:pt x="115089" y="-119"/>
                    <a:pt x="110151" y="356"/>
                  </a:cubicBezTo>
                  <a:cubicBezTo>
                    <a:pt x="110151" y="356"/>
                    <a:pt x="146892" y="43606"/>
                    <a:pt x="121383" y="68225"/>
                  </a:cubicBezTo>
                  <a:cubicBezTo>
                    <a:pt x="66748" y="51495"/>
                    <a:pt x="55898" y="26971"/>
                    <a:pt x="38384" y="17181"/>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3;p24">
              <a:extLst>
                <a:ext uri="{FF2B5EF4-FFF2-40B4-BE49-F238E27FC236}">
                  <a16:creationId xmlns:a16="http://schemas.microsoft.com/office/drawing/2014/main" id="{F2034C14-A31F-1A2F-A0B2-43ABB48F582D}"/>
                </a:ext>
              </a:extLst>
            </p:cNvPr>
            <p:cNvSpPr/>
            <p:nvPr/>
          </p:nvSpPr>
          <p:spPr>
            <a:xfrm>
              <a:off x="2137334" y="2632700"/>
              <a:ext cx="133195" cy="163980"/>
            </a:xfrm>
            <a:custGeom>
              <a:avLst/>
              <a:gdLst/>
              <a:ahLst/>
              <a:cxnLst/>
              <a:rect l="l" t="t" r="r" b="b"/>
              <a:pathLst>
                <a:path w="133195" h="163980" extrusionOk="0">
                  <a:moveTo>
                    <a:pt x="130419" y="58471"/>
                  </a:moveTo>
                  <a:lnTo>
                    <a:pt x="130419" y="58471"/>
                  </a:lnTo>
                  <a:cubicBezTo>
                    <a:pt x="124993" y="24061"/>
                    <a:pt x="100056" y="-1888"/>
                    <a:pt x="64553" y="108"/>
                  </a:cubicBezTo>
                  <a:cubicBezTo>
                    <a:pt x="26762" y="2399"/>
                    <a:pt x="-2053" y="34793"/>
                    <a:pt x="115" y="72539"/>
                  </a:cubicBezTo>
                  <a:cubicBezTo>
                    <a:pt x="1384" y="93736"/>
                    <a:pt x="12514" y="113117"/>
                    <a:pt x="30192" y="124913"/>
                  </a:cubicBezTo>
                  <a:cubicBezTo>
                    <a:pt x="31439" y="130103"/>
                    <a:pt x="33258" y="135141"/>
                    <a:pt x="35618" y="139932"/>
                  </a:cubicBezTo>
                  <a:cubicBezTo>
                    <a:pt x="48277" y="154570"/>
                    <a:pt x="81686" y="163885"/>
                    <a:pt x="92727" y="163980"/>
                  </a:cubicBezTo>
                  <a:cubicBezTo>
                    <a:pt x="102245" y="163980"/>
                    <a:pt x="110526" y="155235"/>
                    <a:pt x="119473" y="140407"/>
                  </a:cubicBezTo>
                  <a:cubicBezTo>
                    <a:pt x="138033" y="109610"/>
                    <a:pt x="133369" y="75485"/>
                    <a:pt x="130419" y="58471"/>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4;p24">
              <a:extLst>
                <a:ext uri="{FF2B5EF4-FFF2-40B4-BE49-F238E27FC236}">
                  <a16:creationId xmlns:a16="http://schemas.microsoft.com/office/drawing/2014/main" id="{F8D00E1D-90D7-B5C5-1DDA-353B9DD42790}"/>
                </a:ext>
              </a:extLst>
            </p:cNvPr>
            <p:cNvSpPr/>
            <p:nvPr/>
          </p:nvSpPr>
          <p:spPr>
            <a:xfrm>
              <a:off x="2131362" y="2631771"/>
              <a:ext cx="133630" cy="125556"/>
            </a:xfrm>
            <a:custGeom>
              <a:avLst/>
              <a:gdLst/>
              <a:ahLst/>
              <a:cxnLst/>
              <a:rect l="l" t="t" r="r" b="b"/>
              <a:pathLst>
                <a:path w="133630" h="125556" extrusionOk="0">
                  <a:moveTo>
                    <a:pt x="59484" y="1702"/>
                  </a:moveTo>
                  <a:cubicBezTo>
                    <a:pt x="34546" y="6549"/>
                    <a:pt x="14082" y="13583"/>
                    <a:pt x="7324" y="38012"/>
                  </a:cubicBezTo>
                  <a:cubicBezTo>
                    <a:pt x="2660" y="54837"/>
                    <a:pt x="-3432" y="86965"/>
                    <a:pt x="2375" y="100462"/>
                  </a:cubicBezTo>
                  <a:lnTo>
                    <a:pt x="5991" y="109968"/>
                  </a:lnTo>
                  <a:lnTo>
                    <a:pt x="36164" y="125557"/>
                  </a:lnTo>
                  <a:cubicBezTo>
                    <a:pt x="36164" y="125557"/>
                    <a:pt x="50251" y="113770"/>
                    <a:pt x="45682" y="79456"/>
                  </a:cubicBezTo>
                  <a:cubicBezTo>
                    <a:pt x="45808" y="74807"/>
                    <a:pt x="47261" y="70283"/>
                    <a:pt x="49870" y="66433"/>
                  </a:cubicBezTo>
                  <a:cubicBezTo>
                    <a:pt x="51779" y="63173"/>
                    <a:pt x="53189" y="59646"/>
                    <a:pt x="54058" y="55977"/>
                  </a:cubicBezTo>
                  <a:cubicBezTo>
                    <a:pt x="57624" y="46681"/>
                    <a:pt x="64649" y="39124"/>
                    <a:pt x="73666" y="34875"/>
                  </a:cubicBezTo>
                  <a:cubicBezTo>
                    <a:pt x="96129" y="22233"/>
                    <a:pt x="129062" y="33164"/>
                    <a:pt x="133631" y="37727"/>
                  </a:cubicBezTo>
                  <a:cubicBezTo>
                    <a:pt x="120538" y="9734"/>
                    <a:pt x="89617" y="-5285"/>
                    <a:pt x="59484" y="1702"/>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5;p24">
              <a:extLst>
                <a:ext uri="{FF2B5EF4-FFF2-40B4-BE49-F238E27FC236}">
                  <a16:creationId xmlns:a16="http://schemas.microsoft.com/office/drawing/2014/main" id="{70645B14-851D-804A-9A89-E92E11CF41BE}"/>
                </a:ext>
              </a:extLst>
            </p:cNvPr>
            <p:cNvSpPr/>
            <p:nvPr/>
          </p:nvSpPr>
          <p:spPr>
            <a:xfrm>
              <a:off x="2137527" y="3718507"/>
              <a:ext cx="105640" cy="80438"/>
            </a:xfrm>
            <a:custGeom>
              <a:avLst/>
              <a:gdLst/>
              <a:ahLst/>
              <a:cxnLst/>
              <a:rect l="l" t="t" r="r" b="b"/>
              <a:pathLst>
                <a:path w="105640" h="80438" extrusionOk="0">
                  <a:moveTo>
                    <a:pt x="8202" y="3"/>
                  </a:moveTo>
                  <a:cubicBezTo>
                    <a:pt x="20862" y="10269"/>
                    <a:pt x="40469" y="3139"/>
                    <a:pt x="41421" y="4090"/>
                  </a:cubicBezTo>
                  <a:cubicBezTo>
                    <a:pt x="56092" y="16761"/>
                    <a:pt x="71439" y="28623"/>
                    <a:pt x="87394" y="39640"/>
                  </a:cubicBezTo>
                  <a:cubicBezTo>
                    <a:pt x="95294" y="45818"/>
                    <a:pt x="107572" y="54088"/>
                    <a:pt x="105383" y="65970"/>
                  </a:cubicBezTo>
                  <a:cubicBezTo>
                    <a:pt x="101386" y="87167"/>
                    <a:pt x="67310" y="80608"/>
                    <a:pt x="54461" y="74145"/>
                  </a:cubicBezTo>
                  <a:cubicBezTo>
                    <a:pt x="41611" y="67681"/>
                    <a:pt x="31141" y="56845"/>
                    <a:pt x="19053" y="49335"/>
                  </a:cubicBezTo>
                  <a:cubicBezTo>
                    <a:pt x="10392" y="44012"/>
                    <a:pt x="1825" y="41161"/>
                    <a:pt x="17" y="30325"/>
                  </a:cubicBezTo>
                  <a:cubicBezTo>
                    <a:pt x="-364" y="23386"/>
                    <a:pt x="5823" y="-283"/>
                    <a:pt x="8202" y="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6;p24">
              <a:extLst>
                <a:ext uri="{FF2B5EF4-FFF2-40B4-BE49-F238E27FC236}">
                  <a16:creationId xmlns:a16="http://schemas.microsoft.com/office/drawing/2014/main" id="{E908B303-8CF8-5DC5-486E-A82B1243C4F4}"/>
                </a:ext>
              </a:extLst>
            </p:cNvPr>
            <p:cNvSpPr/>
            <p:nvPr/>
          </p:nvSpPr>
          <p:spPr>
            <a:xfrm>
              <a:off x="2137841" y="3744079"/>
              <a:ext cx="105259" cy="54863"/>
            </a:xfrm>
            <a:custGeom>
              <a:avLst/>
              <a:gdLst/>
              <a:ahLst/>
              <a:cxnLst/>
              <a:rect l="l" t="t" r="r" b="b"/>
              <a:pathLst>
                <a:path w="105259" h="54863" extrusionOk="0">
                  <a:moveTo>
                    <a:pt x="369" y="0"/>
                  </a:moveTo>
                  <a:cubicBezTo>
                    <a:pt x="1987" y="10456"/>
                    <a:pt x="10458" y="13308"/>
                    <a:pt x="19405" y="19011"/>
                  </a:cubicBezTo>
                  <a:cubicBezTo>
                    <a:pt x="31779" y="26615"/>
                    <a:pt x="42629" y="38021"/>
                    <a:pt x="55479" y="44200"/>
                  </a:cubicBezTo>
                  <a:cubicBezTo>
                    <a:pt x="68329" y="50379"/>
                    <a:pt x="96883" y="56082"/>
                    <a:pt x="105259" y="40968"/>
                  </a:cubicBezTo>
                  <a:cubicBezTo>
                    <a:pt x="100690" y="61405"/>
                    <a:pt x="67186" y="55036"/>
                    <a:pt x="54527" y="48573"/>
                  </a:cubicBezTo>
                  <a:cubicBezTo>
                    <a:pt x="41868" y="42109"/>
                    <a:pt x="31208" y="31273"/>
                    <a:pt x="19119" y="23763"/>
                  </a:cubicBezTo>
                  <a:cubicBezTo>
                    <a:pt x="10458" y="18440"/>
                    <a:pt x="1891" y="15589"/>
                    <a:pt x="83" y="4753"/>
                  </a:cubicBezTo>
                  <a:cubicBezTo>
                    <a:pt x="-89" y="3165"/>
                    <a:pt x="7" y="1559"/>
                    <a:pt x="369"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7;p24">
              <a:extLst>
                <a:ext uri="{FF2B5EF4-FFF2-40B4-BE49-F238E27FC236}">
                  <a16:creationId xmlns:a16="http://schemas.microsoft.com/office/drawing/2014/main" id="{CAE0E8D8-73D0-88A1-80C3-BE9FA287A5DE}"/>
                </a:ext>
              </a:extLst>
            </p:cNvPr>
            <p:cNvSpPr/>
            <p:nvPr/>
          </p:nvSpPr>
          <p:spPr>
            <a:xfrm>
              <a:off x="2226539" y="3701115"/>
              <a:ext cx="96273" cy="74358"/>
            </a:xfrm>
            <a:custGeom>
              <a:avLst/>
              <a:gdLst/>
              <a:ahLst/>
              <a:cxnLst/>
              <a:rect l="l" t="t" r="r" b="b"/>
              <a:pathLst>
                <a:path w="96273" h="74358" extrusionOk="0">
                  <a:moveTo>
                    <a:pt x="7519" y="0"/>
                  </a:moveTo>
                  <a:cubicBezTo>
                    <a:pt x="19132" y="9505"/>
                    <a:pt x="36074" y="4087"/>
                    <a:pt x="37407" y="4943"/>
                  </a:cubicBezTo>
                  <a:cubicBezTo>
                    <a:pt x="50869" y="16473"/>
                    <a:pt x="64979" y="27233"/>
                    <a:pt x="79667" y="37166"/>
                  </a:cubicBezTo>
                  <a:cubicBezTo>
                    <a:pt x="86806" y="42774"/>
                    <a:pt x="98037" y="50378"/>
                    <a:pt x="96039" y="61215"/>
                  </a:cubicBezTo>
                  <a:cubicBezTo>
                    <a:pt x="92422" y="80225"/>
                    <a:pt x="61202" y="74712"/>
                    <a:pt x="49495" y="68724"/>
                  </a:cubicBezTo>
                  <a:cubicBezTo>
                    <a:pt x="37787" y="62735"/>
                    <a:pt x="28079" y="52945"/>
                    <a:pt x="16942" y="46006"/>
                  </a:cubicBezTo>
                  <a:cubicBezTo>
                    <a:pt x="9042" y="41158"/>
                    <a:pt x="1237" y="38592"/>
                    <a:pt x="0" y="28516"/>
                  </a:cubicBezTo>
                  <a:cubicBezTo>
                    <a:pt x="386" y="18574"/>
                    <a:pt x="2954" y="8840"/>
                    <a:pt x="7519" y="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8;p24">
              <a:extLst>
                <a:ext uri="{FF2B5EF4-FFF2-40B4-BE49-F238E27FC236}">
                  <a16:creationId xmlns:a16="http://schemas.microsoft.com/office/drawing/2014/main" id="{32A2FC70-BCC3-007C-33C3-DF6119E26B50}"/>
                </a:ext>
              </a:extLst>
            </p:cNvPr>
            <p:cNvSpPr/>
            <p:nvPr/>
          </p:nvSpPr>
          <p:spPr>
            <a:xfrm>
              <a:off x="2226484" y="3725354"/>
              <a:ext cx="95903" cy="50071"/>
            </a:xfrm>
            <a:custGeom>
              <a:avLst/>
              <a:gdLst/>
              <a:ahLst/>
              <a:cxnLst/>
              <a:rect l="l" t="t" r="r" b="b"/>
              <a:pathLst>
                <a:path w="95903" h="50071" extrusionOk="0">
                  <a:moveTo>
                    <a:pt x="245" y="0"/>
                  </a:moveTo>
                  <a:cubicBezTo>
                    <a:pt x="1768" y="9505"/>
                    <a:pt x="9763" y="12262"/>
                    <a:pt x="17283" y="17110"/>
                  </a:cubicBezTo>
                  <a:cubicBezTo>
                    <a:pt x="28609" y="24144"/>
                    <a:pt x="38604" y="34219"/>
                    <a:pt x="50311" y="40208"/>
                  </a:cubicBezTo>
                  <a:cubicBezTo>
                    <a:pt x="62018" y="46196"/>
                    <a:pt x="88384" y="51139"/>
                    <a:pt x="95903" y="37261"/>
                  </a:cubicBezTo>
                  <a:cubicBezTo>
                    <a:pt x="91810" y="56272"/>
                    <a:pt x="61162" y="50093"/>
                    <a:pt x="49549" y="44200"/>
                  </a:cubicBezTo>
                  <a:cubicBezTo>
                    <a:pt x="37937" y="38307"/>
                    <a:pt x="28134" y="28421"/>
                    <a:pt x="16997" y="21482"/>
                  </a:cubicBezTo>
                  <a:cubicBezTo>
                    <a:pt x="9097" y="16634"/>
                    <a:pt x="1292" y="14068"/>
                    <a:pt x="55" y="3992"/>
                  </a:cubicBezTo>
                  <a:cubicBezTo>
                    <a:pt x="-59" y="2661"/>
                    <a:pt x="5" y="1321"/>
                    <a:pt x="24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29;p24">
              <a:extLst>
                <a:ext uri="{FF2B5EF4-FFF2-40B4-BE49-F238E27FC236}">
                  <a16:creationId xmlns:a16="http://schemas.microsoft.com/office/drawing/2014/main" id="{25E3722E-A757-94A9-1F38-6841885E7A64}"/>
                </a:ext>
              </a:extLst>
            </p:cNvPr>
            <p:cNvSpPr/>
            <p:nvPr/>
          </p:nvSpPr>
          <p:spPr>
            <a:xfrm>
              <a:off x="2101518" y="3008174"/>
              <a:ext cx="205910" cy="717579"/>
            </a:xfrm>
            <a:custGeom>
              <a:avLst/>
              <a:gdLst/>
              <a:ahLst/>
              <a:cxnLst/>
              <a:rect l="l" t="t" r="r" b="b"/>
              <a:pathLst>
                <a:path w="205910" h="717579" extrusionOk="0">
                  <a:moveTo>
                    <a:pt x="200595" y="106555"/>
                  </a:moveTo>
                  <a:cubicBezTo>
                    <a:pt x="194980" y="63115"/>
                    <a:pt x="178989" y="0"/>
                    <a:pt x="178989" y="0"/>
                  </a:cubicBezTo>
                  <a:cubicBezTo>
                    <a:pt x="163827" y="7043"/>
                    <a:pt x="147437" y="11083"/>
                    <a:pt x="130732" y="11882"/>
                  </a:cubicBezTo>
                  <a:cubicBezTo>
                    <a:pt x="106230" y="11825"/>
                    <a:pt x="81788" y="9467"/>
                    <a:pt x="57727" y="4848"/>
                  </a:cubicBezTo>
                  <a:cubicBezTo>
                    <a:pt x="49855" y="18526"/>
                    <a:pt x="41277" y="31786"/>
                    <a:pt x="32028" y="44580"/>
                  </a:cubicBezTo>
                  <a:cubicBezTo>
                    <a:pt x="19464" y="61975"/>
                    <a:pt x="-4998" y="100091"/>
                    <a:pt x="904" y="166629"/>
                  </a:cubicBezTo>
                  <a:cubicBezTo>
                    <a:pt x="4806" y="210163"/>
                    <a:pt x="29458" y="394758"/>
                    <a:pt x="29458" y="394758"/>
                  </a:cubicBezTo>
                  <a:cubicBezTo>
                    <a:pt x="19982" y="425830"/>
                    <a:pt x="14951" y="458092"/>
                    <a:pt x="14515" y="490572"/>
                  </a:cubicBezTo>
                  <a:cubicBezTo>
                    <a:pt x="16767" y="529163"/>
                    <a:pt x="21857" y="567546"/>
                    <a:pt x="29744" y="605396"/>
                  </a:cubicBezTo>
                  <a:lnTo>
                    <a:pt x="44307" y="709955"/>
                  </a:lnTo>
                  <a:cubicBezTo>
                    <a:pt x="44307" y="709955"/>
                    <a:pt x="63343" y="723928"/>
                    <a:pt x="77525" y="714043"/>
                  </a:cubicBezTo>
                  <a:lnTo>
                    <a:pt x="75812" y="611385"/>
                  </a:lnTo>
                  <a:cubicBezTo>
                    <a:pt x="77430" y="586291"/>
                    <a:pt x="79905" y="549220"/>
                    <a:pt x="81523" y="525837"/>
                  </a:cubicBezTo>
                  <a:cubicBezTo>
                    <a:pt x="84188" y="487340"/>
                    <a:pt x="91041" y="426125"/>
                    <a:pt x="93040" y="410917"/>
                  </a:cubicBezTo>
                  <a:cubicBezTo>
                    <a:pt x="95039" y="395708"/>
                    <a:pt x="99988" y="368903"/>
                    <a:pt x="102558" y="338961"/>
                  </a:cubicBezTo>
                  <a:cubicBezTo>
                    <a:pt x="105128" y="309019"/>
                    <a:pt x="116169" y="156933"/>
                    <a:pt x="116169" y="156933"/>
                  </a:cubicBezTo>
                  <a:lnTo>
                    <a:pt x="117787" y="185449"/>
                  </a:lnTo>
                  <a:cubicBezTo>
                    <a:pt x="117787" y="185449"/>
                    <a:pt x="119215" y="231741"/>
                    <a:pt x="125878" y="288773"/>
                  </a:cubicBezTo>
                  <a:cubicBezTo>
                    <a:pt x="132540" y="345805"/>
                    <a:pt x="134920" y="371089"/>
                    <a:pt x="134920" y="371089"/>
                  </a:cubicBezTo>
                  <a:cubicBezTo>
                    <a:pt x="128461" y="382524"/>
                    <a:pt x="123865" y="394910"/>
                    <a:pt x="121309" y="407780"/>
                  </a:cubicBezTo>
                  <a:cubicBezTo>
                    <a:pt x="120167" y="420042"/>
                    <a:pt x="105985" y="517567"/>
                    <a:pt x="114456" y="567185"/>
                  </a:cubicBezTo>
                  <a:lnTo>
                    <a:pt x="131779" y="693321"/>
                  </a:lnTo>
                  <a:cubicBezTo>
                    <a:pt x="140538" y="699338"/>
                    <a:pt x="151655" y="700783"/>
                    <a:pt x="161666" y="697218"/>
                  </a:cubicBezTo>
                  <a:lnTo>
                    <a:pt x="171850" y="570131"/>
                  </a:lnTo>
                  <a:cubicBezTo>
                    <a:pt x="178704" y="521749"/>
                    <a:pt x="193171" y="419186"/>
                    <a:pt x="195360" y="405879"/>
                  </a:cubicBezTo>
                  <a:cubicBezTo>
                    <a:pt x="200276" y="379007"/>
                    <a:pt x="203171" y="351812"/>
                    <a:pt x="204022" y="324513"/>
                  </a:cubicBezTo>
                  <a:cubicBezTo>
                    <a:pt x="207394" y="251863"/>
                    <a:pt x="206250" y="179071"/>
                    <a:pt x="200595" y="10655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0;p24">
              <a:extLst>
                <a:ext uri="{FF2B5EF4-FFF2-40B4-BE49-F238E27FC236}">
                  <a16:creationId xmlns:a16="http://schemas.microsoft.com/office/drawing/2014/main" id="{5F862AB3-63EE-A670-1E2B-02AF180177F1}"/>
                </a:ext>
              </a:extLst>
            </p:cNvPr>
            <p:cNvSpPr/>
            <p:nvPr/>
          </p:nvSpPr>
          <p:spPr>
            <a:xfrm>
              <a:off x="2096876" y="2994106"/>
              <a:ext cx="219176" cy="477454"/>
            </a:xfrm>
            <a:custGeom>
              <a:avLst/>
              <a:gdLst/>
              <a:ahLst/>
              <a:cxnLst/>
              <a:rect l="l" t="t" r="r" b="b"/>
              <a:pathLst>
                <a:path w="219176" h="477454" extrusionOk="0">
                  <a:moveTo>
                    <a:pt x="62274" y="5418"/>
                  </a:moveTo>
                  <a:lnTo>
                    <a:pt x="24773" y="80606"/>
                  </a:lnTo>
                  <a:cubicBezTo>
                    <a:pt x="24773" y="80606"/>
                    <a:pt x="-32337" y="164158"/>
                    <a:pt x="26867" y="378979"/>
                  </a:cubicBezTo>
                  <a:lnTo>
                    <a:pt x="15730" y="445516"/>
                  </a:lnTo>
                  <a:cubicBezTo>
                    <a:pt x="15730" y="445516"/>
                    <a:pt x="127855" y="517377"/>
                    <a:pt x="202953" y="445516"/>
                  </a:cubicBezTo>
                  <a:cubicBezTo>
                    <a:pt x="202953" y="445516"/>
                    <a:pt x="228938" y="247044"/>
                    <a:pt x="215137" y="155508"/>
                  </a:cubicBezTo>
                  <a:cubicBezTo>
                    <a:pt x="207420" y="102867"/>
                    <a:pt x="195743" y="50882"/>
                    <a:pt x="180205" y="0"/>
                  </a:cubicBezTo>
                  <a:cubicBezTo>
                    <a:pt x="180205" y="0"/>
                    <a:pt x="161835" y="20246"/>
                    <a:pt x="67224" y="6844"/>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1;p24">
              <a:extLst>
                <a:ext uri="{FF2B5EF4-FFF2-40B4-BE49-F238E27FC236}">
                  <a16:creationId xmlns:a16="http://schemas.microsoft.com/office/drawing/2014/main" id="{6FFE238B-9EC0-2289-8AAC-69A77650C852}"/>
                </a:ext>
              </a:extLst>
            </p:cNvPr>
            <p:cNvSpPr/>
            <p:nvPr/>
          </p:nvSpPr>
          <p:spPr>
            <a:xfrm>
              <a:off x="2115642" y="2850934"/>
              <a:ext cx="316003" cy="274536"/>
            </a:xfrm>
            <a:custGeom>
              <a:avLst/>
              <a:gdLst/>
              <a:ahLst/>
              <a:cxnLst/>
              <a:rect l="l" t="t" r="r" b="b"/>
              <a:pathLst>
                <a:path w="316003" h="274536" extrusionOk="0">
                  <a:moveTo>
                    <a:pt x="278037" y="202010"/>
                  </a:moveTo>
                  <a:cubicBezTo>
                    <a:pt x="268463" y="202400"/>
                    <a:pt x="258924" y="203417"/>
                    <a:pt x="249482" y="205052"/>
                  </a:cubicBezTo>
                  <a:cubicBezTo>
                    <a:pt x="240488" y="207875"/>
                    <a:pt x="231117" y="209320"/>
                    <a:pt x="221689" y="209329"/>
                  </a:cubicBezTo>
                  <a:cubicBezTo>
                    <a:pt x="211410" y="209329"/>
                    <a:pt x="182760" y="195071"/>
                    <a:pt x="158203" y="177867"/>
                  </a:cubicBezTo>
                  <a:cubicBezTo>
                    <a:pt x="131540" y="157867"/>
                    <a:pt x="108492" y="133467"/>
                    <a:pt x="90052" y="105721"/>
                  </a:cubicBezTo>
                  <a:cubicBezTo>
                    <a:pt x="70714" y="76112"/>
                    <a:pt x="53873" y="44963"/>
                    <a:pt x="39701" y="12568"/>
                  </a:cubicBezTo>
                  <a:cubicBezTo>
                    <a:pt x="31706" y="-10435"/>
                    <a:pt x="31896" y="5249"/>
                    <a:pt x="18285" y="4869"/>
                  </a:cubicBezTo>
                  <a:cubicBezTo>
                    <a:pt x="2199" y="4869"/>
                    <a:pt x="-6367" y="10382"/>
                    <a:pt x="5626" y="41655"/>
                  </a:cubicBezTo>
                  <a:cubicBezTo>
                    <a:pt x="17624" y="74011"/>
                    <a:pt x="34368" y="104419"/>
                    <a:pt x="55311" y="131861"/>
                  </a:cubicBezTo>
                  <a:cubicBezTo>
                    <a:pt x="74979" y="159540"/>
                    <a:pt x="99215" y="183675"/>
                    <a:pt x="126983" y="203246"/>
                  </a:cubicBezTo>
                  <a:cubicBezTo>
                    <a:pt x="151440" y="220356"/>
                    <a:pt x="177868" y="234452"/>
                    <a:pt x="205699" y="245260"/>
                  </a:cubicBezTo>
                  <a:cubicBezTo>
                    <a:pt x="213694" y="248492"/>
                    <a:pt x="218834" y="252959"/>
                    <a:pt x="233301" y="260944"/>
                  </a:cubicBezTo>
                  <a:cubicBezTo>
                    <a:pt x="247832" y="269251"/>
                    <a:pt x="264161" y="273918"/>
                    <a:pt x="280892" y="274536"/>
                  </a:cubicBezTo>
                  <a:cubicBezTo>
                    <a:pt x="294789" y="274536"/>
                    <a:pt x="299929" y="271875"/>
                    <a:pt x="300881" y="269023"/>
                  </a:cubicBezTo>
                  <a:cubicBezTo>
                    <a:pt x="301832" y="266171"/>
                    <a:pt x="299643" y="263035"/>
                    <a:pt x="293266" y="262465"/>
                  </a:cubicBezTo>
                  <a:cubicBezTo>
                    <a:pt x="283123" y="262312"/>
                    <a:pt x="273092" y="260316"/>
                    <a:pt x="263664" y="256571"/>
                  </a:cubicBezTo>
                  <a:cubicBezTo>
                    <a:pt x="263664" y="256571"/>
                    <a:pt x="277466" y="258567"/>
                    <a:pt x="285842" y="258947"/>
                  </a:cubicBezTo>
                  <a:cubicBezTo>
                    <a:pt x="293341" y="259394"/>
                    <a:pt x="300865" y="258814"/>
                    <a:pt x="308210" y="257236"/>
                  </a:cubicBezTo>
                  <a:cubicBezTo>
                    <a:pt x="315253" y="255525"/>
                    <a:pt x="319156" y="245640"/>
                    <a:pt x="312778" y="244880"/>
                  </a:cubicBezTo>
                  <a:cubicBezTo>
                    <a:pt x="306401" y="244119"/>
                    <a:pt x="301166" y="244880"/>
                    <a:pt x="288793" y="244404"/>
                  </a:cubicBezTo>
                  <a:cubicBezTo>
                    <a:pt x="282333" y="243967"/>
                    <a:pt x="275944" y="242788"/>
                    <a:pt x="269756" y="240887"/>
                  </a:cubicBezTo>
                  <a:cubicBezTo>
                    <a:pt x="278072" y="240944"/>
                    <a:pt x="286380" y="240345"/>
                    <a:pt x="294599" y="239081"/>
                  </a:cubicBezTo>
                  <a:cubicBezTo>
                    <a:pt x="301263" y="238425"/>
                    <a:pt x="307602" y="235887"/>
                    <a:pt x="312874" y="231762"/>
                  </a:cubicBezTo>
                  <a:cubicBezTo>
                    <a:pt x="315634" y="229481"/>
                    <a:pt x="316110" y="223112"/>
                    <a:pt x="308019" y="223207"/>
                  </a:cubicBezTo>
                  <a:cubicBezTo>
                    <a:pt x="298031" y="224947"/>
                    <a:pt x="287865" y="225460"/>
                    <a:pt x="277751" y="224728"/>
                  </a:cubicBezTo>
                  <a:cubicBezTo>
                    <a:pt x="267757" y="223302"/>
                    <a:pt x="260809" y="220926"/>
                    <a:pt x="262332" y="219595"/>
                  </a:cubicBezTo>
                  <a:cubicBezTo>
                    <a:pt x="263855" y="218264"/>
                    <a:pt x="269756" y="219595"/>
                    <a:pt x="278132" y="216553"/>
                  </a:cubicBezTo>
                  <a:cubicBezTo>
                    <a:pt x="286508" y="213512"/>
                    <a:pt x="292219" y="206193"/>
                    <a:pt x="290315" y="201915"/>
                  </a:cubicBezTo>
                  <a:cubicBezTo>
                    <a:pt x="288412" y="197638"/>
                    <a:pt x="287079" y="200395"/>
                    <a:pt x="278037" y="20201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2;p24">
              <a:extLst>
                <a:ext uri="{FF2B5EF4-FFF2-40B4-BE49-F238E27FC236}">
                  <a16:creationId xmlns:a16="http://schemas.microsoft.com/office/drawing/2014/main" id="{D3DA9D02-4D59-324E-5A56-78D2DCE7F7D7}"/>
                </a:ext>
              </a:extLst>
            </p:cNvPr>
            <p:cNvSpPr/>
            <p:nvPr/>
          </p:nvSpPr>
          <p:spPr>
            <a:xfrm>
              <a:off x="2110000" y="2833008"/>
              <a:ext cx="75991" cy="89275"/>
            </a:xfrm>
            <a:custGeom>
              <a:avLst/>
              <a:gdLst/>
              <a:ahLst/>
              <a:cxnLst/>
              <a:rect l="l" t="t" r="r" b="b"/>
              <a:pathLst>
                <a:path w="75991" h="89275" extrusionOk="0">
                  <a:moveTo>
                    <a:pt x="18406" y="89237"/>
                  </a:moveTo>
                  <a:cubicBezTo>
                    <a:pt x="18406" y="89237"/>
                    <a:pt x="55147" y="91139"/>
                    <a:pt x="75991" y="68231"/>
                  </a:cubicBezTo>
                  <a:lnTo>
                    <a:pt x="53338" y="20704"/>
                  </a:lnTo>
                  <a:cubicBezTo>
                    <a:pt x="53338" y="20704"/>
                    <a:pt x="42963" y="-5436"/>
                    <a:pt x="18501" y="1028"/>
                  </a:cubicBezTo>
                  <a:cubicBezTo>
                    <a:pt x="-5960" y="7491"/>
                    <a:pt x="-6341" y="42186"/>
                    <a:pt x="18406" y="8923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4" name="Google Shape;1133;p24">
              <a:extLst>
                <a:ext uri="{FF2B5EF4-FFF2-40B4-BE49-F238E27FC236}">
                  <a16:creationId xmlns:a16="http://schemas.microsoft.com/office/drawing/2014/main" id="{9AA0CD89-4AC2-4D9C-D0FC-306A7F32A178}"/>
                </a:ext>
              </a:extLst>
            </p:cNvPr>
            <p:cNvSpPr/>
            <p:nvPr/>
          </p:nvSpPr>
          <p:spPr>
            <a:xfrm>
              <a:off x="2246717" y="2802864"/>
              <a:ext cx="61392" cy="64630"/>
            </a:xfrm>
            <a:custGeom>
              <a:avLst/>
              <a:gdLst/>
              <a:ahLst/>
              <a:cxnLst/>
              <a:rect l="l" t="t" r="r" b="b"/>
              <a:pathLst>
                <a:path w="61392" h="64630" extrusionOk="0">
                  <a:moveTo>
                    <a:pt x="0" y="469"/>
                  </a:moveTo>
                  <a:cubicBezTo>
                    <a:pt x="0" y="469"/>
                    <a:pt x="29792" y="-9036"/>
                    <a:pt x="61392" y="57501"/>
                  </a:cubicBezTo>
                  <a:lnTo>
                    <a:pt x="49590" y="64630"/>
                  </a:lnTo>
                  <a:cubicBezTo>
                    <a:pt x="49590" y="64630"/>
                    <a:pt x="18465" y="17294"/>
                    <a:pt x="0" y="46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5" name="Google Shape;1134;p24">
              <a:extLst>
                <a:ext uri="{FF2B5EF4-FFF2-40B4-BE49-F238E27FC236}">
                  <a16:creationId xmlns:a16="http://schemas.microsoft.com/office/drawing/2014/main" id="{234A0DCE-DD79-287E-650F-DD7500756457}"/>
                </a:ext>
              </a:extLst>
            </p:cNvPr>
            <p:cNvSpPr/>
            <p:nvPr/>
          </p:nvSpPr>
          <p:spPr>
            <a:xfrm>
              <a:off x="2092047" y="1119152"/>
              <a:ext cx="668082" cy="515307"/>
            </a:xfrm>
            <a:custGeom>
              <a:avLst/>
              <a:gdLst/>
              <a:ahLst/>
              <a:cxnLst/>
              <a:rect l="l" t="t" r="r" b="b"/>
              <a:pathLst>
                <a:path w="668082" h="515307" extrusionOk="0">
                  <a:moveTo>
                    <a:pt x="668083" y="310182"/>
                  </a:moveTo>
                  <a:lnTo>
                    <a:pt x="141345" y="6010"/>
                  </a:lnTo>
                  <a:lnTo>
                    <a:pt x="139346" y="4869"/>
                  </a:lnTo>
                  <a:lnTo>
                    <a:pt x="139346" y="4869"/>
                  </a:lnTo>
                  <a:cubicBezTo>
                    <a:pt x="124498" y="-3020"/>
                    <a:pt x="104415" y="-1594"/>
                    <a:pt x="82237" y="11143"/>
                  </a:cubicBezTo>
                  <a:cubicBezTo>
                    <a:pt x="36835" y="37378"/>
                    <a:pt x="0" y="101064"/>
                    <a:pt x="0" y="153723"/>
                  </a:cubicBezTo>
                  <a:cubicBezTo>
                    <a:pt x="0" y="180814"/>
                    <a:pt x="9994" y="199539"/>
                    <a:pt x="25890" y="207619"/>
                  </a:cubicBezTo>
                  <a:lnTo>
                    <a:pt x="559765" y="515307"/>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5;p24">
              <a:extLst>
                <a:ext uri="{FF2B5EF4-FFF2-40B4-BE49-F238E27FC236}">
                  <a16:creationId xmlns:a16="http://schemas.microsoft.com/office/drawing/2014/main" id="{7A9CF00F-6A3F-B46E-B186-49E6B2BEE816}"/>
                </a:ext>
              </a:extLst>
            </p:cNvPr>
            <p:cNvSpPr/>
            <p:nvPr/>
          </p:nvSpPr>
          <p:spPr>
            <a:xfrm rot="-3598236">
              <a:off x="2590249" y="1465200"/>
              <a:ext cx="232417" cy="133906"/>
            </a:xfrm>
            <a:custGeom>
              <a:avLst/>
              <a:gdLst/>
              <a:ahLst/>
              <a:cxnLst/>
              <a:rect l="l" t="t" r="r" b="b"/>
              <a:pathLst>
                <a:path w="232624" h="134025" extrusionOk="0">
                  <a:moveTo>
                    <a:pt x="232625" y="67013"/>
                  </a:moveTo>
                  <a:cubicBezTo>
                    <a:pt x="232625" y="104023"/>
                    <a:pt x="180550" y="134026"/>
                    <a:pt x="116312" y="134026"/>
                  </a:cubicBezTo>
                  <a:cubicBezTo>
                    <a:pt x="52075" y="134026"/>
                    <a:pt x="0" y="104023"/>
                    <a:pt x="0" y="67013"/>
                  </a:cubicBezTo>
                  <a:cubicBezTo>
                    <a:pt x="0" y="30003"/>
                    <a:pt x="52075" y="0"/>
                    <a:pt x="116312" y="0"/>
                  </a:cubicBezTo>
                  <a:cubicBezTo>
                    <a:pt x="180550" y="0"/>
                    <a:pt x="232625" y="30003"/>
                    <a:pt x="232625" y="67013"/>
                  </a:cubicBezTo>
                  <a:close/>
                </a:path>
              </a:pathLst>
            </a:custGeom>
            <a:solidFill>
              <a:srgbClr val="616E8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7" name="Google Shape;1136;p24">
              <a:extLst>
                <a:ext uri="{FF2B5EF4-FFF2-40B4-BE49-F238E27FC236}">
                  <a16:creationId xmlns:a16="http://schemas.microsoft.com/office/drawing/2014/main" id="{14CD31F1-8FA6-B359-648D-8667B11DCBE4}"/>
                </a:ext>
              </a:extLst>
            </p:cNvPr>
            <p:cNvSpPr/>
            <p:nvPr/>
          </p:nvSpPr>
          <p:spPr>
            <a:xfrm>
              <a:off x="2667422" y="1490358"/>
              <a:ext cx="274409" cy="269191"/>
            </a:xfrm>
            <a:custGeom>
              <a:avLst/>
              <a:gdLst/>
              <a:ahLst/>
              <a:cxnLst/>
              <a:rect l="l" t="t" r="r" b="b"/>
              <a:pathLst>
                <a:path w="274409" h="269191" extrusionOk="0">
                  <a:moveTo>
                    <a:pt x="274410" y="269192"/>
                  </a:moveTo>
                  <a:lnTo>
                    <a:pt x="0" y="111023"/>
                  </a:lnTo>
                  <a:lnTo>
                    <a:pt x="0" y="0"/>
                  </a:lnTo>
                  <a:lnTo>
                    <a:pt x="274410" y="158264"/>
                  </a:lnTo>
                  <a:lnTo>
                    <a:pt x="274410" y="26919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8" name="Google Shape;1137;p24">
              <a:extLst>
                <a:ext uri="{FF2B5EF4-FFF2-40B4-BE49-F238E27FC236}">
                  <a16:creationId xmlns:a16="http://schemas.microsoft.com/office/drawing/2014/main" id="{23714A03-64DA-6B79-D610-CD663D926210}"/>
                </a:ext>
              </a:extLst>
            </p:cNvPr>
            <p:cNvSpPr/>
            <p:nvPr/>
          </p:nvSpPr>
          <p:spPr>
            <a:xfrm>
              <a:off x="2667422" y="1454143"/>
              <a:ext cx="337610" cy="194669"/>
            </a:xfrm>
            <a:custGeom>
              <a:avLst/>
              <a:gdLst/>
              <a:ahLst/>
              <a:cxnLst/>
              <a:rect l="l" t="t" r="r" b="b"/>
              <a:pathLst>
                <a:path w="337610" h="194669" extrusionOk="0">
                  <a:moveTo>
                    <a:pt x="274410" y="194670"/>
                  </a:moveTo>
                  <a:lnTo>
                    <a:pt x="0" y="36501"/>
                  </a:lnTo>
                  <a:lnTo>
                    <a:pt x="63201" y="0"/>
                  </a:lnTo>
                  <a:lnTo>
                    <a:pt x="337611" y="158264"/>
                  </a:lnTo>
                  <a:lnTo>
                    <a:pt x="274410" y="194670"/>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8;p24">
              <a:extLst>
                <a:ext uri="{FF2B5EF4-FFF2-40B4-BE49-F238E27FC236}">
                  <a16:creationId xmlns:a16="http://schemas.microsoft.com/office/drawing/2014/main" id="{3F37AFCD-2DD7-A9D3-ACE4-1FFAEF5153B6}"/>
                </a:ext>
              </a:extLst>
            </p:cNvPr>
            <p:cNvSpPr/>
            <p:nvPr/>
          </p:nvSpPr>
          <p:spPr>
            <a:xfrm rot="-1801764">
              <a:off x="2968958" y="1259916"/>
              <a:ext cx="690027" cy="1193572"/>
            </a:xfrm>
            <a:custGeom>
              <a:avLst/>
              <a:gdLst/>
              <a:ahLst/>
              <a:cxnLst/>
              <a:rect l="l" t="t" r="r" b="b"/>
              <a:pathLst>
                <a:path w="690640" h="1194633" extrusionOk="0">
                  <a:moveTo>
                    <a:pt x="690640" y="597317"/>
                  </a:moveTo>
                  <a:cubicBezTo>
                    <a:pt x="690640" y="927206"/>
                    <a:pt x="536035" y="1194633"/>
                    <a:pt x="345320" y="1194633"/>
                  </a:cubicBezTo>
                  <a:cubicBezTo>
                    <a:pt x="154605" y="1194633"/>
                    <a:pt x="0" y="927206"/>
                    <a:pt x="0" y="597317"/>
                  </a:cubicBezTo>
                  <a:cubicBezTo>
                    <a:pt x="0" y="267428"/>
                    <a:pt x="154605" y="0"/>
                    <a:pt x="345320" y="0"/>
                  </a:cubicBezTo>
                  <a:cubicBezTo>
                    <a:pt x="536035" y="0"/>
                    <a:pt x="690640" y="267428"/>
                    <a:pt x="690640" y="597317"/>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39;p24">
              <a:extLst>
                <a:ext uri="{FF2B5EF4-FFF2-40B4-BE49-F238E27FC236}">
                  <a16:creationId xmlns:a16="http://schemas.microsoft.com/office/drawing/2014/main" id="{7FC28D0E-8583-2781-6806-D28BAA20C969}"/>
                </a:ext>
              </a:extLst>
            </p:cNvPr>
            <p:cNvSpPr/>
            <p:nvPr/>
          </p:nvSpPr>
          <p:spPr>
            <a:xfrm>
              <a:off x="2858071" y="1161854"/>
              <a:ext cx="1027965" cy="1324206"/>
            </a:xfrm>
            <a:custGeom>
              <a:avLst/>
              <a:gdLst/>
              <a:ahLst/>
              <a:cxnLst/>
              <a:rect l="l" t="t" r="r" b="b"/>
              <a:pathLst>
                <a:path w="1027965" h="1324206" extrusionOk="0">
                  <a:moveTo>
                    <a:pt x="513983" y="1254422"/>
                  </a:moveTo>
                  <a:cubicBezTo>
                    <a:pt x="230816" y="1091119"/>
                    <a:pt x="0" y="692560"/>
                    <a:pt x="0" y="365955"/>
                  </a:cubicBezTo>
                  <a:cubicBezTo>
                    <a:pt x="0" y="39351"/>
                    <a:pt x="230436" y="-93439"/>
                    <a:pt x="513983" y="69863"/>
                  </a:cubicBezTo>
                  <a:cubicBezTo>
                    <a:pt x="797530" y="233165"/>
                    <a:pt x="1027966" y="631725"/>
                    <a:pt x="1027966" y="958234"/>
                  </a:cubicBezTo>
                  <a:cubicBezTo>
                    <a:pt x="1027966" y="1284744"/>
                    <a:pt x="797245" y="1417629"/>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40;p24">
              <a:extLst>
                <a:ext uri="{FF2B5EF4-FFF2-40B4-BE49-F238E27FC236}">
                  <a16:creationId xmlns:a16="http://schemas.microsoft.com/office/drawing/2014/main" id="{88221006-9091-20C4-162B-73F8250E52CA}"/>
                </a:ext>
              </a:extLst>
            </p:cNvPr>
            <p:cNvSpPr/>
            <p:nvPr/>
          </p:nvSpPr>
          <p:spPr>
            <a:xfrm>
              <a:off x="2800391" y="1195123"/>
              <a:ext cx="1027965" cy="1324248"/>
            </a:xfrm>
            <a:custGeom>
              <a:avLst/>
              <a:gdLst/>
              <a:ahLst/>
              <a:cxnLst/>
              <a:rect l="l" t="t" r="r" b="b"/>
              <a:pathLst>
                <a:path w="1027965" h="1324248" extrusionOk="0">
                  <a:moveTo>
                    <a:pt x="513983" y="1254422"/>
                  </a:moveTo>
                  <a:cubicBezTo>
                    <a:pt x="230721" y="1091119"/>
                    <a:pt x="0" y="692560"/>
                    <a:pt x="0" y="365955"/>
                  </a:cubicBezTo>
                  <a:cubicBezTo>
                    <a:pt x="0" y="39351"/>
                    <a:pt x="230341" y="-93439"/>
                    <a:pt x="513983" y="69863"/>
                  </a:cubicBezTo>
                  <a:cubicBezTo>
                    <a:pt x="797625" y="233165"/>
                    <a:pt x="1027966" y="631725"/>
                    <a:pt x="1027966" y="958234"/>
                  </a:cubicBezTo>
                  <a:cubicBezTo>
                    <a:pt x="1027966" y="1284744"/>
                    <a:pt x="797149" y="1417724"/>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147839320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pic>
        <p:nvPicPr>
          <p:cNvPr id="8" name="Picture 7">
            <a:extLst>
              <a:ext uri="{FF2B5EF4-FFF2-40B4-BE49-F238E27FC236}">
                <a16:creationId xmlns:a16="http://schemas.microsoft.com/office/drawing/2014/main" id="{C25B6933-54FE-B6A1-4F37-15A096D1B420}"/>
              </a:ext>
            </a:extLst>
          </p:cNvPr>
          <p:cNvPicPr>
            <a:picLocks noChangeAspect="1"/>
          </p:cNvPicPr>
          <p:nvPr/>
        </p:nvPicPr>
        <p:blipFill>
          <a:blip r:embed="rId4"/>
          <a:stretch>
            <a:fillRect/>
          </a:stretch>
        </p:blipFill>
        <p:spPr>
          <a:xfrm>
            <a:off x="4903949" y="1318992"/>
            <a:ext cx="4191289" cy="2522046"/>
          </a:xfrm>
          <a:prstGeom prst="rect">
            <a:avLst/>
          </a:prstGeom>
        </p:spPr>
      </p:pic>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23</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9004" y="400676"/>
            <a:ext cx="11459699" cy="772772"/>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HOW TO CREATE PIE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27255" y="1142149"/>
            <a:ext cx="894593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354076" y="1392439"/>
            <a:ext cx="4443459" cy="1384995"/>
          </a:xfrm>
          <a:prstGeom prst="rect">
            <a:avLst/>
          </a:prstGeom>
          <a:noFill/>
        </p:spPr>
        <p:txBody>
          <a:bodyPr wrap="square" rtlCol="0">
            <a:spAutoFit/>
          </a:bodyPr>
          <a:lstStyle/>
          <a:p>
            <a:r>
              <a:rPr lang="en-US"/>
              <a:t>1. PIE CHARTS CAN BE FOUND UNDER INSERT TAB:</a:t>
            </a:r>
          </a:p>
          <a:p>
            <a:pPr marL="742950" lvl="1" indent="-285750">
              <a:buFont typeface="Wingdings" panose="05000000000000000000" pitchFamily="2" charset="2"/>
              <a:buChar char="Ø"/>
            </a:pPr>
            <a:r>
              <a:rPr lang="en-US" sz="1600"/>
              <a:t>SELECT TABLE, CLICK ON RECOMMENDED CHARTS DROPDOWN</a:t>
            </a:r>
          </a:p>
          <a:p>
            <a:pPr marL="742950" lvl="1" indent="-285750">
              <a:buFont typeface="Wingdings" panose="05000000000000000000" pitchFamily="2" charset="2"/>
              <a:buChar char="Ø"/>
            </a:pPr>
            <a:r>
              <a:rPr lang="en-US" sz="1600"/>
              <a:t>CHOOSE A PIE CHART</a:t>
            </a:r>
            <a:endParaRPr lang="en-MY" sz="1600"/>
          </a:p>
        </p:txBody>
      </p:sp>
      <p:sp>
        <p:nvSpPr>
          <p:cNvPr id="19" name="TextBox 18">
            <a:extLst>
              <a:ext uri="{FF2B5EF4-FFF2-40B4-BE49-F238E27FC236}">
                <a16:creationId xmlns:a16="http://schemas.microsoft.com/office/drawing/2014/main" id="{53F8001C-FCBF-11B8-7B37-411428FD572D}"/>
              </a:ext>
            </a:extLst>
          </p:cNvPr>
          <p:cNvSpPr txBox="1"/>
          <p:nvPr/>
        </p:nvSpPr>
        <p:spPr>
          <a:xfrm>
            <a:off x="354076" y="4404319"/>
            <a:ext cx="3674008" cy="923330"/>
          </a:xfrm>
          <a:prstGeom prst="rect">
            <a:avLst/>
          </a:prstGeom>
          <a:noFill/>
        </p:spPr>
        <p:txBody>
          <a:bodyPr wrap="square" rtlCol="0">
            <a:spAutoFit/>
          </a:bodyPr>
          <a:lstStyle/>
          <a:p>
            <a:r>
              <a:rPr lang="en-US"/>
              <a:t>2. PIE CHART WILL BE ADDED INTO SAME SPREADSHEET AUTOMATICALLY</a:t>
            </a:r>
            <a:endParaRPr lang="en-MY" sz="1600"/>
          </a:p>
        </p:txBody>
      </p:sp>
      <p:sp>
        <p:nvSpPr>
          <p:cNvPr id="20" name="Rectangle 19">
            <a:extLst>
              <a:ext uri="{FF2B5EF4-FFF2-40B4-BE49-F238E27FC236}">
                <a16:creationId xmlns:a16="http://schemas.microsoft.com/office/drawing/2014/main" id="{4A71FA49-83F7-4676-C2C3-3ADA8ECA41E7}"/>
              </a:ext>
            </a:extLst>
          </p:cNvPr>
          <p:cNvSpPr/>
          <p:nvPr/>
        </p:nvSpPr>
        <p:spPr>
          <a:xfrm>
            <a:off x="6932645" y="1315647"/>
            <a:ext cx="699796" cy="23323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1026" name="Rectangle 1025">
            <a:extLst>
              <a:ext uri="{FF2B5EF4-FFF2-40B4-BE49-F238E27FC236}">
                <a16:creationId xmlns:a16="http://schemas.microsoft.com/office/drawing/2014/main" id="{051677EF-3A39-2962-8A29-47DD56BF1BDE}"/>
              </a:ext>
            </a:extLst>
          </p:cNvPr>
          <p:cNvSpPr/>
          <p:nvPr/>
        </p:nvSpPr>
        <p:spPr>
          <a:xfrm>
            <a:off x="6777556" y="2540867"/>
            <a:ext cx="609684" cy="475861"/>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pic>
        <p:nvPicPr>
          <p:cNvPr id="16" name="Picture 15">
            <a:extLst>
              <a:ext uri="{FF2B5EF4-FFF2-40B4-BE49-F238E27FC236}">
                <a16:creationId xmlns:a16="http://schemas.microsoft.com/office/drawing/2014/main" id="{5A0AFE13-E5CF-BB8A-0121-968E5F2F7643}"/>
              </a:ext>
            </a:extLst>
          </p:cNvPr>
          <p:cNvPicPr>
            <a:picLocks noChangeAspect="1"/>
          </p:cNvPicPr>
          <p:nvPr/>
        </p:nvPicPr>
        <p:blipFill>
          <a:blip r:embed="rId5"/>
          <a:stretch>
            <a:fillRect/>
          </a:stretch>
        </p:blipFill>
        <p:spPr>
          <a:xfrm>
            <a:off x="4374388" y="4126433"/>
            <a:ext cx="4628508" cy="2722874"/>
          </a:xfrm>
          <a:prstGeom prst="rect">
            <a:avLst/>
          </a:prstGeom>
        </p:spPr>
      </p:pic>
    </p:spTree>
    <p:extLst>
      <p:ext uri="{BB962C8B-B14F-4D97-AF65-F5344CB8AC3E}">
        <p14:creationId xmlns:p14="http://schemas.microsoft.com/office/powerpoint/2010/main" val="240672941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24</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48506" y="431257"/>
            <a:ext cx="9483762" cy="789933"/>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WHAT IS LINE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18589" y="1146793"/>
            <a:ext cx="722318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46BAA9-98E2-7D73-DC92-20B3506940E4}"/>
              </a:ext>
            </a:extLst>
          </p:cNvPr>
          <p:cNvSpPr txBox="1"/>
          <p:nvPr/>
        </p:nvSpPr>
        <p:spPr>
          <a:xfrm>
            <a:off x="346800" y="1841554"/>
            <a:ext cx="7595119" cy="3877985"/>
          </a:xfrm>
          <a:prstGeom prst="rect">
            <a:avLst/>
          </a:prstGeom>
          <a:noFill/>
        </p:spPr>
        <p:txBody>
          <a:bodyPr wrap="square" rtlCol="0">
            <a:spAutoFit/>
          </a:bodyPr>
          <a:lstStyle/>
          <a:p>
            <a:pPr marL="285750" indent="-285750">
              <a:buFont typeface="Arial" panose="020B0604020202020204" pitchFamily="34" charset="0"/>
              <a:buChar char="•"/>
            </a:pPr>
            <a:r>
              <a:rPr lang="en-US"/>
              <a:t>WHAT IS PURPOSE OF LINE CHARTS?</a:t>
            </a:r>
          </a:p>
          <a:p>
            <a:pPr marL="742950" lvl="1" indent="-285750">
              <a:buFont typeface="Wingdings" panose="05000000000000000000" pitchFamily="2" charset="2"/>
              <a:buChar char="Ø"/>
            </a:pPr>
            <a:r>
              <a:rPr lang="en-US" sz="1600"/>
              <a:t>DISPLAYS QUANTITATIVE VALUES OVER A SPECIFIED TIME INTERVAL.</a:t>
            </a:r>
          </a:p>
          <a:p>
            <a:pPr marL="742950" lvl="1" indent="-285750">
              <a:buFont typeface="Wingdings" panose="05000000000000000000" pitchFamily="2" charset="2"/>
              <a:buChar char="Ø"/>
            </a:pPr>
            <a:r>
              <a:rPr lang="en-US" sz="1600"/>
              <a:t>DEPICT THE HISTORICAL PRICE ACTION OF AN ASSET OR SECURITY. </a:t>
            </a:r>
          </a:p>
          <a:p>
            <a:pPr lvl="1"/>
            <a:endParaRPr lang="en-US" sz="1600"/>
          </a:p>
          <a:p>
            <a:pPr marL="285750" indent="-285750">
              <a:buFont typeface="Arial" panose="020B0604020202020204" pitchFamily="34" charset="0"/>
              <a:buChar char="•"/>
            </a:pPr>
            <a:r>
              <a:rPr lang="en-US"/>
              <a:t>WHAT IS LINE CHARTS?</a:t>
            </a:r>
          </a:p>
          <a:p>
            <a:pPr marL="742950" lvl="1" indent="-285750">
              <a:buFont typeface="Wingdings" panose="05000000000000000000" pitchFamily="2" charset="2"/>
              <a:buChar char="Ø"/>
            </a:pPr>
            <a:r>
              <a:rPr lang="en-US" sz="1600"/>
              <a:t>A TYPE OF GRAPH THAT UTILIZES POINTS AND LINES TO REPRESENT CHANGE OVER TIME.</a:t>
            </a:r>
          </a:p>
          <a:p>
            <a:pPr marL="742950" lvl="1" indent="-285750">
              <a:buFont typeface="Wingdings" panose="05000000000000000000" pitchFamily="2" charset="2"/>
              <a:buChar char="Ø"/>
            </a:pPr>
            <a:r>
              <a:rPr lang="en-US" sz="1600"/>
              <a:t>LINE JOINING SEVERAL POINTS OR LINE THAT SHOWS THE RELATION BETWEEN THE POINTS.</a:t>
            </a:r>
          </a:p>
          <a:p>
            <a:pPr lvl="1"/>
            <a:endParaRPr lang="en-US" sz="1600"/>
          </a:p>
          <a:p>
            <a:pPr marL="285750" indent="-285750">
              <a:buFont typeface="Arial" panose="020B0604020202020204" pitchFamily="34" charset="0"/>
              <a:buChar char="•"/>
            </a:pPr>
            <a:r>
              <a:rPr lang="en-US"/>
              <a:t>WHAT ARE THE BENEFITS OF LINE CHARTS?</a:t>
            </a:r>
          </a:p>
          <a:p>
            <a:pPr marL="742950" lvl="1" indent="-285750">
              <a:buFont typeface="Wingdings" panose="05000000000000000000" pitchFamily="2" charset="2"/>
              <a:buChar char="Ø"/>
            </a:pPr>
            <a:r>
              <a:rPr lang="en-US" sz="1600"/>
              <a:t>DATA THAT VISUALLY REPRESENTS THE RATE COMPREHENSIVELY . </a:t>
            </a:r>
          </a:p>
          <a:p>
            <a:pPr marL="742950" lvl="1" indent="-285750">
              <a:buFont typeface="Wingdings" panose="05000000000000000000" pitchFamily="2" charset="2"/>
              <a:buChar char="Ø"/>
            </a:pPr>
            <a:r>
              <a:rPr lang="en-US" sz="1600"/>
              <a:t>COMPETENT TO MAKE FUTURE’S PREDICTIONS ABOUT THE RESULTS OF DATA HAVE NOT BEEN RECORDED.</a:t>
            </a:r>
          </a:p>
          <a:p>
            <a:pPr marL="742950" lvl="1" indent="-285750">
              <a:buFont typeface="Wingdings" panose="05000000000000000000" pitchFamily="2" charset="2"/>
              <a:buChar char="Ø"/>
            </a:pPr>
            <a:endParaRPr lang="en-MY" sz="1600"/>
          </a:p>
        </p:txBody>
      </p:sp>
      <p:grpSp>
        <p:nvGrpSpPr>
          <p:cNvPr id="8" name="Google Shape;1047;p24">
            <a:extLst>
              <a:ext uri="{FF2B5EF4-FFF2-40B4-BE49-F238E27FC236}">
                <a16:creationId xmlns:a16="http://schemas.microsoft.com/office/drawing/2014/main" id="{BEAD81C3-9197-7F68-B127-73A25DF76049}"/>
              </a:ext>
            </a:extLst>
          </p:cNvPr>
          <p:cNvGrpSpPr/>
          <p:nvPr/>
        </p:nvGrpSpPr>
        <p:grpSpPr>
          <a:xfrm>
            <a:off x="8407381" y="2553568"/>
            <a:ext cx="3495800" cy="3628765"/>
            <a:chOff x="2012475" y="393272"/>
            <a:chExt cx="4440240" cy="4609126"/>
          </a:xfrm>
        </p:grpSpPr>
        <p:sp>
          <p:nvSpPr>
            <p:cNvPr id="10" name="Google Shape;1048;p24">
              <a:extLst>
                <a:ext uri="{FF2B5EF4-FFF2-40B4-BE49-F238E27FC236}">
                  <a16:creationId xmlns:a16="http://schemas.microsoft.com/office/drawing/2014/main" id="{81BBD1CB-D67F-E2F7-86FB-F11D62AC72DB}"/>
                </a:ext>
              </a:extLst>
            </p:cNvPr>
            <p:cNvSpPr/>
            <p:nvPr/>
          </p:nvSpPr>
          <p:spPr>
            <a:xfrm>
              <a:off x="4172687" y="3422228"/>
              <a:ext cx="1096154" cy="631831"/>
            </a:xfrm>
            <a:custGeom>
              <a:avLst/>
              <a:gdLst/>
              <a:ahLst/>
              <a:cxnLst/>
              <a:rect l="l" t="t" r="r" b="b"/>
              <a:pathLst>
                <a:path w="1096154" h="631831" extrusionOk="0">
                  <a:moveTo>
                    <a:pt x="581029" y="616328"/>
                  </a:moveTo>
                  <a:lnTo>
                    <a:pt x="26975" y="296853"/>
                  </a:lnTo>
                  <a:cubicBezTo>
                    <a:pt x="-13002" y="273849"/>
                    <a:pt x="-7957" y="233547"/>
                    <a:pt x="38206" y="207027"/>
                  </a:cubicBezTo>
                  <a:lnTo>
                    <a:pt x="397137" y="0"/>
                  </a:lnTo>
                  <a:lnTo>
                    <a:pt x="1096154" y="402457"/>
                  </a:lnTo>
                  <a:lnTo>
                    <a:pt x="737223" y="609484"/>
                  </a:lnTo>
                  <a:cubicBezTo>
                    <a:pt x="691155" y="636479"/>
                    <a:pt x="621386" y="639331"/>
                    <a:pt x="581029" y="616328"/>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1049;p24">
              <a:extLst>
                <a:ext uri="{FF2B5EF4-FFF2-40B4-BE49-F238E27FC236}">
                  <a16:creationId xmlns:a16="http://schemas.microsoft.com/office/drawing/2014/main" id="{2E1542EF-D858-44F0-BF19-2E2D3157DEC4}"/>
                </a:ext>
              </a:extLst>
            </p:cNvPr>
            <p:cNvSpPr/>
            <p:nvPr/>
          </p:nvSpPr>
          <p:spPr>
            <a:xfrm>
              <a:off x="4213521" y="3398464"/>
              <a:ext cx="1096058" cy="631866"/>
            </a:xfrm>
            <a:custGeom>
              <a:avLst/>
              <a:gdLst/>
              <a:ahLst/>
              <a:cxnLst/>
              <a:rect l="l" t="t" r="r" b="b"/>
              <a:pathLst>
                <a:path w="1096058" h="631866" extrusionOk="0">
                  <a:moveTo>
                    <a:pt x="581029" y="616328"/>
                  </a:moveTo>
                  <a:lnTo>
                    <a:pt x="26975" y="296853"/>
                  </a:lnTo>
                  <a:cubicBezTo>
                    <a:pt x="-13002" y="273849"/>
                    <a:pt x="-7957" y="233547"/>
                    <a:pt x="38206" y="207027"/>
                  </a:cubicBezTo>
                  <a:lnTo>
                    <a:pt x="397423" y="0"/>
                  </a:lnTo>
                  <a:lnTo>
                    <a:pt x="1096059" y="402837"/>
                  </a:lnTo>
                  <a:lnTo>
                    <a:pt x="737128" y="609864"/>
                  </a:lnTo>
                  <a:cubicBezTo>
                    <a:pt x="690774" y="636479"/>
                    <a:pt x="621005" y="639331"/>
                    <a:pt x="581029" y="616328"/>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1050;p24">
              <a:extLst>
                <a:ext uri="{FF2B5EF4-FFF2-40B4-BE49-F238E27FC236}">
                  <a16:creationId xmlns:a16="http://schemas.microsoft.com/office/drawing/2014/main" id="{27370D78-36FA-DAC6-1C98-D4E9B09EF23B}"/>
                </a:ext>
              </a:extLst>
            </p:cNvPr>
            <p:cNvSpPr/>
            <p:nvPr/>
          </p:nvSpPr>
          <p:spPr>
            <a:xfrm>
              <a:off x="5277122" y="3780200"/>
              <a:ext cx="32266" cy="21196"/>
            </a:xfrm>
            <a:custGeom>
              <a:avLst/>
              <a:gdLst/>
              <a:ahLst/>
              <a:cxnLst/>
              <a:rect l="l" t="t" r="r" b="b"/>
              <a:pathLst>
                <a:path w="32266" h="21196" extrusionOk="0">
                  <a:moveTo>
                    <a:pt x="32267" y="21197"/>
                  </a:moveTo>
                  <a:lnTo>
                    <a:pt x="32267" y="0"/>
                  </a:lnTo>
                  <a:lnTo>
                    <a:pt x="0" y="18630"/>
                  </a:lnTo>
                  <a:lnTo>
                    <a:pt x="32267" y="2119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1051;p24">
              <a:extLst>
                <a:ext uri="{FF2B5EF4-FFF2-40B4-BE49-F238E27FC236}">
                  <a16:creationId xmlns:a16="http://schemas.microsoft.com/office/drawing/2014/main" id="{A19B2AC6-B6B6-7164-C916-448583390123}"/>
                </a:ext>
              </a:extLst>
            </p:cNvPr>
            <p:cNvSpPr/>
            <p:nvPr/>
          </p:nvSpPr>
          <p:spPr>
            <a:xfrm>
              <a:off x="4213559" y="3635813"/>
              <a:ext cx="33123" cy="21387"/>
            </a:xfrm>
            <a:custGeom>
              <a:avLst/>
              <a:gdLst/>
              <a:ahLst/>
              <a:cxnLst/>
              <a:rect l="l" t="t" r="r" b="b"/>
              <a:pathLst>
                <a:path w="33123" h="21387" extrusionOk="0">
                  <a:moveTo>
                    <a:pt x="0" y="21387"/>
                  </a:moveTo>
                  <a:lnTo>
                    <a:pt x="0" y="0"/>
                  </a:lnTo>
                  <a:lnTo>
                    <a:pt x="33123" y="13688"/>
                  </a:lnTo>
                  <a:lnTo>
                    <a:pt x="0" y="21387"/>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1052;p24">
              <a:extLst>
                <a:ext uri="{FF2B5EF4-FFF2-40B4-BE49-F238E27FC236}">
                  <a16:creationId xmlns:a16="http://schemas.microsoft.com/office/drawing/2014/main" id="{C46C20F1-0317-CED4-2742-C5C0FBA4FB30}"/>
                </a:ext>
              </a:extLst>
            </p:cNvPr>
            <p:cNvSpPr/>
            <p:nvPr/>
          </p:nvSpPr>
          <p:spPr>
            <a:xfrm>
              <a:off x="4213521" y="3377363"/>
              <a:ext cx="1096058" cy="631809"/>
            </a:xfrm>
            <a:custGeom>
              <a:avLst/>
              <a:gdLst/>
              <a:ahLst/>
              <a:cxnLst/>
              <a:rect l="l" t="t" r="r" b="b"/>
              <a:pathLst>
                <a:path w="1096058" h="631809" extrusionOk="0">
                  <a:moveTo>
                    <a:pt x="581029" y="616232"/>
                  </a:moveTo>
                  <a:lnTo>
                    <a:pt x="26975" y="296853"/>
                  </a:lnTo>
                  <a:cubicBezTo>
                    <a:pt x="-13002" y="273754"/>
                    <a:pt x="-7957" y="233547"/>
                    <a:pt x="38206" y="206932"/>
                  </a:cubicBezTo>
                  <a:lnTo>
                    <a:pt x="397423" y="0"/>
                  </a:lnTo>
                  <a:lnTo>
                    <a:pt x="1096059" y="402837"/>
                  </a:lnTo>
                  <a:lnTo>
                    <a:pt x="737128" y="609769"/>
                  </a:lnTo>
                  <a:cubicBezTo>
                    <a:pt x="690774" y="636384"/>
                    <a:pt x="621005" y="639331"/>
                    <a:pt x="581029" y="616232"/>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1053;p24">
              <a:extLst>
                <a:ext uri="{FF2B5EF4-FFF2-40B4-BE49-F238E27FC236}">
                  <a16:creationId xmlns:a16="http://schemas.microsoft.com/office/drawing/2014/main" id="{09F3B5E0-4A62-2F6D-C73E-93EE335B6529}"/>
                </a:ext>
              </a:extLst>
            </p:cNvPr>
            <p:cNvSpPr/>
            <p:nvPr/>
          </p:nvSpPr>
          <p:spPr>
            <a:xfrm>
              <a:off x="4526041" y="3091821"/>
              <a:ext cx="783348" cy="688378"/>
            </a:xfrm>
            <a:custGeom>
              <a:avLst/>
              <a:gdLst/>
              <a:ahLst/>
              <a:cxnLst/>
              <a:rect l="l" t="t" r="r" b="b"/>
              <a:pathLst>
                <a:path w="783348" h="688378" extrusionOk="0">
                  <a:moveTo>
                    <a:pt x="86521" y="286492"/>
                  </a:moveTo>
                  <a:lnTo>
                    <a:pt x="0" y="0"/>
                  </a:lnTo>
                  <a:lnTo>
                    <a:pt x="706346" y="404548"/>
                  </a:lnTo>
                  <a:lnTo>
                    <a:pt x="783348" y="688378"/>
                  </a:lnTo>
                  <a:lnTo>
                    <a:pt x="86521" y="286492"/>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1054;p24">
              <a:extLst>
                <a:ext uri="{FF2B5EF4-FFF2-40B4-BE49-F238E27FC236}">
                  <a16:creationId xmlns:a16="http://schemas.microsoft.com/office/drawing/2014/main" id="{B7A325FD-22D0-2B55-C283-8878B4D14669}"/>
                </a:ext>
              </a:extLst>
            </p:cNvPr>
            <p:cNvSpPr/>
            <p:nvPr/>
          </p:nvSpPr>
          <p:spPr>
            <a:xfrm>
              <a:off x="5278931" y="3755961"/>
              <a:ext cx="30363" cy="36025"/>
            </a:xfrm>
            <a:custGeom>
              <a:avLst/>
              <a:gdLst/>
              <a:ahLst/>
              <a:cxnLst/>
              <a:rect l="l" t="t" r="r" b="b"/>
              <a:pathLst>
                <a:path w="30363" h="36025" extrusionOk="0">
                  <a:moveTo>
                    <a:pt x="9899" y="36025"/>
                  </a:moveTo>
                  <a:lnTo>
                    <a:pt x="30363" y="24239"/>
                  </a:lnTo>
                  <a:lnTo>
                    <a:pt x="0" y="0"/>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1055;p24">
              <a:extLst>
                <a:ext uri="{FF2B5EF4-FFF2-40B4-BE49-F238E27FC236}">
                  <a16:creationId xmlns:a16="http://schemas.microsoft.com/office/drawing/2014/main" id="{6A795B74-D238-4A2C-989A-AF1FDED954A9}"/>
                </a:ext>
              </a:extLst>
            </p:cNvPr>
            <p:cNvSpPr/>
            <p:nvPr/>
          </p:nvSpPr>
          <p:spPr>
            <a:xfrm>
              <a:off x="4503768" y="3102562"/>
              <a:ext cx="785061" cy="689423"/>
            </a:xfrm>
            <a:custGeom>
              <a:avLst/>
              <a:gdLst/>
              <a:ahLst/>
              <a:cxnLst/>
              <a:rect l="l" t="t" r="r" b="b"/>
              <a:pathLst>
                <a:path w="785061" h="689423" extrusionOk="0">
                  <a:moveTo>
                    <a:pt x="86425" y="286492"/>
                  </a:moveTo>
                  <a:lnTo>
                    <a:pt x="0" y="0"/>
                  </a:lnTo>
                  <a:lnTo>
                    <a:pt x="706346" y="404643"/>
                  </a:lnTo>
                  <a:lnTo>
                    <a:pt x="785061" y="689424"/>
                  </a:lnTo>
                  <a:lnTo>
                    <a:pt x="86425" y="286492"/>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056;p24">
              <a:extLst>
                <a:ext uri="{FF2B5EF4-FFF2-40B4-BE49-F238E27FC236}">
                  <a16:creationId xmlns:a16="http://schemas.microsoft.com/office/drawing/2014/main" id="{665E483E-8246-55A0-70BD-B513BB690BCE}"/>
                </a:ext>
              </a:extLst>
            </p:cNvPr>
            <p:cNvSpPr/>
            <p:nvPr/>
          </p:nvSpPr>
          <p:spPr>
            <a:xfrm>
              <a:off x="3580122" y="393272"/>
              <a:ext cx="2872593" cy="3889928"/>
            </a:xfrm>
            <a:custGeom>
              <a:avLst/>
              <a:gdLst/>
              <a:ahLst/>
              <a:cxnLst/>
              <a:rect l="l" t="t" r="r" b="b"/>
              <a:pathLst>
                <a:path w="2872593" h="3889928" extrusionOk="0">
                  <a:moveTo>
                    <a:pt x="2803111" y="3881586"/>
                  </a:moveTo>
                  <a:lnTo>
                    <a:pt x="69483" y="2305217"/>
                  </a:lnTo>
                  <a:cubicBezTo>
                    <a:pt x="31410" y="2283165"/>
                    <a:pt x="0" y="2223756"/>
                    <a:pt x="0" y="2172713"/>
                  </a:cubicBezTo>
                  <a:lnTo>
                    <a:pt x="0" y="60716"/>
                  </a:lnTo>
                  <a:cubicBezTo>
                    <a:pt x="0" y="9673"/>
                    <a:pt x="31125" y="-13806"/>
                    <a:pt x="69483" y="8342"/>
                  </a:cubicBezTo>
                  <a:lnTo>
                    <a:pt x="2803111" y="1584711"/>
                  </a:lnTo>
                  <a:cubicBezTo>
                    <a:pt x="2841183" y="1606763"/>
                    <a:pt x="2872593" y="1666077"/>
                    <a:pt x="2872593" y="1717121"/>
                  </a:cubicBezTo>
                  <a:lnTo>
                    <a:pt x="2872593" y="3829212"/>
                  </a:lnTo>
                  <a:cubicBezTo>
                    <a:pt x="2872593" y="3880256"/>
                    <a:pt x="2841469" y="3903734"/>
                    <a:pt x="2803111" y="3881586"/>
                  </a:cubicBez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6" name="Google Shape;1057;p24">
              <a:extLst>
                <a:ext uri="{FF2B5EF4-FFF2-40B4-BE49-F238E27FC236}">
                  <a16:creationId xmlns:a16="http://schemas.microsoft.com/office/drawing/2014/main" id="{E65B543A-A52F-B86E-79C7-2F6A777FA219}"/>
                </a:ext>
              </a:extLst>
            </p:cNvPr>
            <p:cNvSpPr/>
            <p:nvPr/>
          </p:nvSpPr>
          <p:spPr>
            <a:xfrm>
              <a:off x="6397319" y="4189501"/>
              <a:ext cx="30267" cy="107125"/>
            </a:xfrm>
            <a:custGeom>
              <a:avLst/>
              <a:gdLst/>
              <a:ahLst/>
              <a:cxnLst/>
              <a:rect l="l" t="t" r="r" b="b"/>
              <a:pathLst>
                <a:path w="30267" h="107125" extrusionOk="0">
                  <a:moveTo>
                    <a:pt x="0" y="107125"/>
                  </a:moveTo>
                  <a:lnTo>
                    <a:pt x="30268" y="89731"/>
                  </a:lnTo>
                  <a:lnTo>
                    <a:pt x="17228" y="0"/>
                  </a:lnTo>
                  <a:lnTo>
                    <a:pt x="0" y="107125"/>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8;p24">
              <a:extLst>
                <a:ext uri="{FF2B5EF4-FFF2-40B4-BE49-F238E27FC236}">
                  <a16:creationId xmlns:a16="http://schemas.microsoft.com/office/drawing/2014/main" id="{5C293C97-A3A9-0394-F1C5-DB8CBAB9CC27}"/>
                </a:ext>
              </a:extLst>
            </p:cNvPr>
            <p:cNvSpPr/>
            <p:nvPr/>
          </p:nvSpPr>
          <p:spPr>
            <a:xfrm>
              <a:off x="3574887" y="397432"/>
              <a:ext cx="72623" cy="31086"/>
            </a:xfrm>
            <a:custGeom>
              <a:avLst/>
              <a:gdLst/>
              <a:ahLst/>
              <a:cxnLst/>
              <a:rect l="l" t="t" r="r" b="b"/>
              <a:pathLst>
                <a:path w="72623" h="31086" extrusionOk="0">
                  <a:moveTo>
                    <a:pt x="0" y="17110"/>
                  </a:moveTo>
                  <a:lnTo>
                    <a:pt x="29792" y="0"/>
                  </a:lnTo>
                  <a:lnTo>
                    <a:pt x="72624" y="24334"/>
                  </a:lnTo>
                  <a:cubicBezTo>
                    <a:pt x="72624" y="24334"/>
                    <a:pt x="27032" y="31273"/>
                    <a:pt x="25890" y="31083"/>
                  </a:cubicBezTo>
                  <a:cubicBezTo>
                    <a:pt x="24747" y="30892"/>
                    <a:pt x="0" y="17110"/>
                    <a:pt x="0" y="17110"/>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59;p24">
              <a:extLst>
                <a:ext uri="{FF2B5EF4-FFF2-40B4-BE49-F238E27FC236}">
                  <a16:creationId xmlns:a16="http://schemas.microsoft.com/office/drawing/2014/main" id="{8DFEA9E9-EA70-8625-B119-193940AA3E6A}"/>
                </a:ext>
              </a:extLst>
            </p:cNvPr>
            <p:cNvSpPr/>
            <p:nvPr/>
          </p:nvSpPr>
          <p:spPr>
            <a:xfrm>
              <a:off x="3554709" y="407720"/>
              <a:ext cx="2872878" cy="3889928"/>
            </a:xfrm>
            <a:custGeom>
              <a:avLst/>
              <a:gdLst/>
              <a:ahLst/>
              <a:cxnLst/>
              <a:rect l="l" t="t" r="r" b="b"/>
              <a:pathLst>
                <a:path w="2872878" h="3889928" extrusionOk="0">
                  <a:moveTo>
                    <a:pt x="2803491" y="3881587"/>
                  </a:moveTo>
                  <a:lnTo>
                    <a:pt x="69388" y="2304837"/>
                  </a:lnTo>
                  <a:cubicBezTo>
                    <a:pt x="31315" y="2282785"/>
                    <a:pt x="0" y="2223471"/>
                    <a:pt x="0" y="2172332"/>
                  </a:cubicBezTo>
                  <a:lnTo>
                    <a:pt x="0" y="60716"/>
                  </a:lnTo>
                  <a:cubicBezTo>
                    <a:pt x="0" y="9673"/>
                    <a:pt x="31125" y="-13806"/>
                    <a:pt x="69388" y="8342"/>
                  </a:cubicBezTo>
                  <a:lnTo>
                    <a:pt x="2803491" y="1584711"/>
                  </a:lnTo>
                  <a:cubicBezTo>
                    <a:pt x="2841564" y="1606763"/>
                    <a:pt x="2872879" y="1666077"/>
                    <a:pt x="2872879" y="1717216"/>
                  </a:cubicBezTo>
                  <a:lnTo>
                    <a:pt x="2872879" y="3829212"/>
                  </a:lnTo>
                  <a:cubicBezTo>
                    <a:pt x="2872879" y="3880256"/>
                    <a:pt x="2841850" y="3903734"/>
                    <a:pt x="2803491" y="3881587"/>
                  </a:cubicBezTo>
                  <a:close/>
                </a:path>
              </a:pathLst>
            </a:custGeom>
            <a:solidFill>
              <a:srgbClr val="E4E7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60;p24">
              <a:extLst>
                <a:ext uri="{FF2B5EF4-FFF2-40B4-BE49-F238E27FC236}">
                  <a16:creationId xmlns:a16="http://schemas.microsoft.com/office/drawing/2014/main" id="{DF7B860E-78CC-0313-64AF-AA3DED7495B3}"/>
                </a:ext>
              </a:extLst>
            </p:cNvPr>
            <p:cNvSpPr/>
            <p:nvPr/>
          </p:nvSpPr>
          <p:spPr>
            <a:xfrm>
              <a:off x="3549854" y="410477"/>
              <a:ext cx="2872973" cy="3889886"/>
            </a:xfrm>
            <a:custGeom>
              <a:avLst/>
              <a:gdLst/>
              <a:ahLst/>
              <a:cxnLst/>
              <a:rect l="l" t="t" r="r" b="b"/>
              <a:pathLst>
                <a:path w="2872973" h="3889886" extrusionOk="0">
                  <a:moveTo>
                    <a:pt x="2803491" y="3881587"/>
                  </a:moveTo>
                  <a:lnTo>
                    <a:pt x="69483" y="2305217"/>
                  </a:lnTo>
                  <a:cubicBezTo>
                    <a:pt x="31410" y="2283070"/>
                    <a:pt x="0" y="2223756"/>
                    <a:pt x="0" y="2172713"/>
                  </a:cubicBezTo>
                  <a:lnTo>
                    <a:pt x="0" y="60716"/>
                  </a:lnTo>
                  <a:cubicBezTo>
                    <a:pt x="0" y="9673"/>
                    <a:pt x="31124" y="-13806"/>
                    <a:pt x="69483" y="8342"/>
                  </a:cubicBezTo>
                  <a:lnTo>
                    <a:pt x="2803491" y="1584711"/>
                  </a:lnTo>
                  <a:cubicBezTo>
                    <a:pt x="2841564" y="1606764"/>
                    <a:pt x="2872974" y="1666077"/>
                    <a:pt x="2872974" y="1717121"/>
                  </a:cubicBezTo>
                  <a:lnTo>
                    <a:pt x="2872974" y="3829212"/>
                  </a:lnTo>
                  <a:cubicBezTo>
                    <a:pt x="2872974" y="3879971"/>
                    <a:pt x="2841849" y="3903734"/>
                    <a:pt x="2803491" y="3881587"/>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1;p24">
              <a:extLst>
                <a:ext uri="{FF2B5EF4-FFF2-40B4-BE49-F238E27FC236}">
                  <a16:creationId xmlns:a16="http://schemas.microsoft.com/office/drawing/2014/main" id="{7562960E-04DC-2642-229B-0D5E7B1BB432}"/>
                </a:ext>
              </a:extLst>
            </p:cNvPr>
            <p:cNvSpPr/>
            <p:nvPr/>
          </p:nvSpPr>
          <p:spPr>
            <a:xfrm>
              <a:off x="3584596" y="456003"/>
              <a:ext cx="2802063" cy="3707642"/>
            </a:xfrm>
            <a:custGeom>
              <a:avLst/>
              <a:gdLst/>
              <a:ahLst/>
              <a:cxnLst/>
              <a:rect l="l" t="t" r="r" b="b"/>
              <a:pathLst>
                <a:path w="2802063" h="3707642" extrusionOk="0">
                  <a:moveTo>
                    <a:pt x="2800636" y="3707643"/>
                  </a:moveTo>
                  <a:lnTo>
                    <a:pt x="0" y="2092872"/>
                  </a:lnTo>
                  <a:lnTo>
                    <a:pt x="1428" y="23650"/>
                  </a:lnTo>
                  <a:cubicBezTo>
                    <a:pt x="1428" y="2453"/>
                    <a:pt x="16371" y="-6102"/>
                    <a:pt x="34742" y="4639"/>
                  </a:cubicBezTo>
                  <a:lnTo>
                    <a:pt x="2768750" y="1580818"/>
                  </a:lnTo>
                  <a:cubicBezTo>
                    <a:pt x="2788395" y="1593631"/>
                    <a:pt x="2800769" y="1615018"/>
                    <a:pt x="2802063" y="1638421"/>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2;p24">
              <a:extLst>
                <a:ext uri="{FF2B5EF4-FFF2-40B4-BE49-F238E27FC236}">
                  <a16:creationId xmlns:a16="http://schemas.microsoft.com/office/drawing/2014/main" id="{2AEC885B-32B4-DC04-5423-EB5BE342C748}"/>
                </a:ext>
              </a:extLst>
            </p:cNvPr>
            <p:cNvSpPr/>
            <p:nvPr/>
          </p:nvSpPr>
          <p:spPr>
            <a:xfrm>
              <a:off x="3711283" y="669187"/>
              <a:ext cx="283071" cy="477189"/>
            </a:xfrm>
            <a:custGeom>
              <a:avLst/>
              <a:gdLst/>
              <a:ahLst/>
              <a:cxnLst/>
              <a:rect l="l" t="t" r="r" b="b"/>
              <a:pathLst>
                <a:path w="283071" h="477189" extrusionOk="0">
                  <a:moveTo>
                    <a:pt x="268604" y="475462"/>
                  </a:moveTo>
                  <a:lnTo>
                    <a:pt x="14468" y="328699"/>
                  </a:lnTo>
                  <a:cubicBezTo>
                    <a:pt x="5540" y="322277"/>
                    <a:pt x="181" y="312023"/>
                    <a:pt x="0" y="301038"/>
                  </a:cubicBezTo>
                  <a:lnTo>
                    <a:pt x="0" y="12646"/>
                  </a:lnTo>
                  <a:cubicBezTo>
                    <a:pt x="0" y="2000"/>
                    <a:pt x="6472" y="-2848"/>
                    <a:pt x="14468" y="1715"/>
                  </a:cubicBezTo>
                  <a:lnTo>
                    <a:pt x="268604" y="148572"/>
                  </a:lnTo>
                  <a:cubicBezTo>
                    <a:pt x="277551" y="154933"/>
                    <a:pt x="282919" y="165172"/>
                    <a:pt x="283071" y="176138"/>
                  </a:cubicBezTo>
                  <a:lnTo>
                    <a:pt x="283071" y="464531"/>
                  </a:lnTo>
                  <a:cubicBezTo>
                    <a:pt x="283071" y="474986"/>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4" name="Google Shape;1063;p24">
              <a:extLst>
                <a:ext uri="{FF2B5EF4-FFF2-40B4-BE49-F238E27FC236}">
                  <a16:creationId xmlns:a16="http://schemas.microsoft.com/office/drawing/2014/main" id="{E48E0408-7D6E-95B5-4579-34BFDAE93AA2}"/>
                </a:ext>
              </a:extLst>
            </p:cNvPr>
            <p:cNvSpPr/>
            <p:nvPr/>
          </p:nvSpPr>
          <p:spPr>
            <a:xfrm>
              <a:off x="4063456" y="872696"/>
              <a:ext cx="283832" cy="477419"/>
            </a:xfrm>
            <a:custGeom>
              <a:avLst/>
              <a:gdLst/>
              <a:ahLst/>
              <a:cxnLst/>
              <a:rect l="l" t="t" r="r" b="b"/>
              <a:pathLst>
                <a:path w="283832" h="477419" extrusionOk="0">
                  <a:moveTo>
                    <a:pt x="269365" y="475462"/>
                  </a:moveTo>
                  <a:lnTo>
                    <a:pt x="14468" y="328509"/>
                  </a:lnTo>
                  <a:cubicBezTo>
                    <a:pt x="5540" y="322087"/>
                    <a:pt x="181" y="311833"/>
                    <a:pt x="0" y="300848"/>
                  </a:cubicBezTo>
                  <a:lnTo>
                    <a:pt x="0" y="12646"/>
                  </a:lnTo>
                  <a:cubicBezTo>
                    <a:pt x="0" y="2000"/>
                    <a:pt x="6472" y="-2848"/>
                    <a:pt x="14468" y="1715"/>
                  </a:cubicBezTo>
                  <a:lnTo>
                    <a:pt x="269080" y="148572"/>
                  </a:lnTo>
                  <a:cubicBezTo>
                    <a:pt x="278217" y="154931"/>
                    <a:pt x="283709" y="165305"/>
                    <a:pt x="283833" y="176423"/>
                  </a:cubicBezTo>
                  <a:lnTo>
                    <a:pt x="283833" y="464531"/>
                  </a:lnTo>
                  <a:cubicBezTo>
                    <a:pt x="283833" y="475177"/>
                    <a:pt x="277360" y="480595"/>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4;p24">
              <a:extLst>
                <a:ext uri="{FF2B5EF4-FFF2-40B4-BE49-F238E27FC236}">
                  <a16:creationId xmlns:a16="http://schemas.microsoft.com/office/drawing/2014/main" id="{46B08F56-3633-7057-E645-2F3F7296D586}"/>
                </a:ext>
              </a:extLst>
            </p:cNvPr>
            <p:cNvSpPr/>
            <p:nvPr/>
          </p:nvSpPr>
          <p:spPr>
            <a:xfrm>
              <a:off x="4408015" y="1071223"/>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993"/>
                  </a:lnTo>
                  <a:cubicBezTo>
                    <a:pt x="278503" y="155354"/>
                    <a:pt x="283871" y="165592"/>
                    <a:pt x="284023" y="176559"/>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6" name="Google Shape;1065;p24">
              <a:extLst>
                <a:ext uri="{FF2B5EF4-FFF2-40B4-BE49-F238E27FC236}">
                  <a16:creationId xmlns:a16="http://schemas.microsoft.com/office/drawing/2014/main" id="{0A6861C5-AD79-9C31-CBDE-0A79B6BAB7F5}"/>
                </a:ext>
              </a:extLst>
            </p:cNvPr>
            <p:cNvSpPr/>
            <p:nvPr/>
          </p:nvSpPr>
          <p:spPr>
            <a:xfrm>
              <a:off x="3711283" y="1076206"/>
              <a:ext cx="283071" cy="477216"/>
            </a:xfrm>
            <a:custGeom>
              <a:avLst/>
              <a:gdLst/>
              <a:ahLst/>
              <a:cxnLst/>
              <a:rect l="l" t="t" r="r" b="b"/>
              <a:pathLst>
                <a:path w="283071" h="477216" extrusionOk="0">
                  <a:moveTo>
                    <a:pt x="268604" y="475462"/>
                  </a:moveTo>
                  <a:lnTo>
                    <a:pt x="14468" y="328699"/>
                  </a:lnTo>
                  <a:cubicBezTo>
                    <a:pt x="5540" y="322273"/>
                    <a:pt x="181" y="312027"/>
                    <a:pt x="0" y="301038"/>
                  </a:cubicBezTo>
                  <a:lnTo>
                    <a:pt x="0" y="12646"/>
                  </a:lnTo>
                  <a:cubicBezTo>
                    <a:pt x="0" y="2000"/>
                    <a:pt x="6472" y="-2848"/>
                    <a:pt x="14468" y="1715"/>
                  </a:cubicBezTo>
                  <a:lnTo>
                    <a:pt x="268604" y="148477"/>
                  </a:lnTo>
                  <a:cubicBezTo>
                    <a:pt x="277532" y="154899"/>
                    <a:pt x="282891" y="165154"/>
                    <a:pt x="283071" y="176138"/>
                  </a:cubicBezTo>
                  <a:lnTo>
                    <a:pt x="283071" y="464531"/>
                  </a:lnTo>
                  <a:cubicBezTo>
                    <a:pt x="283071" y="475177"/>
                    <a:pt x="276599" y="480119"/>
                    <a:pt x="268604"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7" name="Google Shape;1066;p24">
              <a:extLst>
                <a:ext uri="{FF2B5EF4-FFF2-40B4-BE49-F238E27FC236}">
                  <a16:creationId xmlns:a16="http://schemas.microsoft.com/office/drawing/2014/main" id="{7792CA2E-0AC0-9868-73EE-0D9A6FB4D58C}"/>
                </a:ext>
              </a:extLst>
            </p:cNvPr>
            <p:cNvSpPr/>
            <p:nvPr/>
          </p:nvSpPr>
          <p:spPr>
            <a:xfrm>
              <a:off x="4063456" y="1279716"/>
              <a:ext cx="283556" cy="477216"/>
            </a:xfrm>
            <a:custGeom>
              <a:avLst/>
              <a:gdLst/>
              <a:ahLst/>
              <a:cxnLst/>
              <a:rect l="l" t="t" r="r" b="b"/>
              <a:pathLst>
                <a:path w="283556" h="477216" extrusionOk="0">
                  <a:moveTo>
                    <a:pt x="269365" y="475462"/>
                  </a:moveTo>
                  <a:lnTo>
                    <a:pt x="14468" y="328699"/>
                  </a:lnTo>
                  <a:cubicBezTo>
                    <a:pt x="5540" y="322273"/>
                    <a:pt x="181" y="312027"/>
                    <a:pt x="0" y="301038"/>
                  </a:cubicBezTo>
                  <a:lnTo>
                    <a:pt x="0" y="12646"/>
                  </a:lnTo>
                  <a:cubicBezTo>
                    <a:pt x="0" y="2000"/>
                    <a:pt x="6472" y="-2848"/>
                    <a:pt x="14468" y="1715"/>
                  </a:cubicBezTo>
                  <a:lnTo>
                    <a:pt x="269080" y="148477"/>
                  </a:lnTo>
                  <a:cubicBezTo>
                    <a:pt x="278008" y="154903"/>
                    <a:pt x="283366" y="165150"/>
                    <a:pt x="283547" y="176138"/>
                  </a:cubicBezTo>
                  <a:lnTo>
                    <a:pt x="283547" y="464531"/>
                  </a:lnTo>
                  <a:cubicBezTo>
                    <a:pt x="283833" y="475177"/>
                    <a:pt x="277360" y="480119"/>
                    <a:pt x="269365" y="47546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7;p24">
              <a:extLst>
                <a:ext uri="{FF2B5EF4-FFF2-40B4-BE49-F238E27FC236}">
                  <a16:creationId xmlns:a16="http://schemas.microsoft.com/office/drawing/2014/main" id="{E6D2AF8E-6D8A-23AC-80BE-A5D037DA0AA6}"/>
                </a:ext>
              </a:extLst>
            </p:cNvPr>
            <p:cNvSpPr/>
            <p:nvPr/>
          </p:nvSpPr>
          <p:spPr>
            <a:xfrm>
              <a:off x="4098484" y="1260570"/>
              <a:ext cx="283570" cy="477216"/>
            </a:xfrm>
            <a:custGeom>
              <a:avLst/>
              <a:gdLst/>
              <a:ahLst/>
              <a:cxnLst/>
              <a:rect l="l" t="t" r="r" b="b"/>
              <a:pathLst>
                <a:path w="283570" h="477216" extrusionOk="0">
                  <a:moveTo>
                    <a:pt x="269079" y="475502"/>
                  </a:moveTo>
                  <a:lnTo>
                    <a:pt x="14468" y="328644"/>
                  </a:lnTo>
                  <a:cubicBezTo>
                    <a:pt x="5521" y="322285"/>
                    <a:pt x="152" y="312048"/>
                    <a:pt x="0" y="301079"/>
                  </a:cubicBezTo>
                  <a:lnTo>
                    <a:pt x="0" y="12686"/>
                  </a:lnTo>
                  <a:cubicBezTo>
                    <a:pt x="0" y="2040"/>
                    <a:pt x="6472" y="-2903"/>
                    <a:pt x="14468" y="1755"/>
                  </a:cubicBezTo>
                  <a:lnTo>
                    <a:pt x="269079" y="148518"/>
                  </a:lnTo>
                  <a:cubicBezTo>
                    <a:pt x="278008" y="154943"/>
                    <a:pt x="283366" y="165190"/>
                    <a:pt x="283547" y="176178"/>
                  </a:cubicBezTo>
                  <a:lnTo>
                    <a:pt x="283547" y="464571"/>
                  </a:lnTo>
                  <a:cubicBezTo>
                    <a:pt x="284023" y="475217"/>
                    <a:pt x="277075" y="480065"/>
                    <a:pt x="269079" y="47550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8;p24">
              <a:extLst>
                <a:ext uri="{FF2B5EF4-FFF2-40B4-BE49-F238E27FC236}">
                  <a16:creationId xmlns:a16="http://schemas.microsoft.com/office/drawing/2014/main" id="{39DF8387-DE13-A7CA-EA56-ED391F10345E}"/>
                </a:ext>
              </a:extLst>
            </p:cNvPr>
            <p:cNvSpPr/>
            <p:nvPr/>
          </p:nvSpPr>
          <p:spPr>
            <a:xfrm>
              <a:off x="4408015" y="1478241"/>
              <a:ext cx="284023" cy="477161"/>
            </a:xfrm>
            <a:custGeom>
              <a:avLst/>
              <a:gdLst/>
              <a:ahLst/>
              <a:cxnLst/>
              <a:rect l="l" t="t" r="r" b="b"/>
              <a:pathLst>
                <a:path w="284023" h="477161" extrusionOk="0">
                  <a:moveTo>
                    <a:pt x="269556" y="475409"/>
                  </a:moveTo>
                  <a:lnTo>
                    <a:pt x="14468" y="328646"/>
                  </a:lnTo>
                  <a:cubicBezTo>
                    <a:pt x="5521" y="322287"/>
                    <a:pt x="152" y="312050"/>
                    <a:pt x="0" y="301080"/>
                  </a:cubicBezTo>
                  <a:lnTo>
                    <a:pt x="0" y="12593"/>
                  </a:lnTo>
                  <a:cubicBezTo>
                    <a:pt x="0" y="2042"/>
                    <a:pt x="6472" y="-2901"/>
                    <a:pt x="14468" y="1757"/>
                  </a:cubicBezTo>
                  <a:lnTo>
                    <a:pt x="269556" y="148519"/>
                  </a:lnTo>
                  <a:cubicBezTo>
                    <a:pt x="278503" y="154878"/>
                    <a:pt x="283871" y="165116"/>
                    <a:pt x="284023" y="176085"/>
                  </a:cubicBezTo>
                  <a:lnTo>
                    <a:pt x="284023" y="464382"/>
                  </a:lnTo>
                  <a:cubicBezTo>
                    <a:pt x="283547" y="475124"/>
                    <a:pt x="277075" y="480066"/>
                    <a:pt x="269556"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69;p24">
              <a:extLst>
                <a:ext uri="{FF2B5EF4-FFF2-40B4-BE49-F238E27FC236}">
                  <a16:creationId xmlns:a16="http://schemas.microsoft.com/office/drawing/2014/main" id="{378EACCF-514C-6A06-ABE5-A48FA9DC3BB4}"/>
                </a:ext>
              </a:extLst>
            </p:cNvPr>
            <p:cNvSpPr/>
            <p:nvPr/>
          </p:nvSpPr>
          <p:spPr>
            <a:xfrm>
              <a:off x="3711283" y="1491834"/>
              <a:ext cx="283071" cy="477165"/>
            </a:xfrm>
            <a:custGeom>
              <a:avLst/>
              <a:gdLst/>
              <a:ahLst/>
              <a:cxnLst/>
              <a:rect l="l" t="t" r="r" b="b"/>
              <a:pathLst>
                <a:path w="283071" h="477165" extrusionOk="0">
                  <a:moveTo>
                    <a:pt x="268604" y="475409"/>
                  </a:moveTo>
                  <a:lnTo>
                    <a:pt x="14468" y="328646"/>
                  </a:lnTo>
                  <a:cubicBezTo>
                    <a:pt x="5521" y="322287"/>
                    <a:pt x="152" y="312050"/>
                    <a:pt x="0" y="301080"/>
                  </a:cubicBezTo>
                  <a:lnTo>
                    <a:pt x="0" y="12593"/>
                  </a:lnTo>
                  <a:cubicBezTo>
                    <a:pt x="0" y="2042"/>
                    <a:pt x="6472" y="-2901"/>
                    <a:pt x="14468" y="1757"/>
                  </a:cubicBezTo>
                  <a:lnTo>
                    <a:pt x="268604" y="148519"/>
                  </a:lnTo>
                  <a:cubicBezTo>
                    <a:pt x="277551" y="154878"/>
                    <a:pt x="282919" y="165116"/>
                    <a:pt x="283071" y="176085"/>
                  </a:cubicBezTo>
                  <a:lnTo>
                    <a:pt x="283071" y="464573"/>
                  </a:lnTo>
                  <a:cubicBezTo>
                    <a:pt x="283071" y="475123"/>
                    <a:pt x="276599" y="480066"/>
                    <a:pt x="268604"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70;p24">
              <a:extLst>
                <a:ext uri="{FF2B5EF4-FFF2-40B4-BE49-F238E27FC236}">
                  <a16:creationId xmlns:a16="http://schemas.microsoft.com/office/drawing/2014/main" id="{730D33D5-B1FB-CDD6-5470-3A23D7546A30}"/>
                </a:ext>
              </a:extLst>
            </p:cNvPr>
            <p:cNvSpPr/>
            <p:nvPr/>
          </p:nvSpPr>
          <p:spPr>
            <a:xfrm>
              <a:off x="3711283" y="1946286"/>
              <a:ext cx="980755" cy="657383"/>
            </a:xfrm>
            <a:custGeom>
              <a:avLst/>
              <a:gdLst/>
              <a:ahLst/>
              <a:cxnLst/>
              <a:rect l="l" t="t" r="r" b="b"/>
              <a:pathLst>
                <a:path w="980755" h="657383" extrusionOk="0">
                  <a:moveTo>
                    <a:pt x="966288" y="655629"/>
                  </a:moveTo>
                  <a:lnTo>
                    <a:pt x="14468" y="106884"/>
                  </a:lnTo>
                  <a:cubicBezTo>
                    <a:pt x="5540" y="100458"/>
                    <a:pt x="181" y="90212"/>
                    <a:pt x="0" y="79224"/>
                  </a:cubicBezTo>
                  <a:lnTo>
                    <a:pt x="0" y="12686"/>
                  </a:lnTo>
                  <a:cubicBezTo>
                    <a:pt x="0" y="2040"/>
                    <a:pt x="6472" y="-2903"/>
                    <a:pt x="14468" y="1755"/>
                  </a:cubicBezTo>
                  <a:lnTo>
                    <a:pt x="966288" y="550594"/>
                  </a:lnTo>
                  <a:cubicBezTo>
                    <a:pt x="975235" y="556954"/>
                    <a:pt x="980603" y="567191"/>
                    <a:pt x="980755" y="578160"/>
                  </a:cubicBezTo>
                  <a:lnTo>
                    <a:pt x="980755" y="644698"/>
                  </a:lnTo>
                  <a:cubicBezTo>
                    <a:pt x="980280" y="655344"/>
                    <a:pt x="973807" y="660286"/>
                    <a:pt x="966288" y="65562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2" name="Google Shape;1071;p24">
              <a:extLst>
                <a:ext uri="{FF2B5EF4-FFF2-40B4-BE49-F238E27FC236}">
                  <a16:creationId xmlns:a16="http://schemas.microsoft.com/office/drawing/2014/main" id="{24BF66C9-3891-2589-AFDF-11C008B1BCF7}"/>
                </a:ext>
              </a:extLst>
            </p:cNvPr>
            <p:cNvSpPr/>
            <p:nvPr/>
          </p:nvSpPr>
          <p:spPr>
            <a:xfrm>
              <a:off x="3715090" y="2139055"/>
              <a:ext cx="732044" cy="480371"/>
            </a:xfrm>
            <a:custGeom>
              <a:avLst/>
              <a:gdLst/>
              <a:ahLst/>
              <a:cxnLst/>
              <a:rect l="l" t="t" r="r" b="b"/>
              <a:pathLst>
                <a:path w="732044" h="480371" extrusionOk="0">
                  <a:moveTo>
                    <a:pt x="717577" y="478449"/>
                  </a:moveTo>
                  <a:lnTo>
                    <a:pt x="14468" y="73425"/>
                  </a:lnTo>
                  <a:cubicBezTo>
                    <a:pt x="5521" y="67066"/>
                    <a:pt x="152" y="56829"/>
                    <a:pt x="0" y="45860"/>
                  </a:cubicBezTo>
                  <a:lnTo>
                    <a:pt x="0" y="12686"/>
                  </a:lnTo>
                  <a:cubicBezTo>
                    <a:pt x="0" y="2040"/>
                    <a:pt x="6472" y="-2903"/>
                    <a:pt x="14468" y="1755"/>
                  </a:cubicBezTo>
                  <a:lnTo>
                    <a:pt x="717577" y="407064"/>
                  </a:lnTo>
                  <a:cubicBezTo>
                    <a:pt x="726505" y="413489"/>
                    <a:pt x="731864" y="423736"/>
                    <a:pt x="732045" y="434724"/>
                  </a:cubicBezTo>
                  <a:lnTo>
                    <a:pt x="732045" y="467708"/>
                  </a:lnTo>
                  <a:cubicBezTo>
                    <a:pt x="732045" y="478449"/>
                    <a:pt x="725572" y="483392"/>
                    <a:pt x="717577" y="47844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3" name="Google Shape;1072;p24">
              <a:extLst>
                <a:ext uri="{FF2B5EF4-FFF2-40B4-BE49-F238E27FC236}">
                  <a16:creationId xmlns:a16="http://schemas.microsoft.com/office/drawing/2014/main" id="{62749BA5-5634-69B3-5B4E-90517B2DEE8A}"/>
                </a:ext>
              </a:extLst>
            </p:cNvPr>
            <p:cNvSpPr/>
            <p:nvPr/>
          </p:nvSpPr>
          <p:spPr>
            <a:xfrm>
              <a:off x="3715090" y="2264376"/>
              <a:ext cx="732044" cy="480312"/>
            </a:xfrm>
            <a:custGeom>
              <a:avLst/>
              <a:gdLst/>
              <a:ahLst/>
              <a:cxnLst/>
              <a:rect l="l" t="t" r="r" b="b"/>
              <a:pathLst>
                <a:path w="732044" h="480312" extrusionOk="0">
                  <a:moveTo>
                    <a:pt x="717577" y="478598"/>
                  </a:moveTo>
                  <a:lnTo>
                    <a:pt x="14468" y="73195"/>
                  </a:lnTo>
                  <a:cubicBezTo>
                    <a:pt x="5521" y="66836"/>
                    <a:pt x="152" y="56599"/>
                    <a:pt x="0" y="45629"/>
                  </a:cubicBezTo>
                  <a:lnTo>
                    <a:pt x="0" y="12646"/>
                  </a:lnTo>
                  <a:cubicBezTo>
                    <a:pt x="0" y="2000"/>
                    <a:pt x="6472" y="-2848"/>
                    <a:pt x="14468" y="1715"/>
                  </a:cubicBezTo>
                  <a:lnTo>
                    <a:pt x="717577" y="407023"/>
                  </a:lnTo>
                  <a:cubicBezTo>
                    <a:pt x="726505" y="413449"/>
                    <a:pt x="731864" y="423696"/>
                    <a:pt x="732045" y="434684"/>
                  </a:cubicBezTo>
                  <a:lnTo>
                    <a:pt x="732045" y="467667"/>
                  </a:lnTo>
                  <a:cubicBezTo>
                    <a:pt x="732045" y="478313"/>
                    <a:pt x="725572" y="483161"/>
                    <a:pt x="717577" y="4785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3;p24">
              <a:extLst>
                <a:ext uri="{FF2B5EF4-FFF2-40B4-BE49-F238E27FC236}">
                  <a16:creationId xmlns:a16="http://schemas.microsoft.com/office/drawing/2014/main" id="{8AE96269-6260-4F7E-B6E1-E24B774E96EA}"/>
                </a:ext>
              </a:extLst>
            </p:cNvPr>
            <p:cNvSpPr/>
            <p:nvPr/>
          </p:nvSpPr>
          <p:spPr>
            <a:xfrm>
              <a:off x="3715090" y="2389467"/>
              <a:ext cx="599361" cy="403889"/>
            </a:xfrm>
            <a:custGeom>
              <a:avLst/>
              <a:gdLst/>
              <a:ahLst/>
              <a:cxnLst/>
              <a:rect l="l" t="t" r="r" b="b"/>
              <a:pathLst>
                <a:path w="599361" h="403889" extrusionOk="0">
                  <a:moveTo>
                    <a:pt x="584893" y="402175"/>
                  </a:moveTo>
                  <a:lnTo>
                    <a:pt x="14468" y="73195"/>
                  </a:lnTo>
                  <a:cubicBezTo>
                    <a:pt x="5521" y="66836"/>
                    <a:pt x="152" y="56599"/>
                    <a:pt x="0" y="45629"/>
                  </a:cubicBezTo>
                  <a:lnTo>
                    <a:pt x="0" y="12646"/>
                  </a:lnTo>
                  <a:cubicBezTo>
                    <a:pt x="0" y="2000"/>
                    <a:pt x="6472" y="-2848"/>
                    <a:pt x="14468" y="1715"/>
                  </a:cubicBezTo>
                  <a:lnTo>
                    <a:pt x="584893" y="330600"/>
                  </a:lnTo>
                  <a:cubicBezTo>
                    <a:pt x="593822" y="337026"/>
                    <a:pt x="599180" y="347272"/>
                    <a:pt x="599361" y="358261"/>
                  </a:cubicBezTo>
                  <a:lnTo>
                    <a:pt x="599361" y="391244"/>
                  </a:lnTo>
                  <a:cubicBezTo>
                    <a:pt x="599361" y="401890"/>
                    <a:pt x="592889" y="406738"/>
                    <a:pt x="584893" y="402175"/>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4;p24">
              <a:extLst>
                <a:ext uri="{FF2B5EF4-FFF2-40B4-BE49-F238E27FC236}">
                  <a16:creationId xmlns:a16="http://schemas.microsoft.com/office/drawing/2014/main" id="{E0CDE917-3093-9E25-0387-8CC07AE42535}"/>
                </a:ext>
              </a:extLst>
            </p:cNvPr>
            <p:cNvSpPr/>
            <p:nvPr/>
          </p:nvSpPr>
          <p:spPr>
            <a:xfrm>
              <a:off x="4855752" y="2612272"/>
              <a:ext cx="1403078" cy="900663"/>
            </a:xfrm>
            <a:custGeom>
              <a:avLst/>
              <a:gdLst/>
              <a:ahLst/>
              <a:cxnLst/>
              <a:rect l="l" t="t" r="r" b="b"/>
              <a:pathLst>
                <a:path w="1403078" h="900663" extrusionOk="0">
                  <a:moveTo>
                    <a:pt x="1388610" y="898735"/>
                  </a:moveTo>
                  <a:lnTo>
                    <a:pt x="14468" y="106749"/>
                  </a:lnTo>
                  <a:cubicBezTo>
                    <a:pt x="5520" y="100390"/>
                    <a:pt x="152" y="90152"/>
                    <a:pt x="0" y="79183"/>
                  </a:cubicBezTo>
                  <a:lnTo>
                    <a:pt x="0" y="12646"/>
                  </a:lnTo>
                  <a:cubicBezTo>
                    <a:pt x="0" y="2000"/>
                    <a:pt x="6472" y="-2848"/>
                    <a:pt x="14468" y="1715"/>
                  </a:cubicBezTo>
                  <a:lnTo>
                    <a:pt x="1388610" y="794177"/>
                  </a:lnTo>
                  <a:cubicBezTo>
                    <a:pt x="1397557" y="800536"/>
                    <a:pt x="1402926" y="810773"/>
                    <a:pt x="1403078" y="821742"/>
                  </a:cubicBezTo>
                  <a:lnTo>
                    <a:pt x="1403078" y="888280"/>
                  </a:lnTo>
                  <a:cubicBezTo>
                    <a:pt x="1403078" y="898735"/>
                    <a:pt x="1396606" y="903678"/>
                    <a:pt x="1388610" y="898735"/>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5;p24">
              <a:extLst>
                <a:ext uri="{FF2B5EF4-FFF2-40B4-BE49-F238E27FC236}">
                  <a16:creationId xmlns:a16="http://schemas.microsoft.com/office/drawing/2014/main" id="{A62082D8-B2FB-2DCE-73BB-CD246274B8B9}"/>
                </a:ext>
              </a:extLst>
            </p:cNvPr>
            <p:cNvSpPr/>
            <p:nvPr/>
          </p:nvSpPr>
          <p:spPr>
            <a:xfrm>
              <a:off x="4860130" y="2805136"/>
              <a:ext cx="1263255" cy="786670"/>
            </a:xfrm>
            <a:custGeom>
              <a:avLst/>
              <a:gdLst/>
              <a:ahLst/>
              <a:cxnLst/>
              <a:rect l="l" t="t" r="r" b="b"/>
              <a:pathLst>
                <a:path w="1263255" h="786670" extrusionOk="0">
                  <a:moveTo>
                    <a:pt x="1248788" y="784956"/>
                  </a:moveTo>
                  <a:lnTo>
                    <a:pt x="14468" y="73195"/>
                  </a:lnTo>
                  <a:cubicBezTo>
                    <a:pt x="5521" y="66836"/>
                    <a:pt x="152" y="56599"/>
                    <a:pt x="0" y="45629"/>
                  </a:cubicBezTo>
                  <a:lnTo>
                    <a:pt x="0" y="12646"/>
                  </a:lnTo>
                  <a:cubicBezTo>
                    <a:pt x="0" y="2000"/>
                    <a:pt x="6472" y="-2848"/>
                    <a:pt x="14468" y="1715"/>
                  </a:cubicBezTo>
                  <a:lnTo>
                    <a:pt x="1248788" y="713381"/>
                  </a:lnTo>
                  <a:cubicBezTo>
                    <a:pt x="1257716" y="719807"/>
                    <a:pt x="1263075" y="730053"/>
                    <a:pt x="1263256" y="741042"/>
                  </a:cubicBezTo>
                  <a:lnTo>
                    <a:pt x="1263256" y="774025"/>
                  </a:lnTo>
                  <a:cubicBezTo>
                    <a:pt x="1263256" y="784671"/>
                    <a:pt x="1256783" y="78951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7" name="Google Shape;1076;p24">
              <a:extLst>
                <a:ext uri="{FF2B5EF4-FFF2-40B4-BE49-F238E27FC236}">
                  <a16:creationId xmlns:a16="http://schemas.microsoft.com/office/drawing/2014/main" id="{FB353129-884B-8705-C99A-578CA335C3F4}"/>
                </a:ext>
              </a:extLst>
            </p:cNvPr>
            <p:cNvSpPr/>
            <p:nvPr/>
          </p:nvSpPr>
          <p:spPr>
            <a:xfrm>
              <a:off x="4860130" y="2930227"/>
              <a:ext cx="1263255" cy="786839"/>
            </a:xfrm>
            <a:custGeom>
              <a:avLst/>
              <a:gdLst/>
              <a:ahLst/>
              <a:cxnLst/>
              <a:rect l="l" t="t" r="r" b="b"/>
              <a:pathLst>
                <a:path w="1263255" h="786839" extrusionOk="0">
                  <a:moveTo>
                    <a:pt x="1248788" y="784956"/>
                  </a:moveTo>
                  <a:lnTo>
                    <a:pt x="14468" y="73290"/>
                  </a:lnTo>
                  <a:cubicBezTo>
                    <a:pt x="5540" y="66864"/>
                    <a:pt x="181" y="56617"/>
                    <a:pt x="0" y="45629"/>
                  </a:cubicBezTo>
                  <a:lnTo>
                    <a:pt x="0" y="12646"/>
                  </a:lnTo>
                  <a:cubicBezTo>
                    <a:pt x="0" y="2000"/>
                    <a:pt x="6472" y="-2848"/>
                    <a:pt x="14468" y="1714"/>
                  </a:cubicBezTo>
                  <a:lnTo>
                    <a:pt x="1248788" y="713856"/>
                  </a:lnTo>
                  <a:cubicBezTo>
                    <a:pt x="1257735" y="720215"/>
                    <a:pt x="1263104" y="730453"/>
                    <a:pt x="1263256" y="741422"/>
                  </a:cubicBezTo>
                  <a:lnTo>
                    <a:pt x="1263256" y="774405"/>
                  </a:lnTo>
                  <a:cubicBezTo>
                    <a:pt x="1263256" y="784671"/>
                    <a:pt x="1256783" y="789899"/>
                    <a:pt x="1248788" y="784956"/>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8" name="Google Shape;1077;p24">
              <a:extLst>
                <a:ext uri="{FF2B5EF4-FFF2-40B4-BE49-F238E27FC236}">
                  <a16:creationId xmlns:a16="http://schemas.microsoft.com/office/drawing/2014/main" id="{B69CD6EC-CC51-3439-7578-C80B70B67929}"/>
                </a:ext>
              </a:extLst>
            </p:cNvPr>
            <p:cNvSpPr/>
            <p:nvPr/>
          </p:nvSpPr>
          <p:spPr>
            <a:xfrm>
              <a:off x="4860130" y="3055222"/>
              <a:ext cx="1034438" cy="654829"/>
            </a:xfrm>
            <a:custGeom>
              <a:avLst/>
              <a:gdLst/>
              <a:ahLst/>
              <a:cxnLst/>
              <a:rect l="l" t="t" r="r" b="b"/>
              <a:pathLst>
                <a:path w="1034438" h="654829" extrusionOk="0">
                  <a:moveTo>
                    <a:pt x="1019971" y="653117"/>
                  </a:moveTo>
                  <a:lnTo>
                    <a:pt x="14468" y="73290"/>
                  </a:lnTo>
                  <a:cubicBezTo>
                    <a:pt x="5540" y="66864"/>
                    <a:pt x="181" y="56618"/>
                    <a:pt x="0" y="45629"/>
                  </a:cubicBezTo>
                  <a:lnTo>
                    <a:pt x="0" y="12646"/>
                  </a:lnTo>
                  <a:cubicBezTo>
                    <a:pt x="0" y="2000"/>
                    <a:pt x="6472" y="-2848"/>
                    <a:pt x="14468" y="1715"/>
                  </a:cubicBezTo>
                  <a:lnTo>
                    <a:pt x="1019971" y="581542"/>
                  </a:lnTo>
                  <a:cubicBezTo>
                    <a:pt x="1028880" y="587929"/>
                    <a:pt x="1034248" y="598157"/>
                    <a:pt x="1034438" y="609107"/>
                  </a:cubicBezTo>
                  <a:lnTo>
                    <a:pt x="1034438" y="642091"/>
                  </a:lnTo>
                  <a:cubicBezTo>
                    <a:pt x="1034438" y="652832"/>
                    <a:pt x="1027871" y="657679"/>
                    <a:pt x="1019971" y="65311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8;p24">
              <a:extLst>
                <a:ext uri="{FF2B5EF4-FFF2-40B4-BE49-F238E27FC236}">
                  <a16:creationId xmlns:a16="http://schemas.microsoft.com/office/drawing/2014/main" id="{578F37F2-339C-80B7-7A0B-3659F1B467AB}"/>
                </a:ext>
              </a:extLst>
            </p:cNvPr>
            <p:cNvSpPr/>
            <p:nvPr/>
          </p:nvSpPr>
          <p:spPr>
            <a:xfrm>
              <a:off x="4063456" y="1695343"/>
              <a:ext cx="283556" cy="477207"/>
            </a:xfrm>
            <a:custGeom>
              <a:avLst/>
              <a:gdLst/>
              <a:ahLst/>
              <a:cxnLst/>
              <a:rect l="l" t="t" r="r" b="b"/>
              <a:pathLst>
                <a:path w="283556" h="477207" extrusionOk="0">
                  <a:moveTo>
                    <a:pt x="269365" y="475409"/>
                  </a:moveTo>
                  <a:lnTo>
                    <a:pt x="14468" y="328646"/>
                  </a:lnTo>
                  <a:cubicBezTo>
                    <a:pt x="5521" y="322287"/>
                    <a:pt x="152" y="312050"/>
                    <a:pt x="0" y="301080"/>
                  </a:cubicBezTo>
                  <a:lnTo>
                    <a:pt x="0" y="12593"/>
                  </a:lnTo>
                  <a:cubicBezTo>
                    <a:pt x="0" y="2042"/>
                    <a:pt x="6472" y="-2901"/>
                    <a:pt x="14468" y="1757"/>
                  </a:cubicBezTo>
                  <a:lnTo>
                    <a:pt x="269080" y="148519"/>
                  </a:lnTo>
                  <a:cubicBezTo>
                    <a:pt x="278027" y="154878"/>
                    <a:pt x="283395" y="165116"/>
                    <a:pt x="283547" y="176085"/>
                  </a:cubicBezTo>
                  <a:lnTo>
                    <a:pt x="283547" y="464573"/>
                  </a:lnTo>
                  <a:cubicBezTo>
                    <a:pt x="283833" y="475409"/>
                    <a:pt x="277360" y="480066"/>
                    <a:pt x="269365" y="47540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0" name="Google Shape;1079;p24">
              <a:extLst>
                <a:ext uri="{FF2B5EF4-FFF2-40B4-BE49-F238E27FC236}">
                  <a16:creationId xmlns:a16="http://schemas.microsoft.com/office/drawing/2014/main" id="{5DA9A8A6-D6B4-9460-F303-F9BA4A2E69FC}"/>
                </a:ext>
              </a:extLst>
            </p:cNvPr>
            <p:cNvSpPr/>
            <p:nvPr/>
          </p:nvSpPr>
          <p:spPr>
            <a:xfrm>
              <a:off x="4408015" y="1893817"/>
              <a:ext cx="284023" cy="477216"/>
            </a:xfrm>
            <a:custGeom>
              <a:avLst/>
              <a:gdLst/>
              <a:ahLst/>
              <a:cxnLst/>
              <a:rect l="l" t="t" r="r" b="b"/>
              <a:pathLst>
                <a:path w="284023" h="477216" extrusionOk="0">
                  <a:moveTo>
                    <a:pt x="269556" y="475502"/>
                  </a:moveTo>
                  <a:lnTo>
                    <a:pt x="14468" y="328644"/>
                  </a:lnTo>
                  <a:cubicBezTo>
                    <a:pt x="5521" y="322285"/>
                    <a:pt x="152" y="312048"/>
                    <a:pt x="0" y="301079"/>
                  </a:cubicBezTo>
                  <a:lnTo>
                    <a:pt x="0" y="12686"/>
                  </a:lnTo>
                  <a:cubicBezTo>
                    <a:pt x="0" y="2040"/>
                    <a:pt x="6472" y="-2903"/>
                    <a:pt x="14468" y="1755"/>
                  </a:cubicBezTo>
                  <a:lnTo>
                    <a:pt x="269556" y="148518"/>
                  </a:lnTo>
                  <a:cubicBezTo>
                    <a:pt x="278484" y="154943"/>
                    <a:pt x="283842" y="165190"/>
                    <a:pt x="284023" y="176178"/>
                  </a:cubicBezTo>
                  <a:lnTo>
                    <a:pt x="284023" y="464571"/>
                  </a:lnTo>
                  <a:cubicBezTo>
                    <a:pt x="283547" y="475217"/>
                    <a:pt x="277075" y="480065"/>
                    <a:pt x="269556" y="475502"/>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1" name="Google Shape;1080;p24">
              <a:extLst>
                <a:ext uri="{FF2B5EF4-FFF2-40B4-BE49-F238E27FC236}">
                  <a16:creationId xmlns:a16="http://schemas.microsoft.com/office/drawing/2014/main" id="{6857B157-DEEA-A2EB-9271-2DEF3C2C6CB5}"/>
                </a:ext>
              </a:extLst>
            </p:cNvPr>
            <p:cNvSpPr/>
            <p:nvPr/>
          </p:nvSpPr>
          <p:spPr>
            <a:xfrm>
              <a:off x="4855752" y="1988490"/>
              <a:ext cx="1403078" cy="1286379"/>
            </a:xfrm>
            <a:custGeom>
              <a:avLst/>
              <a:gdLst/>
              <a:ahLst/>
              <a:cxnLst/>
              <a:rect l="l" t="t" r="r" b="b"/>
              <a:pathLst>
                <a:path w="1403078" h="1286379" extrusionOk="0">
                  <a:moveTo>
                    <a:pt x="1388610" y="1284884"/>
                  </a:moveTo>
                  <a:lnTo>
                    <a:pt x="14468" y="492137"/>
                  </a:lnTo>
                  <a:cubicBezTo>
                    <a:pt x="5520" y="485777"/>
                    <a:pt x="152" y="475540"/>
                    <a:pt x="0" y="464571"/>
                  </a:cubicBezTo>
                  <a:lnTo>
                    <a:pt x="0" y="12686"/>
                  </a:lnTo>
                  <a:cubicBezTo>
                    <a:pt x="0" y="2040"/>
                    <a:pt x="6472" y="-2903"/>
                    <a:pt x="14468" y="1755"/>
                  </a:cubicBezTo>
                  <a:lnTo>
                    <a:pt x="1388610" y="794027"/>
                  </a:lnTo>
                  <a:cubicBezTo>
                    <a:pt x="1397539" y="800452"/>
                    <a:pt x="1402897" y="810699"/>
                    <a:pt x="1403078" y="821687"/>
                  </a:cubicBezTo>
                  <a:lnTo>
                    <a:pt x="1403078" y="1273572"/>
                  </a:lnTo>
                  <a:cubicBezTo>
                    <a:pt x="1403078" y="1284218"/>
                    <a:pt x="1396606" y="1289066"/>
                    <a:pt x="1388610" y="12848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1;p24">
              <a:extLst>
                <a:ext uri="{FF2B5EF4-FFF2-40B4-BE49-F238E27FC236}">
                  <a16:creationId xmlns:a16="http://schemas.microsoft.com/office/drawing/2014/main" id="{34DFC8B6-97F1-B5EA-FB62-9EBF63FB7163}"/>
                </a:ext>
              </a:extLst>
            </p:cNvPr>
            <p:cNvSpPr/>
            <p:nvPr/>
          </p:nvSpPr>
          <p:spPr>
            <a:xfrm>
              <a:off x="4846614" y="1414848"/>
              <a:ext cx="423274" cy="545612"/>
            </a:xfrm>
            <a:custGeom>
              <a:avLst/>
              <a:gdLst/>
              <a:ahLst/>
              <a:cxnLst/>
              <a:rect l="l" t="t" r="r" b="b"/>
              <a:pathLst>
                <a:path w="423274" h="545612" extrusionOk="0">
                  <a:moveTo>
                    <a:pt x="211685" y="516844"/>
                  </a:moveTo>
                  <a:cubicBezTo>
                    <a:pt x="94991" y="449546"/>
                    <a:pt x="0" y="285389"/>
                    <a:pt x="0" y="150793"/>
                  </a:cubicBezTo>
                  <a:cubicBezTo>
                    <a:pt x="0" y="16197"/>
                    <a:pt x="95182" y="-38459"/>
                    <a:pt x="211685" y="28744"/>
                  </a:cubicBezTo>
                  <a:cubicBezTo>
                    <a:pt x="328187" y="95947"/>
                    <a:pt x="423274" y="260295"/>
                    <a:pt x="423274" y="394795"/>
                  </a:cubicBezTo>
                  <a:cubicBezTo>
                    <a:pt x="423274" y="529296"/>
                    <a:pt x="328283" y="584142"/>
                    <a:pt x="211685" y="516844"/>
                  </a:cubicBezTo>
                  <a:close/>
                  <a:moveTo>
                    <a:pt x="211685" y="99274"/>
                  </a:moveTo>
                  <a:cubicBezTo>
                    <a:pt x="128686" y="51747"/>
                    <a:pt x="61202" y="90434"/>
                    <a:pt x="61202" y="186058"/>
                  </a:cubicBezTo>
                  <a:cubicBezTo>
                    <a:pt x="61202" y="281682"/>
                    <a:pt x="128686" y="398502"/>
                    <a:pt x="211685" y="446314"/>
                  </a:cubicBezTo>
                  <a:cubicBezTo>
                    <a:pt x="294683" y="494126"/>
                    <a:pt x="362167" y="455249"/>
                    <a:pt x="362167" y="359531"/>
                  </a:cubicBezTo>
                  <a:cubicBezTo>
                    <a:pt x="362167" y="263811"/>
                    <a:pt x="294493" y="147561"/>
                    <a:pt x="211685" y="9927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2;p24">
              <a:extLst>
                <a:ext uri="{FF2B5EF4-FFF2-40B4-BE49-F238E27FC236}">
                  <a16:creationId xmlns:a16="http://schemas.microsoft.com/office/drawing/2014/main" id="{803C19AA-B9DD-2065-F0D5-D85B74675D5C}"/>
                </a:ext>
              </a:extLst>
            </p:cNvPr>
            <p:cNvSpPr/>
            <p:nvPr/>
          </p:nvSpPr>
          <p:spPr>
            <a:xfrm>
              <a:off x="4846614" y="1414848"/>
              <a:ext cx="423274" cy="545629"/>
            </a:xfrm>
            <a:custGeom>
              <a:avLst/>
              <a:gdLst/>
              <a:ahLst/>
              <a:cxnLst/>
              <a:rect l="l" t="t" r="r" b="b"/>
              <a:pathLst>
                <a:path w="423274" h="545629" extrusionOk="0">
                  <a:moveTo>
                    <a:pt x="211685" y="516844"/>
                  </a:moveTo>
                  <a:cubicBezTo>
                    <a:pt x="94991" y="449546"/>
                    <a:pt x="0" y="285389"/>
                    <a:pt x="0" y="150793"/>
                  </a:cubicBezTo>
                  <a:cubicBezTo>
                    <a:pt x="0" y="16197"/>
                    <a:pt x="95182" y="-38459"/>
                    <a:pt x="211685" y="28744"/>
                  </a:cubicBezTo>
                  <a:lnTo>
                    <a:pt x="211685" y="99274"/>
                  </a:lnTo>
                  <a:cubicBezTo>
                    <a:pt x="128686" y="51747"/>
                    <a:pt x="61202" y="90434"/>
                    <a:pt x="61202" y="186058"/>
                  </a:cubicBezTo>
                  <a:cubicBezTo>
                    <a:pt x="61202" y="281682"/>
                    <a:pt x="128686" y="398502"/>
                    <a:pt x="211685" y="446314"/>
                  </a:cubicBezTo>
                  <a:cubicBezTo>
                    <a:pt x="294683" y="494126"/>
                    <a:pt x="362167" y="455249"/>
                    <a:pt x="362167" y="359531"/>
                  </a:cubicBezTo>
                  <a:lnTo>
                    <a:pt x="423274" y="394795"/>
                  </a:lnTo>
                  <a:cubicBezTo>
                    <a:pt x="423179" y="529391"/>
                    <a:pt x="328283" y="584142"/>
                    <a:pt x="211685" y="516844"/>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3;p24">
              <a:extLst>
                <a:ext uri="{FF2B5EF4-FFF2-40B4-BE49-F238E27FC236}">
                  <a16:creationId xmlns:a16="http://schemas.microsoft.com/office/drawing/2014/main" id="{FF5CF7F0-9B44-9A57-7410-0C8332D22E78}"/>
                </a:ext>
              </a:extLst>
            </p:cNvPr>
            <p:cNvSpPr/>
            <p:nvPr/>
          </p:nvSpPr>
          <p:spPr>
            <a:xfrm>
              <a:off x="5340323" y="1699604"/>
              <a:ext cx="423179" cy="545654"/>
            </a:xfrm>
            <a:custGeom>
              <a:avLst/>
              <a:gdLst/>
              <a:ahLst/>
              <a:cxnLst/>
              <a:rect l="l" t="t" r="r" b="b"/>
              <a:pathLst>
                <a:path w="423179" h="545654" extrusionOk="0">
                  <a:moveTo>
                    <a:pt x="211589" y="516869"/>
                  </a:moveTo>
                  <a:cubicBezTo>
                    <a:pt x="94896" y="449571"/>
                    <a:pt x="0" y="285318"/>
                    <a:pt x="0" y="150817"/>
                  </a:cubicBezTo>
                  <a:cubicBezTo>
                    <a:pt x="0" y="16316"/>
                    <a:pt x="95182" y="-38529"/>
                    <a:pt x="211589" y="28769"/>
                  </a:cubicBezTo>
                  <a:cubicBezTo>
                    <a:pt x="327997" y="96066"/>
                    <a:pt x="423179" y="260224"/>
                    <a:pt x="423179" y="394820"/>
                  </a:cubicBezTo>
                  <a:cubicBezTo>
                    <a:pt x="423179" y="529416"/>
                    <a:pt x="328283" y="584167"/>
                    <a:pt x="211589" y="516869"/>
                  </a:cubicBezTo>
                  <a:close/>
                  <a:moveTo>
                    <a:pt x="211589" y="99298"/>
                  </a:moveTo>
                  <a:cubicBezTo>
                    <a:pt x="128591" y="51772"/>
                    <a:pt x="61107" y="90363"/>
                    <a:pt x="61107" y="186082"/>
                  </a:cubicBezTo>
                  <a:cubicBezTo>
                    <a:pt x="61107" y="281801"/>
                    <a:pt x="128591" y="398432"/>
                    <a:pt x="211589" y="446339"/>
                  </a:cubicBezTo>
                  <a:cubicBezTo>
                    <a:pt x="294588" y="494246"/>
                    <a:pt x="362072" y="455274"/>
                    <a:pt x="362072" y="359555"/>
                  </a:cubicBezTo>
                  <a:cubicBezTo>
                    <a:pt x="362072" y="263836"/>
                    <a:pt x="294588" y="147110"/>
                    <a:pt x="211589"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4;p24">
              <a:extLst>
                <a:ext uri="{FF2B5EF4-FFF2-40B4-BE49-F238E27FC236}">
                  <a16:creationId xmlns:a16="http://schemas.microsoft.com/office/drawing/2014/main" id="{4CB282F0-8C82-D5F9-36C3-3525B7317FE4}"/>
                </a:ext>
              </a:extLst>
            </p:cNvPr>
            <p:cNvSpPr/>
            <p:nvPr/>
          </p:nvSpPr>
          <p:spPr>
            <a:xfrm>
              <a:off x="5340323" y="1699604"/>
              <a:ext cx="332185" cy="545952"/>
            </a:xfrm>
            <a:custGeom>
              <a:avLst/>
              <a:gdLst/>
              <a:ahLst/>
              <a:cxnLst/>
              <a:rect l="l" t="t" r="r" b="b"/>
              <a:pathLst>
                <a:path w="332185" h="545952" extrusionOk="0">
                  <a:moveTo>
                    <a:pt x="211589" y="516869"/>
                  </a:moveTo>
                  <a:cubicBezTo>
                    <a:pt x="94896" y="449571"/>
                    <a:pt x="0" y="285318"/>
                    <a:pt x="0" y="150817"/>
                  </a:cubicBezTo>
                  <a:cubicBezTo>
                    <a:pt x="0" y="16316"/>
                    <a:pt x="95182" y="-38529"/>
                    <a:pt x="211589" y="28769"/>
                  </a:cubicBezTo>
                  <a:lnTo>
                    <a:pt x="211589" y="99298"/>
                  </a:lnTo>
                  <a:cubicBezTo>
                    <a:pt x="128591" y="51772"/>
                    <a:pt x="61107" y="90363"/>
                    <a:pt x="61107" y="186082"/>
                  </a:cubicBezTo>
                  <a:cubicBezTo>
                    <a:pt x="61107" y="281801"/>
                    <a:pt x="128591" y="398432"/>
                    <a:pt x="211589" y="446339"/>
                  </a:cubicBezTo>
                  <a:cubicBezTo>
                    <a:pt x="242429" y="464114"/>
                    <a:pt x="272030" y="470483"/>
                    <a:pt x="297253" y="465350"/>
                  </a:cubicBezTo>
                  <a:lnTo>
                    <a:pt x="332185" y="543389"/>
                  </a:lnTo>
                  <a:cubicBezTo>
                    <a:pt x="296682" y="550898"/>
                    <a:pt x="254993" y="541868"/>
                    <a:pt x="211589" y="5168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6" name="Google Shape;1085;p24">
              <a:extLst>
                <a:ext uri="{FF2B5EF4-FFF2-40B4-BE49-F238E27FC236}">
                  <a16:creationId xmlns:a16="http://schemas.microsoft.com/office/drawing/2014/main" id="{4FED6F2F-FCFA-F6CB-BE31-788CADD5B8C5}"/>
                </a:ext>
              </a:extLst>
            </p:cNvPr>
            <p:cNvSpPr/>
            <p:nvPr/>
          </p:nvSpPr>
          <p:spPr>
            <a:xfrm>
              <a:off x="5834032" y="1984194"/>
              <a:ext cx="423559" cy="545654"/>
            </a:xfrm>
            <a:custGeom>
              <a:avLst/>
              <a:gdLst/>
              <a:ahLst/>
              <a:cxnLst/>
              <a:rect l="l" t="t" r="r" b="b"/>
              <a:pathLst>
                <a:path w="423559" h="545654" extrusionOk="0">
                  <a:moveTo>
                    <a:pt x="211590" y="516869"/>
                  </a:moveTo>
                  <a:cubicBezTo>
                    <a:pt x="94896" y="449571"/>
                    <a:pt x="0" y="285318"/>
                    <a:pt x="0" y="150817"/>
                  </a:cubicBezTo>
                  <a:cubicBezTo>
                    <a:pt x="0" y="16317"/>
                    <a:pt x="95182" y="-38529"/>
                    <a:pt x="211590" y="28769"/>
                  </a:cubicBezTo>
                  <a:cubicBezTo>
                    <a:pt x="327997" y="96066"/>
                    <a:pt x="423560" y="260224"/>
                    <a:pt x="423560" y="394820"/>
                  </a:cubicBezTo>
                  <a:cubicBezTo>
                    <a:pt x="423560" y="529416"/>
                    <a:pt x="328378" y="584167"/>
                    <a:pt x="211590" y="516869"/>
                  </a:cubicBezTo>
                  <a:close/>
                  <a:moveTo>
                    <a:pt x="211590" y="99298"/>
                  </a:moveTo>
                  <a:cubicBezTo>
                    <a:pt x="128686" y="51772"/>
                    <a:pt x="61107" y="90363"/>
                    <a:pt x="61107" y="186082"/>
                  </a:cubicBezTo>
                  <a:cubicBezTo>
                    <a:pt x="61107" y="281801"/>
                    <a:pt x="128686" y="398432"/>
                    <a:pt x="211590" y="446339"/>
                  </a:cubicBezTo>
                  <a:cubicBezTo>
                    <a:pt x="294493" y="494246"/>
                    <a:pt x="362072" y="455274"/>
                    <a:pt x="362072" y="359555"/>
                  </a:cubicBezTo>
                  <a:cubicBezTo>
                    <a:pt x="362072" y="263836"/>
                    <a:pt x="294588" y="147110"/>
                    <a:pt x="211590" y="99298"/>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7" name="Google Shape;1086;p24">
              <a:extLst>
                <a:ext uri="{FF2B5EF4-FFF2-40B4-BE49-F238E27FC236}">
                  <a16:creationId xmlns:a16="http://schemas.microsoft.com/office/drawing/2014/main" id="{3E2BF306-96D9-B87F-2D08-2AF2F0D9BA7B}"/>
                </a:ext>
              </a:extLst>
            </p:cNvPr>
            <p:cNvSpPr/>
            <p:nvPr/>
          </p:nvSpPr>
          <p:spPr>
            <a:xfrm>
              <a:off x="5834032" y="1984177"/>
              <a:ext cx="211589" cy="286951"/>
            </a:xfrm>
            <a:custGeom>
              <a:avLst/>
              <a:gdLst/>
              <a:ahLst/>
              <a:cxnLst/>
              <a:rect l="l" t="t" r="r" b="b"/>
              <a:pathLst>
                <a:path w="211589" h="286951" extrusionOk="0">
                  <a:moveTo>
                    <a:pt x="27412" y="286951"/>
                  </a:moveTo>
                  <a:cubicBezTo>
                    <a:pt x="10194" y="243588"/>
                    <a:pt x="904" y="197477"/>
                    <a:pt x="0" y="150835"/>
                  </a:cubicBezTo>
                  <a:cubicBezTo>
                    <a:pt x="0" y="16239"/>
                    <a:pt x="95182" y="-38512"/>
                    <a:pt x="211590" y="28786"/>
                  </a:cubicBezTo>
                  <a:lnTo>
                    <a:pt x="211590" y="99315"/>
                  </a:lnTo>
                  <a:cubicBezTo>
                    <a:pt x="128686" y="51789"/>
                    <a:pt x="61107" y="90380"/>
                    <a:pt x="61107" y="186099"/>
                  </a:cubicBezTo>
                  <a:cubicBezTo>
                    <a:pt x="61830" y="219254"/>
                    <a:pt x="68540" y="252000"/>
                    <a:pt x="80905" y="28276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8" name="Google Shape;1087;p24">
              <a:extLst>
                <a:ext uri="{FF2B5EF4-FFF2-40B4-BE49-F238E27FC236}">
                  <a16:creationId xmlns:a16="http://schemas.microsoft.com/office/drawing/2014/main" id="{1B4AEF1B-9085-EF67-73D8-5DE2211D765C}"/>
                </a:ext>
              </a:extLst>
            </p:cNvPr>
            <p:cNvSpPr/>
            <p:nvPr/>
          </p:nvSpPr>
          <p:spPr>
            <a:xfrm>
              <a:off x="5029839" y="4705642"/>
              <a:ext cx="429841" cy="247899"/>
            </a:xfrm>
            <a:custGeom>
              <a:avLst/>
              <a:gdLst/>
              <a:ahLst/>
              <a:cxnLst/>
              <a:rect l="l" t="t" r="r" b="b"/>
              <a:pathLst>
                <a:path w="429841" h="247899" extrusionOk="0">
                  <a:moveTo>
                    <a:pt x="429842" y="123950"/>
                  </a:moveTo>
                  <a:cubicBezTo>
                    <a:pt x="429842" y="192405"/>
                    <a:pt x="333619" y="247900"/>
                    <a:pt x="214921" y="247900"/>
                  </a:cubicBezTo>
                  <a:cubicBezTo>
                    <a:pt x="96224" y="247900"/>
                    <a:pt x="0" y="192406"/>
                    <a:pt x="0" y="123950"/>
                  </a:cubicBezTo>
                  <a:cubicBezTo>
                    <a:pt x="0" y="55494"/>
                    <a:pt x="96224"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8;p24">
              <a:extLst>
                <a:ext uri="{FF2B5EF4-FFF2-40B4-BE49-F238E27FC236}">
                  <a16:creationId xmlns:a16="http://schemas.microsoft.com/office/drawing/2014/main" id="{8F47AABC-186F-5511-2788-996B5D156BCF}"/>
                </a:ext>
              </a:extLst>
            </p:cNvPr>
            <p:cNvSpPr/>
            <p:nvPr/>
          </p:nvSpPr>
          <p:spPr>
            <a:xfrm>
              <a:off x="2757750" y="4754499"/>
              <a:ext cx="429841" cy="247899"/>
            </a:xfrm>
            <a:custGeom>
              <a:avLst/>
              <a:gdLst/>
              <a:ahLst/>
              <a:cxnLst/>
              <a:rect l="l" t="t" r="r" b="b"/>
              <a:pathLst>
                <a:path w="429841" h="247899" extrusionOk="0">
                  <a:moveTo>
                    <a:pt x="429842" y="123950"/>
                  </a:moveTo>
                  <a:cubicBezTo>
                    <a:pt x="429842" y="192405"/>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0" name="Google Shape;1089;p24">
              <a:extLst>
                <a:ext uri="{FF2B5EF4-FFF2-40B4-BE49-F238E27FC236}">
                  <a16:creationId xmlns:a16="http://schemas.microsoft.com/office/drawing/2014/main" id="{6FA16B08-2A48-B59F-B68D-BB286D6F2473}"/>
                </a:ext>
              </a:extLst>
            </p:cNvPr>
            <p:cNvSpPr/>
            <p:nvPr/>
          </p:nvSpPr>
          <p:spPr>
            <a:xfrm>
              <a:off x="2012475" y="3630110"/>
              <a:ext cx="429841" cy="247899"/>
            </a:xfrm>
            <a:custGeom>
              <a:avLst/>
              <a:gdLst/>
              <a:ahLst/>
              <a:cxnLst/>
              <a:rect l="l" t="t" r="r" b="b"/>
              <a:pathLst>
                <a:path w="429841" h="247899" extrusionOk="0">
                  <a:moveTo>
                    <a:pt x="429842" y="123950"/>
                  </a:moveTo>
                  <a:cubicBezTo>
                    <a:pt x="429842" y="192406"/>
                    <a:pt x="333619" y="247900"/>
                    <a:pt x="214921" y="247900"/>
                  </a:cubicBezTo>
                  <a:cubicBezTo>
                    <a:pt x="96223" y="247900"/>
                    <a:pt x="0" y="192406"/>
                    <a:pt x="0" y="123950"/>
                  </a:cubicBezTo>
                  <a:cubicBezTo>
                    <a:pt x="0" y="55494"/>
                    <a:pt x="96223" y="0"/>
                    <a:pt x="214921" y="0"/>
                  </a:cubicBezTo>
                  <a:cubicBezTo>
                    <a:pt x="333619" y="0"/>
                    <a:pt x="429842" y="55494"/>
                    <a:pt x="429842" y="12395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1" name="Google Shape;1090;p24">
              <a:extLst>
                <a:ext uri="{FF2B5EF4-FFF2-40B4-BE49-F238E27FC236}">
                  <a16:creationId xmlns:a16="http://schemas.microsoft.com/office/drawing/2014/main" id="{770A0EA5-37E0-9C20-75DC-5A6FE2F7BE4B}"/>
                </a:ext>
              </a:extLst>
            </p:cNvPr>
            <p:cNvSpPr/>
            <p:nvPr/>
          </p:nvSpPr>
          <p:spPr>
            <a:xfrm>
              <a:off x="5244274" y="4799933"/>
              <a:ext cx="116580" cy="90224"/>
            </a:xfrm>
            <a:custGeom>
              <a:avLst/>
              <a:gdLst/>
              <a:ahLst/>
              <a:cxnLst/>
              <a:rect l="l" t="t" r="r" b="b"/>
              <a:pathLst>
                <a:path w="116580" h="90224" extrusionOk="0">
                  <a:moveTo>
                    <a:pt x="107376" y="2"/>
                  </a:moveTo>
                  <a:cubicBezTo>
                    <a:pt x="93384" y="11314"/>
                    <a:pt x="72729" y="953"/>
                    <a:pt x="71682" y="1998"/>
                  </a:cubicBezTo>
                  <a:cubicBezTo>
                    <a:pt x="55302" y="17235"/>
                    <a:pt x="38074" y="31550"/>
                    <a:pt x="20094" y="44868"/>
                  </a:cubicBezTo>
                  <a:cubicBezTo>
                    <a:pt x="11432" y="51711"/>
                    <a:pt x="-2179" y="60932"/>
                    <a:pt x="296" y="74049"/>
                  </a:cubicBezTo>
                  <a:cubicBezTo>
                    <a:pt x="4674" y="97622"/>
                    <a:pt x="42366" y="90398"/>
                    <a:pt x="56644" y="83554"/>
                  </a:cubicBezTo>
                  <a:cubicBezTo>
                    <a:pt x="70921" y="76711"/>
                    <a:pt x="82438" y="64544"/>
                    <a:pt x="95954" y="56084"/>
                  </a:cubicBezTo>
                  <a:cubicBezTo>
                    <a:pt x="105472" y="50095"/>
                    <a:pt x="114990" y="47054"/>
                    <a:pt x="116513" y="34887"/>
                  </a:cubicBezTo>
                  <a:cubicBezTo>
                    <a:pt x="117370" y="27187"/>
                    <a:pt x="109850" y="-283"/>
                    <a:pt x="107376" y="2"/>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1;p24">
              <a:extLst>
                <a:ext uri="{FF2B5EF4-FFF2-40B4-BE49-F238E27FC236}">
                  <a16:creationId xmlns:a16="http://schemas.microsoft.com/office/drawing/2014/main" id="{F604784A-65E4-B272-FBAA-453DF00B7CE6}"/>
                </a:ext>
              </a:extLst>
            </p:cNvPr>
            <p:cNvSpPr/>
            <p:nvPr/>
          </p:nvSpPr>
          <p:spPr>
            <a:xfrm>
              <a:off x="5244760" y="4829592"/>
              <a:ext cx="116051" cy="60483"/>
            </a:xfrm>
            <a:custGeom>
              <a:avLst/>
              <a:gdLst/>
              <a:ahLst/>
              <a:cxnLst/>
              <a:rect l="l" t="t" r="r" b="b"/>
              <a:pathLst>
                <a:path w="116051" h="60483" extrusionOk="0">
                  <a:moveTo>
                    <a:pt x="115837" y="0"/>
                  </a:moveTo>
                  <a:cubicBezTo>
                    <a:pt x="113933" y="11597"/>
                    <a:pt x="104605" y="14828"/>
                    <a:pt x="95087" y="20722"/>
                  </a:cubicBezTo>
                  <a:cubicBezTo>
                    <a:pt x="81381" y="29182"/>
                    <a:pt x="69388" y="41443"/>
                    <a:pt x="55110" y="48572"/>
                  </a:cubicBezTo>
                  <a:cubicBezTo>
                    <a:pt x="40833" y="55701"/>
                    <a:pt x="9233" y="61880"/>
                    <a:pt x="0" y="45055"/>
                  </a:cubicBezTo>
                  <a:cubicBezTo>
                    <a:pt x="5045" y="67773"/>
                    <a:pt x="42071" y="60644"/>
                    <a:pt x="56157" y="53515"/>
                  </a:cubicBezTo>
                  <a:cubicBezTo>
                    <a:pt x="70244" y="46386"/>
                    <a:pt x="81952" y="34505"/>
                    <a:pt x="95468" y="26045"/>
                  </a:cubicBezTo>
                  <a:cubicBezTo>
                    <a:pt x="104986" y="20056"/>
                    <a:pt x="114504" y="17015"/>
                    <a:pt x="116027" y="4848"/>
                  </a:cubicBezTo>
                  <a:cubicBezTo>
                    <a:pt x="116093" y="3232"/>
                    <a:pt x="116027" y="1606"/>
                    <a:pt x="11583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3" name="Google Shape;1092;p24">
              <a:extLst>
                <a:ext uri="{FF2B5EF4-FFF2-40B4-BE49-F238E27FC236}">
                  <a16:creationId xmlns:a16="http://schemas.microsoft.com/office/drawing/2014/main" id="{421B94A8-351C-93F8-F665-FAC1B41104F9}"/>
                </a:ext>
              </a:extLst>
            </p:cNvPr>
            <p:cNvSpPr/>
            <p:nvPr/>
          </p:nvSpPr>
          <p:spPr>
            <a:xfrm>
              <a:off x="5124630" y="4754816"/>
              <a:ext cx="116569" cy="86887"/>
            </a:xfrm>
            <a:custGeom>
              <a:avLst/>
              <a:gdLst/>
              <a:ahLst/>
              <a:cxnLst/>
              <a:rect l="l" t="t" r="r" b="b"/>
              <a:pathLst>
                <a:path w="116569" h="86887" extrusionOk="0">
                  <a:moveTo>
                    <a:pt x="105663" y="63"/>
                  </a:moveTo>
                  <a:cubicBezTo>
                    <a:pt x="91671" y="11470"/>
                    <a:pt x="67590" y="-982"/>
                    <a:pt x="66162" y="63"/>
                  </a:cubicBezTo>
                  <a:cubicBezTo>
                    <a:pt x="51656" y="14825"/>
                    <a:pt x="36275" y="28693"/>
                    <a:pt x="20094" y="41602"/>
                  </a:cubicBezTo>
                  <a:cubicBezTo>
                    <a:pt x="11432" y="48446"/>
                    <a:pt x="-2179" y="57666"/>
                    <a:pt x="296" y="70783"/>
                  </a:cubicBezTo>
                  <a:cubicBezTo>
                    <a:pt x="4674" y="94261"/>
                    <a:pt x="42367" y="87037"/>
                    <a:pt x="56644" y="80288"/>
                  </a:cubicBezTo>
                  <a:cubicBezTo>
                    <a:pt x="70921" y="73540"/>
                    <a:pt x="82438" y="61278"/>
                    <a:pt x="95954" y="52818"/>
                  </a:cubicBezTo>
                  <a:cubicBezTo>
                    <a:pt x="105472" y="46830"/>
                    <a:pt x="114990" y="43313"/>
                    <a:pt x="116513" y="31621"/>
                  </a:cubicBezTo>
                  <a:cubicBezTo>
                    <a:pt x="117370" y="23922"/>
                    <a:pt x="108137" y="-222"/>
                    <a:pt x="105663" y="6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4" name="Google Shape;1093;p24">
              <a:extLst>
                <a:ext uri="{FF2B5EF4-FFF2-40B4-BE49-F238E27FC236}">
                  <a16:creationId xmlns:a16="http://schemas.microsoft.com/office/drawing/2014/main" id="{2992210B-1E14-B815-04A0-D3C41704C048}"/>
                </a:ext>
              </a:extLst>
            </p:cNvPr>
            <p:cNvSpPr/>
            <p:nvPr/>
          </p:nvSpPr>
          <p:spPr>
            <a:xfrm>
              <a:off x="5124926" y="4782825"/>
              <a:ext cx="116097" cy="60673"/>
            </a:xfrm>
            <a:custGeom>
              <a:avLst/>
              <a:gdLst/>
              <a:ahLst/>
              <a:cxnLst/>
              <a:rect l="l" t="t" r="r" b="b"/>
              <a:pathLst>
                <a:path w="116097" h="60673" extrusionOk="0">
                  <a:moveTo>
                    <a:pt x="115741" y="0"/>
                  </a:moveTo>
                  <a:cubicBezTo>
                    <a:pt x="114218" y="11407"/>
                    <a:pt x="104700" y="14828"/>
                    <a:pt x="95182" y="20912"/>
                  </a:cubicBezTo>
                  <a:cubicBezTo>
                    <a:pt x="81476" y="29372"/>
                    <a:pt x="69388" y="41634"/>
                    <a:pt x="55205" y="48858"/>
                  </a:cubicBezTo>
                  <a:cubicBezTo>
                    <a:pt x="41023" y="56082"/>
                    <a:pt x="9233" y="62070"/>
                    <a:pt x="0" y="45246"/>
                  </a:cubicBezTo>
                  <a:cubicBezTo>
                    <a:pt x="5045" y="67964"/>
                    <a:pt x="42071" y="60835"/>
                    <a:pt x="56157" y="53706"/>
                  </a:cubicBezTo>
                  <a:cubicBezTo>
                    <a:pt x="70244" y="46577"/>
                    <a:pt x="82047" y="34695"/>
                    <a:pt x="95468" y="26235"/>
                  </a:cubicBezTo>
                  <a:cubicBezTo>
                    <a:pt x="104986" y="20246"/>
                    <a:pt x="114504" y="16730"/>
                    <a:pt x="116027" y="5133"/>
                  </a:cubicBezTo>
                  <a:cubicBezTo>
                    <a:pt x="116179" y="3413"/>
                    <a:pt x="116084" y="1692"/>
                    <a:pt x="115741"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5" name="Google Shape;1094;p24">
              <a:extLst>
                <a:ext uri="{FF2B5EF4-FFF2-40B4-BE49-F238E27FC236}">
                  <a16:creationId xmlns:a16="http://schemas.microsoft.com/office/drawing/2014/main" id="{5FF2A094-74C3-D361-E620-7B4C3418CA63}"/>
                </a:ext>
              </a:extLst>
            </p:cNvPr>
            <p:cNvSpPr/>
            <p:nvPr/>
          </p:nvSpPr>
          <p:spPr>
            <a:xfrm>
              <a:off x="5154433" y="4234936"/>
              <a:ext cx="200389" cy="574156"/>
            </a:xfrm>
            <a:custGeom>
              <a:avLst/>
              <a:gdLst/>
              <a:ahLst/>
              <a:cxnLst/>
              <a:rect l="l" t="t" r="r" b="b"/>
              <a:pathLst>
                <a:path w="200389" h="574156" extrusionOk="0">
                  <a:moveTo>
                    <a:pt x="197978" y="49713"/>
                  </a:moveTo>
                  <a:cubicBezTo>
                    <a:pt x="197312" y="70815"/>
                    <a:pt x="190745" y="162447"/>
                    <a:pt x="187794" y="211304"/>
                  </a:cubicBezTo>
                  <a:cubicBezTo>
                    <a:pt x="184843" y="260162"/>
                    <a:pt x="184177" y="319285"/>
                    <a:pt x="184177" y="319285"/>
                  </a:cubicBezTo>
                  <a:cubicBezTo>
                    <a:pt x="184177" y="319285"/>
                    <a:pt x="192553" y="354645"/>
                    <a:pt x="197978" y="396183"/>
                  </a:cubicBezTo>
                  <a:cubicBezTo>
                    <a:pt x="203404" y="437722"/>
                    <a:pt x="197978" y="568896"/>
                    <a:pt x="197978" y="568896"/>
                  </a:cubicBezTo>
                  <a:cubicBezTo>
                    <a:pt x="187080" y="575911"/>
                    <a:pt x="173088" y="575911"/>
                    <a:pt x="162190" y="568896"/>
                  </a:cubicBezTo>
                  <a:cubicBezTo>
                    <a:pt x="162190" y="568896"/>
                    <a:pt x="139822" y="464337"/>
                    <a:pt x="129448" y="416810"/>
                  </a:cubicBezTo>
                  <a:cubicBezTo>
                    <a:pt x="119073" y="369283"/>
                    <a:pt x="117359" y="342193"/>
                    <a:pt x="111934" y="312916"/>
                  </a:cubicBezTo>
                  <a:cubicBezTo>
                    <a:pt x="105462" y="277462"/>
                    <a:pt x="91375" y="111973"/>
                    <a:pt x="91375" y="111973"/>
                  </a:cubicBezTo>
                  <a:lnTo>
                    <a:pt x="85759" y="111973"/>
                  </a:lnTo>
                  <a:lnTo>
                    <a:pt x="70815" y="298753"/>
                  </a:lnTo>
                  <a:cubicBezTo>
                    <a:pt x="75479" y="312508"/>
                    <a:pt x="78668" y="326718"/>
                    <a:pt x="80334" y="341147"/>
                  </a:cubicBezTo>
                  <a:cubicBezTo>
                    <a:pt x="84426" y="371660"/>
                    <a:pt x="76050" y="524696"/>
                    <a:pt x="76050" y="524696"/>
                  </a:cubicBezTo>
                  <a:cubicBezTo>
                    <a:pt x="63896" y="531473"/>
                    <a:pt x="48952" y="530846"/>
                    <a:pt x="37406" y="523080"/>
                  </a:cubicBezTo>
                  <a:cubicBezTo>
                    <a:pt x="37406" y="523080"/>
                    <a:pt x="0" y="320331"/>
                    <a:pt x="0" y="289533"/>
                  </a:cubicBezTo>
                  <a:cubicBezTo>
                    <a:pt x="0" y="269097"/>
                    <a:pt x="3522" y="0"/>
                    <a:pt x="3522"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5;p24">
              <a:extLst>
                <a:ext uri="{FF2B5EF4-FFF2-40B4-BE49-F238E27FC236}">
                  <a16:creationId xmlns:a16="http://schemas.microsoft.com/office/drawing/2014/main" id="{956CD465-6E21-B18E-C10D-85EF9F9FACF3}"/>
                </a:ext>
              </a:extLst>
            </p:cNvPr>
            <p:cNvSpPr/>
            <p:nvPr/>
          </p:nvSpPr>
          <p:spPr>
            <a:xfrm>
              <a:off x="5199628" y="3876679"/>
              <a:ext cx="128464" cy="124722"/>
            </a:xfrm>
            <a:custGeom>
              <a:avLst/>
              <a:gdLst/>
              <a:ahLst/>
              <a:cxnLst/>
              <a:rect l="l" t="t" r="r" b="b"/>
              <a:pathLst>
                <a:path w="128464" h="124722" extrusionOk="0">
                  <a:moveTo>
                    <a:pt x="102147" y="0"/>
                  </a:moveTo>
                  <a:cubicBezTo>
                    <a:pt x="102147" y="0"/>
                    <a:pt x="99767" y="46006"/>
                    <a:pt x="100814" y="50093"/>
                  </a:cubicBezTo>
                  <a:cubicBezTo>
                    <a:pt x="101861" y="54181"/>
                    <a:pt x="121945" y="67678"/>
                    <a:pt x="127846" y="72431"/>
                  </a:cubicBezTo>
                  <a:cubicBezTo>
                    <a:pt x="133747" y="77183"/>
                    <a:pt x="95960" y="114445"/>
                    <a:pt x="77590" y="122904"/>
                  </a:cubicBezTo>
                  <a:cubicBezTo>
                    <a:pt x="59220" y="131364"/>
                    <a:pt x="1444" y="109122"/>
                    <a:pt x="112" y="80606"/>
                  </a:cubicBezTo>
                  <a:cubicBezTo>
                    <a:pt x="-1221" y="52089"/>
                    <a:pt x="9630" y="28136"/>
                    <a:pt x="19148" y="26900"/>
                  </a:cubicBezTo>
                  <a:cubicBezTo>
                    <a:pt x="28666" y="25665"/>
                    <a:pt x="102147" y="0"/>
                    <a:pt x="102147" y="0"/>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6;p24">
              <a:extLst>
                <a:ext uri="{FF2B5EF4-FFF2-40B4-BE49-F238E27FC236}">
                  <a16:creationId xmlns:a16="http://schemas.microsoft.com/office/drawing/2014/main" id="{0897A977-7ED8-92F6-AC69-37B82A992A82}"/>
                </a:ext>
              </a:extLst>
            </p:cNvPr>
            <p:cNvSpPr/>
            <p:nvPr/>
          </p:nvSpPr>
          <p:spPr>
            <a:xfrm>
              <a:off x="4996526" y="3906336"/>
              <a:ext cx="182485" cy="357686"/>
            </a:xfrm>
            <a:custGeom>
              <a:avLst/>
              <a:gdLst/>
              <a:ahLst/>
              <a:cxnLst/>
              <a:rect l="l" t="t" r="r" b="b"/>
              <a:pathLst>
                <a:path w="182485" h="357686" extrusionOk="0">
                  <a:moveTo>
                    <a:pt x="179037" y="55702"/>
                  </a:moveTo>
                  <a:cubicBezTo>
                    <a:pt x="176277" y="35455"/>
                    <a:pt x="189697" y="16159"/>
                    <a:pt x="176752" y="0"/>
                  </a:cubicBezTo>
                  <a:cubicBezTo>
                    <a:pt x="131255" y="44485"/>
                    <a:pt x="136966" y="162352"/>
                    <a:pt x="126687" y="237634"/>
                  </a:cubicBezTo>
                  <a:cubicBezTo>
                    <a:pt x="92897" y="272899"/>
                    <a:pt x="25032" y="307594"/>
                    <a:pt x="5901" y="316243"/>
                  </a:cubicBezTo>
                  <a:cubicBezTo>
                    <a:pt x="2379" y="317764"/>
                    <a:pt x="-572" y="319475"/>
                    <a:pt x="95" y="323182"/>
                  </a:cubicBezTo>
                  <a:cubicBezTo>
                    <a:pt x="2665" y="335739"/>
                    <a:pt x="8061" y="347535"/>
                    <a:pt x="15895" y="357687"/>
                  </a:cubicBezTo>
                  <a:cubicBezTo>
                    <a:pt x="60821" y="338676"/>
                    <a:pt x="93183" y="327270"/>
                    <a:pt x="149150" y="274040"/>
                  </a:cubicBezTo>
                  <a:cubicBezTo>
                    <a:pt x="154509" y="268175"/>
                    <a:pt x="159287" y="261806"/>
                    <a:pt x="163427" y="255029"/>
                  </a:cubicBezTo>
                  <a:cubicBezTo>
                    <a:pt x="179608" y="207502"/>
                    <a:pt x="183605" y="90776"/>
                    <a:pt x="179037" y="5570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8" name="Google Shape;1097;p24">
              <a:extLst>
                <a:ext uri="{FF2B5EF4-FFF2-40B4-BE49-F238E27FC236}">
                  <a16:creationId xmlns:a16="http://schemas.microsoft.com/office/drawing/2014/main" id="{E07E42EC-DC7F-9382-733E-911A9DED9044}"/>
                </a:ext>
              </a:extLst>
            </p:cNvPr>
            <p:cNvSpPr/>
            <p:nvPr/>
          </p:nvSpPr>
          <p:spPr>
            <a:xfrm>
              <a:off x="5154414" y="3894094"/>
              <a:ext cx="208226" cy="419055"/>
            </a:xfrm>
            <a:custGeom>
              <a:avLst/>
              <a:gdLst/>
              <a:ahLst/>
              <a:cxnLst/>
              <a:rect l="l" t="t" r="r" b="b"/>
              <a:pathLst>
                <a:path w="208226" h="419055" extrusionOk="0">
                  <a:moveTo>
                    <a:pt x="152500" y="40568"/>
                  </a:moveTo>
                  <a:cubicBezTo>
                    <a:pt x="152500" y="40568"/>
                    <a:pt x="119091" y="90376"/>
                    <a:pt x="72357" y="95033"/>
                  </a:cubicBezTo>
                  <a:cubicBezTo>
                    <a:pt x="57699" y="80585"/>
                    <a:pt x="56366" y="29066"/>
                    <a:pt x="76736" y="12527"/>
                  </a:cubicBezTo>
                  <a:cubicBezTo>
                    <a:pt x="76736" y="12527"/>
                    <a:pt x="57699" y="-2491"/>
                    <a:pt x="45135" y="360"/>
                  </a:cubicBezTo>
                  <a:cubicBezTo>
                    <a:pt x="31448" y="8744"/>
                    <a:pt x="21301" y="21823"/>
                    <a:pt x="16580" y="37146"/>
                  </a:cubicBezTo>
                  <a:cubicBezTo>
                    <a:pt x="4702" y="71346"/>
                    <a:pt x="-885" y="107419"/>
                    <a:pt x="114" y="143606"/>
                  </a:cubicBezTo>
                  <a:cubicBezTo>
                    <a:pt x="875" y="192463"/>
                    <a:pt x="114" y="341698"/>
                    <a:pt x="114" y="341698"/>
                  </a:cubicBezTo>
                  <a:cubicBezTo>
                    <a:pt x="114" y="341698"/>
                    <a:pt x="6681" y="373256"/>
                    <a:pt x="48942" y="396734"/>
                  </a:cubicBezTo>
                  <a:cubicBezTo>
                    <a:pt x="91203" y="420212"/>
                    <a:pt x="122423" y="422493"/>
                    <a:pt x="151073" y="415745"/>
                  </a:cubicBezTo>
                  <a:cubicBezTo>
                    <a:pt x="174678" y="410231"/>
                    <a:pt x="194190" y="401866"/>
                    <a:pt x="202376" y="384757"/>
                  </a:cubicBezTo>
                  <a:cubicBezTo>
                    <a:pt x="200282" y="350538"/>
                    <a:pt x="184957" y="261187"/>
                    <a:pt x="190668" y="218223"/>
                  </a:cubicBezTo>
                  <a:cubicBezTo>
                    <a:pt x="196379" y="175259"/>
                    <a:pt x="205517" y="143036"/>
                    <a:pt x="207801" y="108246"/>
                  </a:cubicBezTo>
                  <a:cubicBezTo>
                    <a:pt x="210086" y="73456"/>
                    <a:pt x="203233" y="74122"/>
                    <a:pt x="185814" y="61765"/>
                  </a:cubicBezTo>
                  <a:cubicBezTo>
                    <a:pt x="175239" y="53904"/>
                    <a:pt x="164103" y="46813"/>
                    <a:pt x="152500" y="4056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8;p24">
              <a:extLst>
                <a:ext uri="{FF2B5EF4-FFF2-40B4-BE49-F238E27FC236}">
                  <a16:creationId xmlns:a16="http://schemas.microsoft.com/office/drawing/2014/main" id="{E43A1567-CEF4-61FC-1470-530AF97CE11F}"/>
                </a:ext>
              </a:extLst>
            </p:cNvPr>
            <p:cNvSpPr/>
            <p:nvPr/>
          </p:nvSpPr>
          <p:spPr>
            <a:xfrm>
              <a:off x="5194395" y="3747198"/>
              <a:ext cx="138431" cy="168252"/>
            </a:xfrm>
            <a:custGeom>
              <a:avLst/>
              <a:gdLst/>
              <a:ahLst/>
              <a:cxnLst/>
              <a:rect l="l" t="t" r="r" b="b"/>
              <a:pathLst>
                <a:path w="138431" h="168252" extrusionOk="0">
                  <a:moveTo>
                    <a:pt x="3060" y="60853"/>
                  </a:moveTo>
                  <a:lnTo>
                    <a:pt x="3060" y="60853"/>
                  </a:lnTo>
                  <a:cubicBezTo>
                    <a:pt x="8581" y="25112"/>
                    <a:pt x="34375" y="-1978"/>
                    <a:pt x="71211" y="113"/>
                  </a:cubicBezTo>
                  <a:cubicBezTo>
                    <a:pt x="110416" y="2252"/>
                    <a:pt x="140465" y="35740"/>
                    <a:pt x="138324" y="74892"/>
                  </a:cubicBezTo>
                  <a:cubicBezTo>
                    <a:pt x="138314" y="74930"/>
                    <a:pt x="138314" y="74978"/>
                    <a:pt x="138314" y="75016"/>
                  </a:cubicBezTo>
                  <a:cubicBezTo>
                    <a:pt x="137105" y="96983"/>
                    <a:pt x="125655" y="117105"/>
                    <a:pt x="107380" y="129386"/>
                  </a:cubicBezTo>
                  <a:cubicBezTo>
                    <a:pt x="106057" y="134804"/>
                    <a:pt x="104144" y="140071"/>
                    <a:pt x="101669" y="145070"/>
                  </a:cubicBezTo>
                  <a:cubicBezTo>
                    <a:pt x="88629" y="160279"/>
                    <a:pt x="49128" y="169689"/>
                    <a:pt x="37802" y="168073"/>
                  </a:cubicBezTo>
                  <a:cubicBezTo>
                    <a:pt x="23981" y="166847"/>
                    <a:pt x="12322" y="157313"/>
                    <a:pt x="8391" y="144025"/>
                  </a:cubicBezTo>
                  <a:cubicBezTo>
                    <a:pt x="-3793" y="115984"/>
                    <a:pt x="15" y="78533"/>
                    <a:pt x="3060" y="6085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0" name="Google Shape;1099;p24">
              <a:extLst>
                <a:ext uri="{FF2B5EF4-FFF2-40B4-BE49-F238E27FC236}">
                  <a16:creationId xmlns:a16="http://schemas.microsoft.com/office/drawing/2014/main" id="{53C7FB39-E86A-48E2-8ADB-10D968649AC0}"/>
                </a:ext>
              </a:extLst>
            </p:cNvPr>
            <p:cNvSpPr/>
            <p:nvPr/>
          </p:nvSpPr>
          <p:spPr>
            <a:xfrm>
              <a:off x="5199668" y="3732408"/>
              <a:ext cx="146095" cy="144175"/>
            </a:xfrm>
            <a:custGeom>
              <a:avLst/>
              <a:gdLst/>
              <a:ahLst/>
              <a:cxnLst/>
              <a:rect l="l" t="t" r="r" b="b"/>
              <a:pathLst>
                <a:path w="146095" h="144175" extrusionOk="0">
                  <a:moveTo>
                    <a:pt x="102106" y="144176"/>
                  </a:moveTo>
                  <a:lnTo>
                    <a:pt x="102106" y="144176"/>
                  </a:lnTo>
                  <a:lnTo>
                    <a:pt x="98680" y="113093"/>
                  </a:lnTo>
                  <a:cubicBezTo>
                    <a:pt x="98680" y="113093"/>
                    <a:pt x="124189" y="47126"/>
                    <a:pt x="63939" y="59768"/>
                  </a:cubicBezTo>
                  <a:cubicBezTo>
                    <a:pt x="24152" y="68133"/>
                    <a:pt x="14158" y="71745"/>
                    <a:pt x="2070" y="45130"/>
                  </a:cubicBezTo>
                  <a:cubicBezTo>
                    <a:pt x="-10018" y="18515"/>
                    <a:pt x="32624" y="-5534"/>
                    <a:pt x="83355" y="1120"/>
                  </a:cubicBezTo>
                  <a:cubicBezTo>
                    <a:pt x="119563" y="4913"/>
                    <a:pt x="146823" y="35777"/>
                    <a:pt x="146081" y="72125"/>
                  </a:cubicBezTo>
                  <a:cubicBezTo>
                    <a:pt x="144748" y="91706"/>
                    <a:pt x="139513" y="131439"/>
                    <a:pt x="102106" y="14417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1" name="Google Shape;1100;p24">
              <a:extLst>
                <a:ext uri="{FF2B5EF4-FFF2-40B4-BE49-F238E27FC236}">
                  <a16:creationId xmlns:a16="http://schemas.microsoft.com/office/drawing/2014/main" id="{5E8C5D42-477E-1F93-32DF-7C63B1982332}"/>
                </a:ext>
              </a:extLst>
            </p:cNvPr>
            <p:cNvSpPr/>
            <p:nvPr/>
          </p:nvSpPr>
          <p:spPr>
            <a:xfrm>
              <a:off x="5186268" y="3976961"/>
              <a:ext cx="186859" cy="320520"/>
            </a:xfrm>
            <a:custGeom>
              <a:avLst/>
              <a:gdLst/>
              <a:ahLst/>
              <a:cxnLst/>
              <a:rect l="l" t="t" r="r" b="b"/>
              <a:pathLst>
                <a:path w="186859" h="320520" extrusionOk="0">
                  <a:moveTo>
                    <a:pt x="186131" y="4943"/>
                  </a:moveTo>
                  <a:cubicBezTo>
                    <a:pt x="168713" y="0"/>
                    <a:pt x="182039" y="4088"/>
                    <a:pt x="168713" y="0"/>
                  </a:cubicBezTo>
                  <a:cubicBezTo>
                    <a:pt x="123216" y="44485"/>
                    <a:pt x="128832" y="120813"/>
                    <a:pt x="118552" y="196286"/>
                  </a:cubicBezTo>
                  <a:cubicBezTo>
                    <a:pt x="93424" y="237729"/>
                    <a:pt x="241" y="293906"/>
                    <a:pt x="241" y="293906"/>
                  </a:cubicBezTo>
                  <a:cubicBezTo>
                    <a:pt x="-901" y="301986"/>
                    <a:pt x="1859" y="304362"/>
                    <a:pt x="11948" y="320521"/>
                  </a:cubicBezTo>
                  <a:cubicBezTo>
                    <a:pt x="63842" y="300693"/>
                    <a:pt x="111042" y="270295"/>
                    <a:pt x="150533" y="231266"/>
                  </a:cubicBezTo>
                  <a:cubicBezTo>
                    <a:pt x="152818" y="229174"/>
                    <a:pt x="156054" y="228604"/>
                    <a:pt x="157006" y="225752"/>
                  </a:cubicBezTo>
                  <a:cubicBezTo>
                    <a:pt x="172901" y="177655"/>
                    <a:pt x="190700" y="40018"/>
                    <a:pt x="186131" y="4943"/>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1;p24">
              <a:extLst>
                <a:ext uri="{FF2B5EF4-FFF2-40B4-BE49-F238E27FC236}">
                  <a16:creationId xmlns:a16="http://schemas.microsoft.com/office/drawing/2014/main" id="{4288EE95-D57E-A57C-5796-3C7472095E1C}"/>
                </a:ext>
              </a:extLst>
            </p:cNvPr>
            <p:cNvSpPr/>
            <p:nvPr/>
          </p:nvSpPr>
          <p:spPr>
            <a:xfrm>
              <a:off x="4957596" y="4074866"/>
              <a:ext cx="216348" cy="290578"/>
            </a:xfrm>
            <a:custGeom>
              <a:avLst/>
              <a:gdLst/>
              <a:ahLst/>
              <a:cxnLst/>
              <a:rect l="l" t="t" r="r" b="b"/>
              <a:pathLst>
                <a:path w="216348" h="290578" extrusionOk="0">
                  <a:moveTo>
                    <a:pt x="0" y="0"/>
                  </a:moveTo>
                  <a:lnTo>
                    <a:pt x="67770" y="231360"/>
                  </a:lnTo>
                  <a:lnTo>
                    <a:pt x="216349" y="290579"/>
                  </a:lnTo>
                  <a:lnTo>
                    <a:pt x="162190" y="65302"/>
                  </a:lnTo>
                  <a:lnTo>
                    <a:pt x="0"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2;p24">
              <a:extLst>
                <a:ext uri="{FF2B5EF4-FFF2-40B4-BE49-F238E27FC236}">
                  <a16:creationId xmlns:a16="http://schemas.microsoft.com/office/drawing/2014/main" id="{23395333-966F-62A2-9EA5-5102DC01C163}"/>
                </a:ext>
              </a:extLst>
            </p:cNvPr>
            <p:cNvSpPr/>
            <p:nvPr/>
          </p:nvSpPr>
          <p:spPr>
            <a:xfrm>
              <a:off x="5101717" y="4257084"/>
              <a:ext cx="109578" cy="53390"/>
            </a:xfrm>
            <a:custGeom>
              <a:avLst/>
              <a:gdLst/>
              <a:ahLst/>
              <a:cxnLst/>
              <a:rect l="l" t="t" r="r" b="b"/>
              <a:pathLst>
                <a:path w="109578" h="53390" extrusionOk="0">
                  <a:moveTo>
                    <a:pt x="108112" y="15494"/>
                  </a:moveTo>
                  <a:cubicBezTo>
                    <a:pt x="105923" y="7604"/>
                    <a:pt x="100212" y="9505"/>
                    <a:pt x="93739" y="11502"/>
                  </a:cubicBezTo>
                  <a:cubicBezTo>
                    <a:pt x="86772" y="14353"/>
                    <a:pt x="79100" y="15019"/>
                    <a:pt x="71752" y="13403"/>
                  </a:cubicBezTo>
                  <a:cubicBezTo>
                    <a:pt x="66003" y="10627"/>
                    <a:pt x="60683" y="7043"/>
                    <a:pt x="55952" y="2757"/>
                  </a:cubicBezTo>
                  <a:cubicBezTo>
                    <a:pt x="53077" y="1017"/>
                    <a:pt x="49794" y="67"/>
                    <a:pt x="46434" y="0"/>
                  </a:cubicBezTo>
                  <a:cubicBezTo>
                    <a:pt x="46434" y="1996"/>
                    <a:pt x="49860" y="13688"/>
                    <a:pt x="49860" y="13688"/>
                  </a:cubicBezTo>
                  <a:cubicBezTo>
                    <a:pt x="49860" y="13688"/>
                    <a:pt x="17308" y="13688"/>
                    <a:pt x="13977" y="13688"/>
                  </a:cubicBezTo>
                  <a:cubicBezTo>
                    <a:pt x="11045" y="13070"/>
                    <a:pt x="8171" y="14952"/>
                    <a:pt x="7552" y="17880"/>
                  </a:cubicBezTo>
                  <a:cubicBezTo>
                    <a:pt x="7200" y="19572"/>
                    <a:pt x="7676" y="21339"/>
                    <a:pt x="8837" y="22623"/>
                  </a:cubicBezTo>
                  <a:cubicBezTo>
                    <a:pt x="8104" y="22680"/>
                    <a:pt x="7381" y="22680"/>
                    <a:pt x="6648" y="22623"/>
                  </a:cubicBezTo>
                  <a:cubicBezTo>
                    <a:pt x="-15" y="21102"/>
                    <a:pt x="-2870" y="31368"/>
                    <a:pt x="3792" y="32889"/>
                  </a:cubicBezTo>
                  <a:cubicBezTo>
                    <a:pt x="5582" y="33231"/>
                    <a:pt x="7399" y="33487"/>
                    <a:pt x="9218" y="33649"/>
                  </a:cubicBezTo>
                  <a:cubicBezTo>
                    <a:pt x="4839" y="35360"/>
                    <a:pt x="3792" y="42584"/>
                    <a:pt x="9218" y="43154"/>
                  </a:cubicBezTo>
                  <a:lnTo>
                    <a:pt x="10836" y="43154"/>
                  </a:lnTo>
                  <a:cubicBezTo>
                    <a:pt x="11645" y="43373"/>
                    <a:pt x="12501" y="43373"/>
                    <a:pt x="13310" y="43154"/>
                  </a:cubicBezTo>
                  <a:lnTo>
                    <a:pt x="14262" y="43154"/>
                  </a:lnTo>
                  <a:cubicBezTo>
                    <a:pt x="13701" y="46358"/>
                    <a:pt x="15852" y="49418"/>
                    <a:pt x="19059" y="49970"/>
                  </a:cubicBezTo>
                  <a:cubicBezTo>
                    <a:pt x="19107" y="49979"/>
                    <a:pt x="19164" y="49989"/>
                    <a:pt x="19212" y="49998"/>
                  </a:cubicBezTo>
                  <a:cubicBezTo>
                    <a:pt x="35107" y="52089"/>
                    <a:pt x="58522" y="58458"/>
                    <a:pt x="72894" y="45341"/>
                  </a:cubicBezTo>
                  <a:cubicBezTo>
                    <a:pt x="82774" y="44295"/>
                    <a:pt x="92416" y="41662"/>
                    <a:pt x="101449" y="37546"/>
                  </a:cubicBezTo>
                  <a:cubicBezTo>
                    <a:pt x="110491" y="33839"/>
                    <a:pt x="110777" y="24904"/>
                    <a:pt x="108112" y="15494"/>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3;p24">
              <a:extLst>
                <a:ext uri="{FF2B5EF4-FFF2-40B4-BE49-F238E27FC236}">
                  <a16:creationId xmlns:a16="http://schemas.microsoft.com/office/drawing/2014/main" id="{CB62724B-EE80-C398-D4EA-64782FA9303C}"/>
                </a:ext>
              </a:extLst>
            </p:cNvPr>
            <p:cNvSpPr/>
            <p:nvPr/>
          </p:nvSpPr>
          <p:spPr>
            <a:xfrm>
              <a:off x="4984781" y="4223327"/>
              <a:ext cx="67863" cy="55821"/>
            </a:xfrm>
            <a:custGeom>
              <a:avLst/>
              <a:gdLst/>
              <a:ahLst/>
              <a:cxnLst/>
              <a:rect l="l" t="t" r="r" b="b"/>
              <a:pathLst>
                <a:path w="67863" h="55821" extrusionOk="0">
                  <a:moveTo>
                    <a:pt x="62477" y="30335"/>
                  </a:moveTo>
                  <a:lnTo>
                    <a:pt x="60192" y="30335"/>
                  </a:lnTo>
                  <a:cubicBezTo>
                    <a:pt x="62420" y="28253"/>
                    <a:pt x="62534" y="24764"/>
                    <a:pt x="60459" y="22540"/>
                  </a:cubicBezTo>
                  <a:cubicBezTo>
                    <a:pt x="59564" y="21590"/>
                    <a:pt x="58355" y="20981"/>
                    <a:pt x="57051" y="20829"/>
                  </a:cubicBezTo>
                  <a:cubicBezTo>
                    <a:pt x="53720" y="20829"/>
                    <a:pt x="20216" y="13890"/>
                    <a:pt x="20216" y="13890"/>
                  </a:cubicBezTo>
                  <a:lnTo>
                    <a:pt x="16123" y="108"/>
                  </a:lnTo>
                  <a:cubicBezTo>
                    <a:pt x="16123" y="-653"/>
                    <a:pt x="10317" y="2864"/>
                    <a:pt x="10127" y="2959"/>
                  </a:cubicBezTo>
                  <a:cubicBezTo>
                    <a:pt x="4406" y="6723"/>
                    <a:pt x="694" y="12873"/>
                    <a:pt x="37" y="19689"/>
                  </a:cubicBezTo>
                  <a:cubicBezTo>
                    <a:pt x="-400" y="29232"/>
                    <a:pt x="3035" y="38557"/>
                    <a:pt x="9555" y="45543"/>
                  </a:cubicBezTo>
                  <a:cubicBezTo>
                    <a:pt x="15638" y="51503"/>
                    <a:pt x="23785" y="54906"/>
                    <a:pt x="32304" y="55049"/>
                  </a:cubicBezTo>
                  <a:cubicBezTo>
                    <a:pt x="36302" y="55049"/>
                    <a:pt x="40204" y="55049"/>
                    <a:pt x="43726" y="55809"/>
                  </a:cubicBezTo>
                  <a:cubicBezTo>
                    <a:pt x="46981" y="56018"/>
                    <a:pt x="49789" y="53556"/>
                    <a:pt x="49998" y="50305"/>
                  </a:cubicBezTo>
                  <a:cubicBezTo>
                    <a:pt x="49998" y="50210"/>
                    <a:pt x="50008" y="50106"/>
                    <a:pt x="50008" y="50011"/>
                  </a:cubicBezTo>
                  <a:lnTo>
                    <a:pt x="51055" y="50011"/>
                  </a:lnTo>
                  <a:cubicBezTo>
                    <a:pt x="51835" y="50201"/>
                    <a:pt x="52654" y="50201"/>
                    <a:pt x="53435" y="50011"/>
                  </a:cubicBezTo>
                  <a:lnTo>
                    <a:pt x="55148" y="50011"/>
                  </a:lnTo>
                  <a:cubicBezTo>
                    <a:pt x="60859" y="50011"/>
                    <a:pt x="61334" y="42977"/>
                    <a:pt x="57432" y="40505"/>
                  </a:cubicBezTo>
                  <a:cubicBezTo>
                    <a:pt x="59240" y="40505"/>
                    <a:pt x="61049" y="40505"/>
                    <a:pt x="62953" y="40505"/>
                  </a:cubicBezTo>
                  <a:cubicBezTo>
                    <a:pt x="69901" y="40885"/>
                    <a:pt x="69234" y="30239"/>
                    <a:pt x="62477" y="30335"/>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4;p24">
              <a:extLst>
                <a:ext uri="{FF2B5EF4-FFF2-40B4-BE49-F238E27FC236}">
                  <a16:creationId xmlns:a16="http://schemas.microsoft.com/office/drawing/2014/main" id="{0226DF2A-A7F4-9670-D035-628F86E3DBE0}"/>
                </a:ext>
              </a:extLst>
            </p:cNvPr>
            <p:cNvSpPr/>
            <p:nvPr/>
          </p:nvSpPr>
          <p:spPr>
            <a:xfrm>
              <a:off x="5132255" y="3894454"/>
              <a:ext cx="67293" cy="97715"/>
            </a:xfrm>
            <a:custGeom>
              <a:avLst/>
              <a:gdLst/>
              <a:ahLst/>
              <a:cxnLst/>
              <a:rect l="l" t="t" r="r" b="b"/>
              <a:pathLst>
                <a:path w="67293" h="97715" extrusionOk="0">
                  <a:moveTo>
                    <a:pt x="24367" y="97715"/>
                  </a:moveTo>
                  <a:cubicBezTo>
                    <a:pt x="15153" y="97344"/>
                    <a:pt x="6435" y="93466"/>
                    <a:pt x="0" y="86879"/>
                  </a:cubicBezTo>
                  <a:cubicBezTo>
                    <a:pt x="1333" y="69769"/>
                    <a:pt x="23224" y="4848"/>
                    <a:pt x="67294" y="0"/>
                  </a:cubicBezTo>
                  <a:cubicBezTo>
                    <a:pt x="55310" y="8431"/>
                    <a:pt x="45811" y="19923"/>
                    <a:pt x="39786" y="33269"/>
                  </a:cubicBezTo>
                  <a:cubicBezTo>
                    <a:pt x="33000" y="54323"/>
                    <a:pt x="27841" y="75872"/>
                    <a:pt x="24367" y="9771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6" name="Google Shape;1105;p24">
              <a:extLst>
                <a:ext uri="{FF2B5EF4-FFF2-40B4-BE49-F238E27FC236}">
                  <a16:creationId xmlns:a16="http://schemas.microsoft.com/office/drawing/2014/main" id="{B0B39EBA-3924-482B-0063-E4944ABB1CAF}"/>
                </a:ext>
              </a:extLst>
            </p:cNvPr>
            <p:cNvSpPr/>
            <p:nvPr/>
          </p:nvSpPr>
          <p:spPr>
            <a:xfrm>
              <a:off x="5305132" y="3960902"/>
              <a:ext cx="81740" cy="121566"/>
            </a:xfrm>
            <a:custGeom>
              <a:avLst/>
              <a:gdLst/>
              <a:ahLst/>
              <a:cxnLst/>
              <a:rect l="l" t="t" r="r" b="b"/>
              <a:pathLst>
                <a:path w="81740" h="121566" extrusionOk="0">
                  <a:moveTo>
                    <a:pt x="75168" y="117100"/>
                  </a:moveTo>
                  <a:cubicBezTo>
                    <a:pt x="75168" y="117100"/>
                    <a:pt x="31289" y="132214"/>
                    <a:pt x="355" y="106834"/>
                  </a:cubicBezTo>
                  <a:cubicBezTo>
                    <a:pt x="-2977" y="101036"/>
                    <a:pt x="18249" y="26514"/>
                    <a:pt x="18249" y="26514"/>
                  </a:cubicBezTo>
                  <a:cubicBezTo>
                    <a:pt x="18249" y="26514"/>
                    <a:pt x="36714" y="-11507"/>
                    <a:pt x="65840" y="3511"/>
                  </a:cubicBezTo>
                  <a:cubicBezTo>
                    <a:pt x="94966" y="18530"/>
                    <a:pt x="75168" y="117100"/>
                    <a:pt x="75168" y="11710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7" name="Google Shape;1106;p24">
              <a:extLst>
                <a:ext uri="{FF2B5EF4-FFF2-40B4-BE49-F238E27FC236}">
                  <a16:creationId xmlns:a16="http://schemas.microsoft.com/office/drawing/2014/main" id="{FAE8364B-D8B7-DB51-031A-F4B7C399EECD}"/>
                </a:ext>
              </a:extLst>
            </p:cNvPr>
            <p:cNvSpPr/>
            <p:nvPr/>
          </p:nvSpPr>
          <p:spPr>
            <a:xfrm>
              <a:off x="2821998" y="4049582"/>
              <a:ext cx="101559" cy="177370"/>
            </a:xfrm>
            <a:custGeom>
              <a:avLst/>
              <a:gdLst/>
              <a:ahLst/>
              <a:cxnLst/>
              <a:rect l="l" t="t" r="r" b="b"/>
              <a:pathLst>
                <a:path w="101559" h="177370" extrusionOk="0">
                  <a:moveTo>
                    <a:pt x="0" y="0"/>
                  </a:moveTo>
                  <a:cubicBezTo>
                    <a:pt x="0" y="0"/>
                    <a:pt x="6092" y="90966"/>
                    <a:pt x="17989" y="104084"/>
                  </a:cubicBezTo>
                  <a:cubicBezTo>
                    <a:pt x="29887" y="117201"/>
                    <a:pt x="70340" y="126136"/>
                    <a:pt x="70340" y="126136"/>
                  </a:cubicBezTo>
                  <a:lnTo>
                    <a:pt x="101559" y="177370"/>
                  </a:lnTo>
                  <a:cubicBezTo>
                    <a:pt x="101559" y="177370"/>
                    <a:pt x="73005" y="14543"/>
                    <a:pt x="66913" y="10646"/>
                  </a:cubicBezTo>
                  <a:cubicBezTo>
                    <a:pt x="60821" y="6749"/>
                    <a:pt x="0" y="0"/>
                    <a:pt x="0"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7;p24">
              <a:extLst>
                <a:ext uri="{FF2B5EF4-FFF2-40B4-BE49-F238E27FC236}">
                  <a16:creationId xmlns:a16="http://schemas.microsoft.com/office/drawing/2014/main" id="{7CD252D9-7EDE-9E97-B8F7-E82F1F956209}"/>
                </a:ext>
              </a:extLst>
            </p:cNvPr>
            <p:cNvSpPr/>
            <p:nvPr/>
          </p:nvSpPr>
          <p:spPr>
            <a:xfrm>
              <a:off x="2814097" y="3945071"/>
              <a:ext cx="67769" cy="130685"/>
            </a:xfrm>
            <a:custGeom>
              <a:avLst/>
              <a:gdLst/>
              <a:ahLst/>
              <a:cxnLst/>
              <a:rect l="l" t="t" r="r" b="b"/>
              <a:pathLst>
                <a:path w="67769" h="130685" extrusionOk="0">
                  <a:moveTo>
                    <a:pt x="67770" y="3183"/>
                  </a:moveTo>
                  <a:cubicBezTo>
                    <a:pt x="52097" y="-4127"/>
                    <a:pt x="33430" y="1529"/>
                    <a:pt x="24462" y="16300"/>
                  </a:cubicBezTo>
                  <a:cubicBezTo>
                    <a:pt x="12945" y="35311"/>
                    <a:pt x="1047" y="100328"/>
                    <a:pt x="0" y="111354"/>
                  </a:cubicBezTo>
                  <a:cubicBezTo>
                    <a:pt x="0" y="111354"/>
                    <a:pt x="16086" y="133597"/>
                    <a:pt x="40167" y="13036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8;p24">
              <a:extLst>
                <a:ext uri="{FF2B5EF4-FFF2-40B4-BE49-F238E27FC236}">
                  <a16:creationId xmlns:a16="http://schemas.microsoft.com/office/drawing/2014/main" id="{88EE9B43-0E20-86DA-DD2E-E0CF90D9DABC}"/>
                </a:ext>
              </a:extLst>
            </p:cNvPr>
            <p:cNvSpPr/>
            <p:nvPr/>
          </p:nvSpPr>
          <p:spPr>
            <a:xfrm>
              <a:off x="2966810" y="4837262"/>
              <a:ext cx="145801" cy="82247"/>
            </a:xfrm>
            <a:custGeom>
              <a:avLst/>
              <a:gdLst/>
              <a:ahLst/>
              <a:cxnLst/>
              <a:rect l="l" t="t" r="r" b="b"/>
              <a:pathLst>
                <a:path w="145801" h="82247" extrusionOk="0">
                  <a:moveTo>
                    <a:pt x="7003" y="19800"/>
                  </a:moveTo>
                  <a:cubicBezTo>
                    <a:pt x="23964" y="24458"/>
                    <a:pt x="42087" y="22272"/>
                    <a:pt x="57449" y="13717"/>
                  </a:cubicBezTo>
                  <a:cubicBezTo>
                    <a:pt x="69537" y="13717"/>
                    <a:pt x="135498" y="-14134"/>
                    <a:pt x="144446" y="9535"/>
                  </a:cubicBezTo>
                  <a:cubicBezTo>
                    <a:pt x="152346" y="30256"/>
                    <a:pt x="123791" y="49457"/>
                    <a:pt x="108562" y="53164"/>
                  </a:cubicBezTo>
                  <a:cubicBezTo>
                    <a:pt x="75248" y="61244"/>
                    <a:pt x="50596" y="77783"/>
                    <a:pt x="37175" y="80635"/>
                  </a:cubicBezTo>
                  <a:cubicBezTo>
                    <a:pt x="27657" y="82726"/>
                    <a:pt x="14332" y="84057"/>
                    <a:pt x="6432" y="76262"/>
                  </a:cubicBezTo>
                  <a:cubicBezTo>
                    <a:pt x="-2515" y="66852"/>
                    <a:pt x="-1944" y="32157"/>
                    <a:pt x="7003" y="1980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09;p24">
              <a:extLst>
                <a:ext uri="{FF2B5EF4-FFF2-40B4-BE49-F238E27FC236}">
                  <a16:creationId xmlns:a16="http://schemas.microsoft.com/office/drawing/2014/main" id="{BE86E4D4-1172-CE33-879F-0AF3D2F3D1AB}"/>
                </a:ext>
              </a:extLst>
            </p:cNvPr>
            <p:cNvSpPr/>
            <p:nvPr/>
          </p:nvSpPr>
          <p:spPr>
            <a:xfrm>
              <a:off x="2969244" y="4850979"/>
              <a:ext cx="143767" cy="68530"/>
            </a:xfrm>
            <a:custGeom>
              <a:avLst/>
              <a:gdLst/>
              <a:ahLst/>
              <a:cxnLst/>
              <a:rect l="l" t="t" r="r" b="b"/>
              <a:pathLst>
                <a:path w="143767" h="68530" extrusionOk="0">
                  <a:moveTo>
                    <a:pt x="35122" y="61119"/>
                  </a:moveTo>
                  <a:cubicBezTo>
                    <a:pt x="48543" y="58363"/>
                    <a:pt x="73195" y="42109"/>
                    <a:pt x="106509" y="33649"/>
                  </a:cubicBezTo>
                  <a:cubicBezTo>
                    <a:pt x="119263" y="30607"/>
                    <a:pt x="141250" y="16634"/>
                    <a:pt x="143535" y="0"/>
                  </a:cubicBezTo>
                  <a:cubicBezTo>
                    <a:pt x="146485" y="19011"/>
                    <a:pt x="120691" y="36025"/>
                    <a:pt x="106509" y="39447"/>
                  </a:cubicBezTo>
                  <a:cubicBezTo>
                    <a:pt x="73195" y="47527"/>
                    <a:pt x="48543" y="64066"/>
                    <a:pt x="35122" y="66918"/>
                  </a:cubicBezTo>
                  <a:cubicBezTo>
                    <a:pt x="25604" y="69009"/>
                    <a:pt x="12278" y="70340"/>
                    <a:pt x="4378" y="62545"/>
                  </a:cubicBezTo>
                  <a:cubicBezTo>
                    <a:pt x="2265" y="60292"/>
                    <a:pt x="761" y="57545"/>
                    <a:pt x="0" y="54561"/>
                  </a:cubicBezTo>
                  <a:cubicBezTo>
                    <a:pt x="10013" y="62156"/>
                    <a:pt x="23034" y="64589"/>
                    <a:pt x="35122" y="61119"/>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0;p24">
              <a:extLst>
                <a:ext uri="{FF2B5EF4-FFF2-40B4-BE49-F238E27FC236}">
                  <a16:creationId xmlns:a16="http://schemas.microsoft.com/office/drawing/2014/main" id="{E1C6BAC9-D7A5-3BD4-95B0-B27280F1DC80}"/>
                </a:ext>
              </a:extLst>
            </p:cNvPr>
            <p:cNvSpPr/>
            <p:nvPr/>
          </p:nvSpPr>
          <p:spPr>
            <a:xfrm>
              <a:off x="2864165" y="4805303"/>
              <a:ext cx="146191" cy="82209"/>
            </a:xfrm>
            <a:custGeom>
              <a:avLst/>
              <a:gdLst/>
              <a:ahLst/>
              <a:cxnLst/>
              <a:rect l="l" t="t" r="r" b="b"/>
              <a:pathLst>
                <a:path w="146191" h="82209" extrusionOk="0">
                  <a:moveTo>
                    <a:pt x="7327" y="19726"/>
                  </a:moveTo>
                  <a:cubicBezTo>
                    <a:pt x="24287" y="24431"/>
                    <a:pt x="42423" y="22245"/>
                    <a:pt x="57774" y="13642"/>
                  </a:cubicBezTo>
                  <a:cubicBezTo>
                    <a:pt x="69957" y="13642"/>
                    <a:pt x="135823" y="-14113"/>
                    <a:pt x="144865" y="9555"/>
                  </a:cubicBezTo>
                  <a:cubicBezTo>
                    <a:pt x="152670" y="30277"/>
                    <a:pt x="124116" y="49477"/>
                    <a:pt x="108886" y="53185"/>
                  </a:cubicBezTo>
                  <a:cubicBezTo>
                    <a:pt x="75573" y="61169"/>
                    <a:pt x="50921" y="77804"/>
                    <a:pt x="37595" y="80560"/>
                  </a:cubicBezTo>
                  <a:cubicBezTo>
                    <a:pt x="27601" y="82651"/>
                    <a:pt x="14656" y="84077"/>
                    <a:pt x="6756" y="76283"/>
                  </a:cubicBezTo>
                  <a:cubicBezTo>
                    <a:pt x="-2762" y="66872"/>
                    <a:pt x="-1905" y="32178"/>
                    <a:pt x="7327" y="19726"/>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1;p24">
              <a:extLst>
                <a:ext uri="{FF2B5EF4-FFF2-40B4-BE49-F238E27FC236}">
                  <a16:creationId xmlns:a16="http://schemas.microsoft.com/office/drawing/2014/main" id="{BD1EB1F6-2662-1128-33F9-C8C95E52C393}"/>
                </a:ext>
              </a:extLst>
            </p:cNvPr>
            <p:cNvSpPr/>
            <p:nvPr/>
          </p:nvSpPr>
          <p:spPr>
            <a:xfrm>
              <a:off x="2866543" y="4818565"/>
              <a:ext cx="143767" cy="68566"/>
            </a:xfrm>
            <a:custGeom>
              <a:avLst/>
              <a:gdLst/>
              <a:ahLst/>
              <a:cxnLst/>
              <a:rect l="l" t="t" r="r" b="b"/>
              <a:pathLst>
                <a:path w="143767" h="68566" extrusionOk="0">
                  <a:moveTo>
                    <a:pt x="35217" y="61215"/>
                  </a:moveTo>
                  <a:cubicBezTo>
                    <a:pt x="48543" y="58363"/>
                    <a:pt x="73290" y="42204"/>
                    <a:pt x="106509" y="33744"/>
                  </a:cubicBezTo>
                  <a:cubicBezTo>
                    <a:pt x="119263" y="30702"/>
                    <a:pt x="141345" y="16730"/>
                    <a:pt x="143534" y="0"/>
                  </a:cubicBezTo>
                  <a:cubicBezTo>
                    <a:pt x="146485" y="19011"/>
                    <a:pt x="120691" y="36025"/>
                    <a:pt x="106509" y="39542"/>
                  </a:cubicBezTo>
                  <a:cubicBezTo>
                    <a:pt x="73195" y="47527"/>
                    <a:pt x="48543" y="64161"/>
                    <a:pt x="35217" y="66918"/>
                  </a:cubicBezTo>
                  <a:cubicBezTo>
                    <a:pt x="25223" y="69009"/>
                    <a:pt x="12278" y="70435"/>
                    <a:pt x="4378" y="62640"/>
                  </a:cubicBezTo>
                  <a:cubicBezTo>
                    <a:pt x="2320" y="60350"/>
                    <a:pt x="821" y="57622"/>
                    <a:pt x="0" y="54656"/>
                  </a:cubicBezTo>
                  <a:cubicBezTo>
                    <a:pt x="10052" y="62251"/>
                    <a:pt x="23099" y="64684"/>
                    <a:pt x="35217" y="61215"/>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3" name="Google Shape;1112;p24">
              <a:extLst>
                <a:ext uri="{FF2B5EF4-FFF2-40B4-BE49-F238E27FC236}">
                  <a16:creationId xmlns:a16="http://schemas.microsoft.com/office/drawing/2014/main" id="{F332E4B9-69A6-F7D1-5255-C95AA420EC52}"/>
                </a:ext>
              </a:extLst>
            </p:cNvPr>
            <p:cNvSpPr/>
            <p:nvPr/>
          </p:nvSpPr>
          <p:spPr>
            <a:xfrm>
              <a:off x="2858160" y="4267254"/>
              <a:ext cx="210834" cy="594226"/>
            </a:xfrm>
            <a:custGeom>
              <a:avLst/>
              <a:gdLst/>
              <a:ahLst/>
              <a:cxnLst/>
              <a:rect l="l" t="t" r="r" b="b"/>
              <a:pathLst>
                <a:path w="210834" h="594226" extrusionOk="0">
                  <a:moveTo>
                    <a:pt x="6098" y="372610"/>
                  </a:moveTo>
                  <a:cubicBezTo>
                    <a:pt x="8933" y="348172"/>
                    <a:pt x="14031" y="324057"/>
                    <a:pt x="21327" y="300559"/>
                  </a:cubicBezTo>
                  <a:cubicBezTo>
                    <a:pt x="21327" y="300559"/>
                    <a:pt x="16759" y="238299"/>
                    <a:pt x="14474" y="179271"/>
                  </a:cubicBezTo>
                  <a:cubicBezTo>
                    <a:pt x="11904" y="112734"/>
                    <a:pt x="-11320" y="53420"/>
                    <a:pt x="6955" y="0"/>
                  </a:cubicBezTo>
                  <a:lnTo>
                    <a:pt x="210835" y="45340"/>
                  </a:lnTo>
                  <a:cubicBezTo>
                    <a:pt x="210835" y="45340"/>
                    <a:pt x="201317" y="312821"/>
                    <a:pt x="198176" y="345140"/>
                  </a:cubicBezTo>
                  <a:cubicBezTo>
                    <a:pt x="196596" y="370310"/>
                    <a:pt x="193417" y="395366"/>
                    <a:pt x="188657" y="420137"/>
                  </a:cubicBezTo>
                  <a:cubicBezTo>
                    <a:pt x="179139" y="471941"/>
                    <a:pt x="168955" y="587907"/>
                    <a:pt x="168955" y="587907"/>
                  </a:cubicBezTo>
                  <a:cubicBezTo>
                    <a:pt x="147063" y="600644"/>
                    <a:pt x="114987" y="590188"/>
                    <a:pt x="114987" y="590188"/>
                  </a:cubicBezTo>
                  <a:cubicBezTo>
                    <a:pt x="114987" y="590188"/>
                    <a:pt x="114987" y="445041"/>
                    <a:pt x="116224" y="407685"/>
                  </a:cubicBezTo>
                  <a:cubicBezTo>
                    <a:pt x="117937" y="362059"/>
                    <a:pt x="119365" y="365576"/>
                    <a:pt x="119365" y="365576"/>
                  </a:cubicBezTo>
                  <a:lnTo>
                    <a:pt x="112512" y="251987"/>
                  </a:lnTo>
                  <a:lnTo>
                    <a:pt x="108038" y="195525"/>
                  </a:lnTo>
                  <a:cubicBezTo>
                    <a:pt x="108038" y="195525"/>
                    <a:pt x="102327" y="236969"/>
                    <a:pt x="98520" y="273945"/>
                  </a:cubicBezTo>
                  <a:cubicBezTo>
                    <a:pt x="95284" y="306263"/>
                    <a:pt x="87479" y="335444"/>
                    <a:pt x="78722" y="395613"/>
                  </a:cubicBezTo>
                  <a:cubicBezTo>
                    <a:pt x="71203" y="447703"/>
                    <a:pt x="63398" y="554068"/>
                    <a:pt x="63398" y="554068"/>
                  </a:cubicBezTo>
                  <a:cubicBezTo>
                    <a:pt x="41506" y="566710"/>
                    <a:pt x="12000" y="557965"/>
                    <a:pt x="12000" y="557965"/>
                  </a:cubicBezTo>
                  <a:cubicBezTo>
                    <a:pt x="12000" y="557965"/>
                    <a:pt x="197" y="417856"/>
                    <a:pt x="6098" y="37261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4" name="Google Shape;1113;p24">
              <a:extLst>
                <a:ext uri="{FF2B5EF4-FFF2-40B4-BE49-F238E27FC236}">
                  <a16:creationId xmlns:a16="http://schemas.microsoft.com/office/drawing/2014/main" id="{9E05E8A8-2F2B-D3E1-C60F-2759ED0D0892}"/>
                </a:ext>
              </a:extLst>
            </p:cNvPr>
            <p:cNvSpPr/>
            <p:nvPr/>
          </p:nvSpPr>
          <p:spPr>
            <a:xfrm>
              <a:off x="2884049" y="3772563"/>
              <a:ext cx="155365" cy="247695"/>
            </a:xfrm>
            <a:custGeom>
              <a:avLst/>
              <a:gdLst/>
              <a:ahLst/>
              <a:cxnLst/>
              <a:rect l="l" t="t" r="r" b="b"/>
              <a:pathLst>
                <a:path w="155365" h="247695" extrusionOk="0">
                  <a:moveTo>
                    <a:pt x="8859" y="177022"/>
                  </a:moveTo>
                  <a:cubicBezTo>
                    <a:pt x="24564" y="177782"/>
                    <a:pt x="36271" y="181869"/>
                    <a:pt x="38270" y="177022"/>
                  </a:cubicBezTo>
                  <a:cubicBezTo>
                    <a:pt x="39966" y="168895"/>
                    <a:pt x="41174" y="160673"/>
                    <a:pt x="41887" y="152403"/>
                  </a:cubicBezTo>
                  <a:cubicBezTo>
                    <a:pt x="40078" y="147840"/>
                    <a:pt x="38460" y="142897"/>
                    <a:pt x="38460" y="142897"/>
                  </a:cubicBezTo>
                  <a:cubicBezTo>
                    <a:pt x="18662" y="130826"/>
                    <a:pt x="12476" y="109439"/>
                    <a:pt x="9906" y="84535"/>
                  </a:cubicBezTo>
                  <a:cubicBezTo>
                    <a:pt x="5527" y="42046"/>
                    <a:pt x="28942" y="4880"/>
                    <a:pt x="71013" y="412"/>
                  </a:cubicBezTo>
                  <a:cubicBezTo>
                    <a:pt x="111084" y="-3770"/>
                    <a:pt x="140495" y="24365"/>
                    <a:pt x="148396" y="62862"/>
                  </a:cubicBezTo>
                  <a:cubicBezTo>
                    <a:pt x="152584" y="81873"/>
                    <a:pt x="161055" y="117899"/>
                    <a:pt x="149633" y="149171"/>
                  </a:cubicBezTo>
                  <a:cubicBezTo>
                    <a:pt x="143256" y="166756"/>
                    <a:pt x="135070" y="180634"/>
                    <a:pt x="126884" y="183295"/>
                  </a:cubicBezTo>
                  <a:cubicBezTo>
                    <a:pt x="118946" y="183143"/>
                    <a:pt x="111027" y="182449"/>
                    <a:pt x="103184" y="181204"/>
                  </a:cubicBezTo>
                  <a:lnTo>
                    <a:pt x="103184" y="181204"/>
                  </a:lnTo>
                  <a:cubicBezTo>
                    <a:pt x="103184" y="181204"/>
                    <a:pt x="101090" y="192991"/>
                    <a:pt x="99662" y="200215"/>
                  </a:cubicBezTo>
                  <a:cubicBezTo>
                    <a:pt x="98235" y="207439"/>
                    <a:pt x="98711" y="211716"/>
                    <a:pt x="113844" y="221031"/>
                  </a:cubicBezTo>
                  <a:cubicBezTo>
                    <a:pt x="128978" y="230347"/>
                    <a:pt x="91001" y="249548"/>
                    <a:pt x="66253" y="247551"/>
                  </a:cubicBezTo>
                  <a:cubicBezTo>
                    <a:pt x="41506" y="245555"/>
                    <a:pt x="13523" y="230727"/>
                    <a:pt x="5908" y="214758"/>
                  </a:cubicBezTo>
                  <a:cubicBezTo>
                    <a:pt x="-2754" y="197553"/>
                    <a:pt x="-1992" y="176451"/>
                    <a:pt x="8859" y="177022"/>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5" name="Google Shape;1114;p24">
              <a:extLst>
                <a:ext uri="{FF2B5EF4-FFF2-40B4-BE49-F238E27FC236}">
                  <a16:creationId xmlns:a16="http://schemas.microsoft.com/office/drawing/2014/main" id="{80703853-AC69-C65E-850A-91CDF99D7D6E}"/>
                </a:ext>
              </a:extLst>
            </p:cNvPr>
            <p:cNvSpPr/>
            <p:nvPr/>
          </p:nvSpPr>
          <p:spPr>
            <a:xfrm>
              <a:off x="2832349" y="3948237"/>
              <a:ext cx="239208" cy="394751"/>
            </a:xfrm>
            <a:custGeom>
              <a:avLst/>
              <a:gdLst/>
              <a:ahLst/>
              <a:cxnLst/>
              <a:rect l="l" t="t" r="r" b="b"/>
              <a:pathLst>
                <a:path w="239208" h="394751" extrusionOk="0">
                  <a:moveTo>
                    <a:pt x="83308" y="3725"/>
                  </a:moveTo>
                  <a:cubicBezTo>
                    <a:pt x="78930" y="14561"/>
                    <a:pt x="90066" y="27868"/>
                    <a:pt x="119667" y="37088"/>
                  </a:cubicBezTo>
                  <a:cubicBezTo>
                    <a:pt x="149269" y="46308"/>
                    <a:pt x="151839" y="34427"/>
                    <a:pt x="151839" y="34427"/>
                  </a:cubicBezTo>
                  <a:cubicBezTo>
                    <a:pt x="171408" y="43257"/>
                    <a:pt x="190473" y="53162"/>
                    <a:pt x="208948" y="64083"/>
                  </a:cubicBezTo>
                  <a:cubicBezTo>
                    <a:pt x="226652" y="76441"/>
                    <a:pt x="234552" y="112371"/>
                    <a:pt x="236932" y="172920"/>
                  </a:cubicBezTo>
                  <a:cubicBezTo>
                    <a:pt x="239692" y="242974"/>
                    <a:pt x="239977" y="346963"/>
                    <a:pt x="237598" y="364928"/>
                  </a:cubicBezTo>
                  <a:cubicBezTo>
                    <a:pt x="237598" y="364928"/>
                    <a:pt x="204475" y="398007"/>
                    <a:pt x="161452" y="394490"/>
                  </a:cubicBezTo>
                  <a:cubicBezTo>
                    <a:pt x="118430" y="390973"/>
                    <a:pt x="47234" y="353427"/>
                    <a:pt x="30196" y="324435"/>
                  </a:cubicBezTo>
                  <a:cubicBezTo>
                    <a:pt x="30196" y="263031"/>
                    <a:pt x="37906" y="253050"/>
                    <a:pt x="27912" y="217595"/>
                  </a:cubicBezTo>
                  <a:cubicBezTo>
                    <a:pt x="5068" y="136514"/>
                    <a:pt x="-6925" y="103531"/>
                    <a:pt x="4212" y="49540"/>
                  </a:cubicBezTo>
                  <a:cubicBezTo>
                    <a:pt x="13730" y="5150"/>
                    <a:pt x="26103" y="-363"/>
                    <a:pt x="43712" y="17"/>
                  </a:cubicBezTo>
                  <a:cubicBezTo>
                    <a:pt x="56967" y="550"/>
                    <a:pt x="70185" y="1785"/>
                    <a:pt x="83308" y="3725"/>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6" name="Google Shape;1115;p24">
              <a:extLst>
                <a:ext uri="{FF2B5EF4-FFF2-40B4-BE49-F238E27FC236}">
                  <a16:creationId xmlns:a16="http://schemas.microsoft.com/office/drawing/2014/main" id="{1C16D40D-A537-DE3E-13FA-B2F3CA2BB5AB}"/>
                </a:ext>
              </a:extLst>
            </p:cNvPr>
            <p:cNvSpPr/>
            <p:nvPr/>
          </p:nvSpPr>
          <p:spPr>
            <a:xfrm>
              <a:off x="3011886" y="4098914"/>
              <a:ext cx="63391" cy="288487"/>
            </a:xfrm>
            <a:custGeom>
              <a:avLst/>
              <a:gdLst/>
              <a:ahLst/>
              <a:cxnLst/>
              <a:rect l="l" t="t" r="r" b="b"/>
              <a:pathLst>
                <a:path w="63391" h="288487" extrusionOk="0">
                  <a:moveTo>
                    <a:pt x="21226" y="268241"/>
                  </a:moveTo>
                  <a:lnTo>
                    <a:pt x="0" y="24144"/>
                  </a:lnTo>
                  <a:lnTo>
                    <a:pt x="45592" y="0"/>
                  </a:lnTo>
                  <a:lnTo>
                    <a:pt x="63391" y="14923"/>
                  </a:lnTo>
                  <a:lnTo>
                    <a:pt x="57109" y="234117"/>
                  </a:lnTo>
                  <a:lnTo>
                    <a:pt x="57109" y="234117"/>
                  </a:lnTo>
                  <a:lnTo>
                    <a:pt x="57109" y="240200"/>
                  </a:lnTo>
                  <a:lnTo>
                    <a:pt x="57109" y="240200"/>
                  </a:lnTo>
                  <a:lnTo>
                    <a:pt x="57109" y="247995"/>
                  </a:lnTo>
                  <a:cubicBezTo>
                    <a:pt x="57109" y="247995"/>
                    <a:pt x="58061" y="266435"/>
                    <a:pt x="23224" y="288488"/>
                  </a:cubicBezTo>
                  <a:cubicBezTo>
                    <a:pt x="23224" y="288488"/>
                    <a:pt x="22653" y="282689"/>
                    <a:pt x="22177" y="277271"/>
                  </a:cubicBezTo>
                  <a:lnTo>
                    <a:pt x="22177" y="277271"/>
                  </a:lnTo>
                  <a:lnTo>
                    <a:pt x="21321" y="267766"/>
                  </a:ln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7" name="Google Shape;1116;p24">
              <a:extLst>
                <a:ext uri="{FF2B5EF4-FFF2-40B4-BE49-F238E27FC236}">
                  <a16:creationId xmlns:a16="http://schemas.microsoft.com/office/drawing/2014/main" id="{437DC618-D92F-A74F-18CF-A88BE03F264D}"/>
                </a:ext>
              </a:extLst>
            </p:cNvPr>
            <p:cNvSpPr/>
            <p:nvPr/>
          </p:nvSpPr>
          <p:spPr>
            <a:xfrm>
              <a:off x="2997806" y="3997207"/>
              <a:ext cx="83658" cy="135231"/>
            </a:xfrm>
            <a:custGeom>
              <a:avLst/>
              <a:gdLst/>
              <a:ahLst/>
              <a:cxnLst/>
              <a:rect l="l" t="t" r="r" b="b"/>
              <a:pathLst>
                <a:path w="83658" h="135231" extrusionOk="0">
                  <a:moveTo>
                    <a:pt x="29880" y="0"/>
                  </a:moveTo>
                  <a:cubicBezTo>
                    <a:pt x="53390" y="0"/>
                    <a:pt x="67953" y="11977"/>
                    <a:pt x="74140" y="48192"/>
                  </a:cubicBezTo>
                  <a:cubicBezTo>
                    <a:pt x="80327" y="84408"/>
                    <a:pt x="83658" y="114064"/>
                    <a:pt x="83658" y="114064"/>
                  </a:cubicBezTo>
                  <a:cubicBezTo>
                    <a:pt x="72826" y="126070"/>
                    <a:pt x="57807" y="133484"/>
                    <a:pt x="41683" y="134786"/>
                  </a:cubicBezTo>
                  <a:cubicBezTo>
                    <a:pt x="13128" y="137923"/>
                    <a:pt x="4943" y="123475"/>
                    <a:pt x="4943" y="123475"/>
                  </a:cubicBezTo>
                  <a:cubicBezTo>
                    <a:pt x="4943" y="123475"/>
                    <a:pt x="1897" y="85929"/>
                    <a:pt x="374" y="60359"/>
                  </a:cubicBezTo>
                  <a:cubicBezTo>
                    <a:pt x="-1149" y="34790"/>
                    <a:pt x="755" y="570"/>
                    <a:pt x="29880" y="0"/>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7;p24">
              <a:extLst>
                <a:ext uri="{FF2B5EF4-FFF2-40B4-BE49-F238E27FC236}">
                  <a16:creationId xmlns:a16="http://schemas.microsoft.com/office/drawing/2014/main" id="{A70FCC72-79CA-5CA4-4E30-87363D83F547}"/>
                </a:ext>
              </a:extLst>
            </p:cNvPr>
            <p:cNvSpPr/>
            <p:nvPr/>
          </p:nvSpPr>
          <p:spPr>
            <a:xfrm>
              <a:off x="2888823" y="3761654"/>
              <a:ext cx="150557" cy="165637"/>
            </a:xfrm>
            <a:custGeom>
              <a:avLst/>
              <a:gdLst/>
              <a:ahLst/>
              <a:cxnLst/>
              <a:rect l="l" t="t" r="r" b="b"/>
              <a:pathLst>
                <a:path w="150557" h="165637" extrusionOk="0">
                  <a:moveTo>
                    <a:pt x="142099" y="68353"/>
                  </a:moveTo>
                  <a:cubicBezTo>
                    <a:pt x="142099" y="68353"/>
                    <a:pt x="178840" y="12557"/>
                    <a:pt x="99172" y="1150"/>
                  </a:cubicBezTo>
                  <a:cubicBezTo>
                    <a:pt x="42063" y="-7024"/>
                    <a:pt x="4752" y="29667"/>
                    <a:pt x="468" y="69874"/>
                  </a:cubicBezTo>
                  <a:cubicBezTo>
                    <a:pt x="-3624" y="107896"/>
                    <a:pt x="19981" y="147723"/>
                    <a:pt x="37018" y="163502"/>
                  </a:cubicBezTo>
                  <a:cubicBezTo>
                    <a:pt x="53749" y="167751"/>
                    <a:pt x="71464" y="165612"/>
                    <a:pt x="86703" y="157514"/>
                  </a:cubicBezTo>
                  <a:cubicBezTo>
                    <a:pt x="87636" y="147115"/>
                    <a:pt x="87988" y="136678"/>
                    <a:pt x="87750" y="126241"/>
                  </a:cubicBezTo>
                  <a:cubicBezTo>
                    <a:pt x="87750" y="126241"/>
                    <a:pt x="59862" y="67308"/>
                    <a:pt x="142099" y="6835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8;p24">
              <a:extLst>
                <a:ext uri="{FF2B5EF4-FFF2-40B4-BE49-F238E27FC236}">
                  <a16:creationId xmlns:a16="http://schemas.microsoft.com/office/drawing/2014/main" id="{1D862A14-9ED3-4F3C-177B-BC5F73415778}"/>
                </a:ext>
              </a:extLst>
            </p:cNvPr>
            <p:cNvSpPr/>
            <p:nvPr/>
          </p:nvSpPr>
          <p:spPr>
            <a:xfrm>
              <a:off x="2091982" y="2625612"/>
              <a:ext cx="210167" cy="307273"/>
            </a:xfrm>
            <a:custGeom>
              <a:avLst/>
              <a:gdLst/>
              <a:ahLst/>
              <a:cxnLst/>
              <a:rect l="l" t="t" r="r" b="b"/>
              <a:pathLst>
                <a:path w="210167" h="307273" extrusionOk="0">
                  <a:moveTo>
                    <a:pt x="136175" y="10238"/>
                  </a:moveTo>
                  <a:cubicBezTo>
                    <a:pt x="127799" y="-3260"/>
                    <a:pt x="63836" y="-12100"/>
                    <a:pt x="42801" y="41986"/>
                  </a:cubicBezTo>
                  <a:cubicBezTo>
                    <a:pt x="34806" y="62517"/>
                    <a:pt x="36043" y="114987"/>
                    <a:pt x="29380" y="147875"/>
                  </a:cubicBezTo>
                  <a:cubicBezTo>
                    <a:pt x="22718" y="180764"/>
                    <a:pt x="7013" y="199489"/>
                    <a:pt x="1397" y="226199"/>
                  </a:cubicBezTo>
                  <a:cubicBezTo>
                    <a:pt x="-4219" y="252910"/>
                    <a:pt x="4919" y="297775"/>
                    <a:pt x="69452" y="305664"/>
                  </a:cubicBezTo>
                  <a:cubicBezTo>
                    <a:pt x="133985" y="313554"/>
                    <a:pt x="183670" y="290931"/>
                    <a:pt x="198709" y="270399"/>
                  </a:cubicBezTo>
                  <a:cubicBezTo>
                    <a:pt x="213748" y="249868"/>
                    <a:pt x="214224" y="206238"/>
                    <a:pt x="198709" y="182855"/>
                  </a:cubicBezTo>
                  <a:cubicBezTo>
                    <a:pt x="183194" y="159472"/>
                    <a:pt x="170916" y="140366"/>
                    <a:pt x="171297" y="109854"/>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19;p24">
              <a:extLst>
                <a:ext uri="{FF2B5EF4-FFF2-40B4-BE49-F238E27FC236}">
                  <a16:creationId xmlns:a16="http://schemas.microsoft.com/office/drawing/2014/main" id="{8CE46497-C57E-893E-7A0C-7F1D77A3BBAB}"/>
                </a:ext>
              </a:extLst>
            </p:cNvPr>
            <p:cNvSpPr/>
            <p:nvPr/>
          </p:nvSpPr>
          <p:spPr>
            <a:xfrm>
              <a:off x="2269538" y="2847336"/>
              <a:ext cx="39152" cy="227300"/>
            </a:xfrm>
            <a:custGeom>
              <a:avLst/>
              <a:gdLst/>
              <a:ahLst/>
              <a:cxnLst/>
              <a:rect l="l" t="t" r="r" b="b"/>
              <a:pathLst>
                <a:path w="39152" h="227300" extrusionOk="0">
                  <a:moveTo>
                    <a:pt x="35145" y="14835"/>
                  </a:moveTo>
                  <a:cubicBezTo>
                    <a:pt x="35145" y="14835"/>
                    <a:pt x="50279" y="121866"/>
                    <a:pt x="21725" y="197909"/>
                  </a:cubicBezTo>
                  <a:cubicBezTo>
                    <a:pt x="-6830" y="273952"/>
                    <a:pt x="975" y="178423"/>
                    <a:pt x="975" y="178423"/>
                  </a:cubicBezTo>
                  <a:lnTo>
                    <a:pt x="7923" y="155705"/>
                  </a:lnTo>
                  <a:cubicBezTo>
                    <a:pt x="7923" y="155705"/>
                    <a:pt x="13634" y="68446"/>
                    <a:pt x="11255" y="47059"/>
                  </a:cubicBezTo>
                  <a:cubicBezTo>
                    <a:pt x="8875" y="25672"/>
                    <a:pt x="9446" y="7231"/>
                    <a:pt x="7923" y="5520"/>
                  </a:cubicBezTo>
                  <a:cubicBezTo>
                    <a:pt x="6400" y="3809"/>
                    <a:pt x="13539" y="387"/>
                    <a:pt x="16585" y="7"/>
                  </a:cubicBezTo>
                  <a:cubicBezTo>
                    <a:pt x="19631" y="-373"/>
                    <a:pt x="35145" y="14835"/>
                    <a:pt x="35145" y="1483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0;p24">
              <a:extLst>
                <a:ext uri="{FF2B5EF4-FFF2-40B4-BE49-F238E27FC236}">
                  <a16:creationId xmlns:a16="http://schemas.microsoft.com/office/drawing/2014/main" id="{F7EE4528-C1F6-2BDD-920B-B984A1AD05E8}"/>
                </a:ext>
              </a:extLst>
            </p:cNvPr>
            <p:cNvSpPr/>
            <p:nvPr/>
          </p:nvSpPr>
          <p:spPr>
            <a:xfrm>
              <a:off x="2185896" y="2622782"/>
              <a:ext cx="100407" cy="124097"/>
            </a:xfrm>
            <a:custGeom>
              <a:avLst/>
              <a:gdLst/>
              <a:ahLst/>
              <a:cxnLst/>
              <a:rect l="l" t="t" r="r" b="b"/>
              <a:pathLst>
                <a:path w="100407" h="124097" extrusionOk="0">
                  <a:moveTo>
                    <a:pt x="0" y="3657"/>
                  </a:moveTo>
                  <a:cubicBezTo>
                    <a:pt x="0" y="3657"/>
                    <a:pt x="48162" y="-10126"/>
                    <a:pt x="77288" y="15824"/>
                  </a:cubicBezTo>
                  <a:cubicBezTo>
                    <a:pt x="96918" y="33855"/>
                    <a:pt x="104879" y="61297"/>
                    <a:pt x="97942" y="87019"/>
                  </a:cubicBezTo>
                  <a:cubicBezTo>
                    <a:pt x="94040" y="102227"/>
                    <a:pt x="86235" y="122949"/>
                    <a:pt x="74147" y="124090"/>
                  </a:cubicBezTo>
                  <a:cubicBezTo>
                    <a:pt x="62059" y="125230"/>
                    <a:pt x="0" y="3657"/>
                    <a:pt x="0" y="3657"/>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2" name="Google Shape;1121;p24">
              <a:extLst>
                <a:ext uri="{FF2B5EF4-FFF2-40B4-BE49-F238E27FC236}">
                  <a16:creationId xmlns:a16="http://schemas.microsoft.com/office/drawing/2014/main" id="{70DAF59C-70FF-3DAA-0243-A163D2996FFE}"/>
                </a:ext>
              </a:extLst>
            </p:cNvPr>
            <p:cNvSpPr/>
            <p:nvPr/>
          </p:nvSpPr>
          <p:spPr>
            <a:xfrm>
              <a:off x="2142363" y="2757613"/>
              <a:ext cx="124104" cy="138364"/>
            </a:xfrm>
            <a:custGeom>
              <a:avLst/>
              <a:gdLst/>
              <a:ahLst/>
              <a:cxnLst/>
              <a:rect l="l" t="t" r="r" b="b"/>
              <a:pathLst>
                <a:path w="124104" h="138364" extrusionOk="0">
                  <a:moveTo>
                    <a:pt x="25163" y="0"/>
                  </a:moveTo>
                  <a:cubicBezTo>
                    <a:pt x="25163" y="0"/>
                    <a:pt x="28304" y="53515"/>
                    <a:pt x="27352" y="57032"/>
                  </a:cubicBezTo>
                  <a:cubicBezTo>
                    <a:pt x="26400" y="60549"/>
                    <a:pt x="6221" y="64826"/>
                    <a:pt x="606" y="69484"/>
                  </a:cubicBezTo>
                  <a:cubicBezTo>
                    <a:pt x="-5010" y="74142"/>
                    <a:pt x="29826" y="128513"/>
                    <a:pt x="47530" y="136592"/>
                  </a:cubicBezTo>
                  <a:cubicBezTo>
                    <a:pt x="65234" y="144671"/>
                    <a:pt x="119964" y="124045"/>
                    <a:pt x="123676" y="96860"/>
                  </a:cubicBezTo>
                  <a:cubicBezTo>
                    <a:pt x="127198" y="71766"/>
                    <a:pt x="108066" y="52279"/>
                    <a:pt x="100642" y="45531"/>
                  </a:cubicBezTo>
                  <a:cubicBezTo>
                    <a:pt x="95603" y="45179"/>
                    <a:pt x="90547" y="45179"/>
                    <a:pt x="85508" y="45531"/>
                  </a:cubicBezTo>
                  <a:lnTo>
                    <a:pt x="83890" y="19486"/>
                  </a:lnTo>
                  <a:cubicBezTo>
                    <a:pt x="60475" y="11977"/>
                    <a:pt x="25163" y="0"/>
                    <a:pt x="25163"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2;p24">
              <a:extLst>
                <a:ext uri="{FF2B5EF4-FFF2-40B4-BE49-F238E27FC236}">
                  <a16:creationId xmlns:a16="http://schemas.microsoft.com/office/drawing/2014/main" id="{7DAC007C-9381-E9FC-6B4C-6DE2E2DAD10B}"/>
                </a:ext>
              </a:extLst>
            </p:cNvPr>
            <p:cNvSpPr/>
            <p:nvPr/>
          </p:nvSpPr>
          <p:spPr>
            <a:xfrm>
              <a:off x="2121718" y="2803072"/>
              <a:ext cx="180978" cy="208003"/>
            </a:xfrm>
            <a:custGeom>
              <a:avLst/>
              <a:gdLst/>
              <a:ahLst/>
              <a:cxnLst/>
              <a:rect l="l" t="t" r="r" b="b"/>
              <a:pathLst>
                <a:path w="180978" h="208003" extrusionOk="0">
                  <a:moveTo>
                    <a:pt x="38384" y="17181"/>
                  </a:moveTo>
                  <a:cubicBezTo>
                    <a:pt x="23345" y="19557"/>
                    <a:pt x="6117" y="27542"/>
                    <a:pt x="3738" y="36192"/>
                  </a:cubicBezTo>
                  <a:cubicBezTo>
                    <a:pt x="-2445" y="65896"/>
                    <a:pt x="-938" y="96684"/>
                    <a:pt x="8116" y="125637"/>
                  </a:cubicBezTo>
                  <a:cubicBezTo>
                    <a:pt x="21156" y="160046"/>
                    <a:pt x="29913" y="182004"/>
                    <a:pt x="37432" y="196832"/>
                  </a:cubicBezTo>
                  <a:cubicBezTo>
                    <a:pt x="37432" y="196832"/>
                    <a:pt x="102632" y="224778"/>
                    <a:pt x="155268" y="192270"/>
                  </a:cubicBezTo>
                  <a:cubicBezTo>
                    <a:pt x="155268" y="192270"/>
                    <a:pt x="158789" y="155294"/>
                    <a:pt x="159075" y="135238"/>
                  </a:cubicBezTo>
                  <a:cubicBezTo>
                    <a:pt x="207618" y="92939"/>
                    <a:pt x="166118" y="40849"/>
                    <a:pt x="125000" y="356"/>
                  </a:cubicBezTo>
                  <a:cubicBezTo>
                    <a:pt x="120062" y="-119"/>
                    <a:pt x="115089" y="-119"/>
                    <a:pt x="110151" y="356"/>
                  </a:cubicBezTo>
                  <a:cubicBezTo>
                    <a:pt x="110151" y="356"/>
                    <a:pt x="146892" y="43606"/>
                    <a:pt x="121383" y="68225"/>
                  </a:cubicBezTo>
                  <a:cubicBezTo>
                    <a:pt x="66748" y="51495"/>
                    <a:pt x="55898" y="26971"/>
                    <a:pt x="38384" y="17181"/>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4" name="Google Shape;1123;p24">
              <a:extLst>
                <a:ext uri="{FF2B5EF4-FFF2-40B4-BE49-F238E27FC236}">
                  <a16:creationId xmlns:a16="http://schemas.microsoft.com/office/drawing/2014/main" id="{F2034C14-A31F-1A2F-A0B2-43ABB48F582D}"/>
                </a:ext>
              </a:extLst>
            </p:cNvPr>
            <p:cNvSpPr/>
            <p:nvPr/>
          </p:nvSpPr>
          <p:spPr>
            <a:xfrm>
              <a:off x="2137334" y="2632700"/>
              <a:ext cx="133195" cy="163980"/>
            </a:xfrm>
            <a:custGeom>
              <a:avLst/>
              <a:gdLst/>
              <a:ahLst/>
              <a:cxnLst/>
              <a:rect l="l" t="t" r="r" b="b"/>
              <a:pathLst>
                <a:path w="133195" h="163980" extrusionOk="0">
                  <a:moveTo>
                    <a:pt x="130419" y="58471"/>
                  </a:moveTo>
                  <a:lnTo>
                    <a:pt x="130419" y="58471"/>
                  </a:lnTo>
                  <a:cubicBezTo>
                    <a:pt x="124993" y="24061"/>
                    <a:pt x="100056" y="-1888"/>
                    <a:pt x="64553" y="108"/>
                  </a:cubicBezTo>
                  <a:cubicBezTo>
                    <a:pt x="26762" y="2399"/>
                    <a:pt x="-2053" y="34793"/>
                    <a:pt x="115" y="72539"/>
                  </a:cubicBezTo>
                  <a:cubicBezTo>
                    <a:pt x="1384" y="93736"/>
                    <a:pt x="12514" y="113117"/>
                    <a:pt x="30192" y="124913"/>
                  </a:cubicBezTo>
                  <a:cubicBezTo>
                    <a:pt x="31439" y="130103"/>
                    <a:pt x="33258" y="135141"/>
                    <a:pt x="35618" y="139932"/>
                  </a:cubicBezTo>
                  <a:cubicBezTo>
                    <a:pt x="48277" y="154570"/>
                    <a:pt x="81686" y="163885"/>
                    <a:pt x="92727" y="163980"/>
                  </a:cubicBezTo>
                  <a:cubicBezTo>
                    <a:pt x="102245" y="163980"/>
                    <a:pt x="110526" y="155235"/>
                    <a:pt x="119473" y="140407"/>
                  </a:cubicBezTo>
                  <a:cubicBezTo>
                    <a:pt x="138033" y="109610"/>
                    <a:pt x="133369" y="75485"/>
                    <a:pt x="130419" y="58471"/>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5" name="Google Shape;1124;p24">
              <a:extLst>
                <a:ext uri="{FF2B5EF4-FFF2-40B4-BE49-F238E27FC236}">
                  <a16:creationId xmlns:a16="http://schemas.microsoft.com/office/drawing/2014/main" id="{F8D00E1D-90D7-B5C5-1DDA-353B9DD42790}"/>
                </a:ext>
              </a:extLst>
            </p:cNvPr>
            <p:cNvSpPr/>
            <p:nvPr/>
          </p:nvSpPr>
          <p:spPr>
            <a:xfrm>
              <a:off x="2131362" y="2631771"/>
              <a:ext cx="133630" cy="125556"/>
            </a:xfrm>
            <a:custGeom>
              <a:avLst/>
              <a:gdLst/>
              <a:ahLst/>
              <a:cxnLst/>
              <a:rect l="l" t="t" r="r" b="b"/>
              <a:pathLst>
                <a:path w="133630" h="125556" extrusionOk="0">
                  <a:moveTo>
                    <a:pt x="59484" y="1702"/>
                  </a:moveTo>
                  <a:cubicBezTo>
                    <a:pt x="34546" y="6549"/>
                    <a:pt x="14082" y="13583"/>
                    <a:pt x="7324" y="38012"/>
                  </a:cubicBezTo>
                  <a:cubicBezTo>
                    <a:pt x="2660" y="54837"/>
                    <a:pt x="-3432" y="86965"/>
                    <a:pt x="2375" y="100462"/>
                  </a:cubicBezTo>
                  <a:lnTo>
                    <a:pt x="5991" y="109968"/>
                  </a:lnTo>
                  <a:lnTo>
                    <a:pt x="36164" y="125557"/>
                  </a:lnTo>
                  <a:cubicBezTo>
                    <a:pt x="36164" y="125557"/>
                    <a:pt x="50251" y="113770"/>
                    <a:pt x="45682" y="79456"/>
                  </a:cubicBezTo>
                  <a:cubicBezTo>
                    <a:pt x="45808" y="74807"/>
                    <a:pt x="47261" y="70283"/>
                    <a:pt x="49870" y="66433"/>
                  </a:cubicBezTo>
                  <a:cubicBezTo>
                    <a:pt x="51779" y="63173"/>
                    <a:pt x="53189" y="59646"/>
                    <a:pt x="54058" y="55977"/>
                  </a:cubicBezTo>
                  <a:cubicBezTo>
                    <a:pt x="57624" y="46681"/>
                    <a:pt x="64649" y="39124"/>
                    <a:pt x="73666" y="34875"/>
                  </a:cubicBezTo>
                  <a:cubicBezTo>
                    <a:pt x="96129" y="22233"/>
                    <a:pt x="129062" y="33164"/>
                    <a:pt x="133631" y="37727"/>
                  </a:cubicBezTo>
                  <a:cubicBezTo>
                    <a:pt x="120538" y="9734"/>
                    <a:pt x="89617" y="-5285"/>
                    <a:pt x="59484" y="1702"/>
                  </a:cubicBezTo>
                  <a:close/>
                </a:path>
              </a:pathLst>
            </a:custGeom>
            <a:solidFill>
              <a:srgbClr val="CC8B0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5;p24">
              <a:extLst>
                <a:ext uri="{FF2B5EF4-FFF2-40B4-BE49-F238E27FC236}">
                  <a16:creationId xmlns:a16="http://schemas.microsoft.com/office/drawing/2014/main" id="{70645B14-851D-804A-9A89-E92E11CF41BE}"/>
                </a:ext>
              </a:extLst>
            </p:cNvPr>
            <p:cNvSpPr/>
            <p:nvPr/>
          </p:nvSpPr>
          <p:spPr>
            <a:xfrm>
              <a:off x="2137527" y="3718507"/>
              <a:ext cx="105640" cy="80438"/>
            </a:xfrm>
            <a:custGeom>
              <a:avLst/>
              <a:gdLst/>
              <a:ahLst/>
              <a:cxnLst/>
              <a:rect l="l" t="t" r="r" b="b"/>
              <a:pathLst>
                <a:path w="105640" h="80438" extrusionOk="0">
                  <a:moveTo>
                    <a:pt x="8202" y="3"/>
                  </a:moveTo>
                  <a:cubicBezTo>
                    <a:pt x="20862" y="10269"/>
                    <a:pt x="40469" y="3139"/>
                    <a:pt x="41421" y="4090"/>
                  </a:cubicBezTo>
                  <a:cubicBezTo>
                    <a:pt x="56092" y="16761"/>
                    <a:pt x="71439" y="28623"/>
                    <a:pt x="87394" y="39640"/>
                  </a:cubicBezTo>
                  <a:cubicBezTo>
                    <a:pt x="95294" y="45818"/>
                    <a:pt x="107572" y="54088"/>
                    <a:pt x="105383" y="65970"/>
                  </a:cubicBezTo>
                  <a:cubicBezTo>
                    <a:pt x="101386" y="87167"/>
                    <a:pt x="67310" y="80608"/>
                    <a:pt x="54461" y="74145"/>
                  </a:cubicBezTo>
                  <a:cubicBezTo>
                    <a:pt x="41611" y="67681"/>
                    <a:pt x="31141" y="56845"/>
                    <a:pt x="19053" y="49335"/>
                  </a:cubicBezTo>
                  <a:cubicBezTo>
                    <a:pt x="10392" y="44012"/>
                    <a:pt x="1825" y="41161"/>
                    <a:pt x="17" y="30325"/>
                  </a:cubicBezTo>
                  <a:cubicBezTo>
                    <a:pt x="-364" y="23386"/>
                    <a:pt x="5823" y="-283"/>
                    <a:pt x="8202" y="3"/>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7" name="Google Shape;1126;p24">
              <a:extLst>
                <a:ext uri="{FF2B5EF4-FFF2-40B4-BE49-F238E27FC236}">
                  <a16:creationId xmlns:a16="http://schemas.microsoft.com/office/drawing/2014/main" id="{E908B303-8CF8-5DC5-486E-A82B1243C4F4}"/>
                </a:ext>
              </a:extLst>
            </p:cNvPr>
            <p:cNvSpPr/>
            <p:nvPr/>
          </p:nvSpPr>
          <p:spPr>
            <a:xfrm>
              <a:off x="2137841" y="3744079"/>
              <a:ext cx="105259" cy="54863"/>
            </a:xfrm>
            <a:custGeom>
              <a:avLst/>
              <a:gdLst/>
              <a:ahLst/>
              <a:cxnLst/>
              <a:rect l="l" t="t" r="r" b="b"/>
              <a:pathLst>
                <a:path w="105259" h="54863" extrusionOk="0">
                  <a:moveTo>
                    <a:pt x="369" y="0"/>
                  </a:moveTo>
                  <a:cubicBezTo>
                    <a:pt x="1987" y="10456"/>
                    <a:pt x="10458" y="13308"/>
                    <a:pt x="19405" y="19011"/>
                  </a:cubicBezTo>
                  <a:cubicBezTo>
                    <a:pt x="31779" y="26615"/>
                    <a:pt x="42629" y="38021"/>
                    <a:pt x="55479" y="44200"/>
                  </a:cubicBezTo>
                  <a:cubicBezTo>
                    <a:pt x="68329" y="50379"/>
                    <a:pt x="96883" y="56082"/>
                    <a:pt x="105259" y="40968"/>
                  </a:cubicBezTo>
                  <a:cubicBezTo>
                    <a:pt x="100690" y="61405"/>
                    <a:pt x="67186" y="55036"/>
                    <a:pt x="54527" y="48573"/>
                  </a:cubicBezTo>
                  <a:cubicBezTo>
                    <a:pt x="41868" y="42109"/>
                    <a:pt x="31208" y="31273"/>
                    <a:pt x="19119" y="23763"/>
                  </a:cubicBezTo>
                  <a:cubicBezTo>
                    <a:pt x="10458" y="18440"/>
                    <a:pt x="1891" y="15589"/>
                    <a:pt x="83" y="4753"/>
                  </a:cubicBezTo>
                  <a:cubicBezTo>
                    <a:pt x="-89" y="3165"/>
                    <a:pt x="7" y="1559"/>
                    <a:pt x="369"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7;p24">
              <a:extLst>
                <a:ext uri="{FF2B5EF4-FFF2-40B4-BE49-F238E27FC236}">
                  <a16:creationId xmlns:a16="http://schemas.microsoft.com/office/drawing/2014/main" id="{CAE0E8D8-73D0-88A1-80C3-BE9FA287A5DE}"/>
                </a:ext>
              </a:extLst>
            </p:cNvPr>
            <p:cNvSpPr/>
            <p:nvPr/>
          </p:nvSpPr>
          <p:spPr>
            <a:xfrm>
              <a:off x="2226539" y="3701115"/>
              <a:ext cx="96273" cy="74358"/>
            </a:xfrm>
            <a:custGeom>
              <a:avLst/>
              <a:gdLst/>
              <a:ahLst/>
              <a:cxnLst/>
              <a:rect l="l" t="t" r="r" b="b"/>
              <a:pathLst>
                <a:path w="96273" h="74358" extrusionOk="0">
                  <a:moveTo>
                    <a:pt x="7519" y="0"/>
                  </a:moveTo>
                  <a:cubicBezTo>
                    <a:pt x="19132" y="9505"/>
                    <a:pt x="36074" y="4087"/>
                    <a:pt x="37407" y="4943"/>
                  </a:cubicBezTo>
                  <a:cubicBezTo>
                    <a:pt x="50869" y="16473"/>
                    <a:pt x="64979" y="27233"/>
                    <a:pt x="79667" y="37166"/>
                  </a:cubicBezTo>
                  <a:cubicBezTo>
                    <a:pt x="86806" y="42774"/>
                    <a:pt x="98037" y="50378"/>
                    <a:pt x="96039" y="61215"/>
                  </a:cubicBezTo>
                  <a:cubicBezTo>
                    <a:pt x="92422" y="80225"/>
                    <a:pt x="61202" y="74712"/>
                    <a:pt x="49495" y="68724"/>
                  </a:cubicBezTo>
                  <a:cubicBezTo>
                    <a:pt x="37787" y="62735"/>
                    <a:pt x="28079" y="52945"/>
                    <a:pt x="16942" y="46006"/>
                  </a:cubicBezTo>
                  <a:cubicBezTo>
                    <a:pt x="9042" y="41158"/>
                    <a:pt x="1237" y="38592"/>
                    <a:pt x="0" y="28516"/>
                  </a:cubicBezTo>
                  <a:cubicBezTo>
                    <a:pt x="386" y="18574"/>
                    <a:pt x="2954" y="8840"/>
                    <a:pt x="7519" y="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8;p24">
              <a:extLst>
                <a:ext uri="{FF2B5EF4-FFF2-40B4-BE49-F238E27FC236}">
                  <a16:creationId xmlns:a16="http://schemas.microsoft.com/office/drawing/2014/main" id="{32A2FC70-BCC3-007C-33C3-DF6119E26B50}"/>
                </a:ext>
              </a:extLst>
            </p:cNvPr>
            <p:cNvSpPr/>
            <p:nvPr/>
          </p:nvSpPr>
          <p:spPr>
            <a:xfrm>
              <a:off x="2226484" y="3725354"/>
              <a:ext cx="95903" cy="50071"/>
            </a:xfrm>
            <a:custGeom>
              <a:avLst/>
              <a:gdLst/>
              <a:ahLst/>
              <a:cxnLst/>
              <a:rect l="l" t="t" r="r" b="b"/>
              <a:pathLst>
                <a:path w="95903" h="50071" extrusionOk="0">
                  <a:moveTo>
                    <a:pt x="245" y="0"/>
                  </a:moveTo>
                  <a:cubicBezTo>
                    <a:pt x="1768" y="9505"/>
                    <a:pt x="9763" y="12262"/>
                    <a:pt x="17283" y="17110"/>
                  </a:cubicBezTo>
                  <a:cubicBezTo>
                    <a:pt x="28609" y="24144"/>
                    <a:pt x="38604" y="34219"/>
                    <a:pt x="50311" y="40208"/>
                  </a:cubicBezTo>
                  <a:cubicBezTo>
                    <a:pt x="62018" y="46196"/>
                    <a:pt x="88384" y="51139"/>
                    <a:pt x="95903" y="37261"/>
                  </a:cubicBezTo>
                  <a:cubicBezTo>
                    <a:pt x="91810" y="56272"/>
                    <a:pt x="61162" y="50093"/>
                    <a:pt x="49549" y="44200"/>
                  </a:cubicBezTo>
                  <a:cubicBezTo>
                    <a:pt x="37937" y="38307"/>
                    <a:pt x="28134" y="28421"/>
                    <a:pt x="16997" y="21482"/>
                  </a:cubicBezTo>
                  <a:cubicBezTo>
                    <a:pt x="9097" y="16634"/>
                    <a:pt x="1292" y="14068"/>
                    <a:pt x="55" y="3992"/>
                  </a:cubicBezTo>
                  <a:cubicBezTo>
                    <a:pt x="-59" y="2661"/>
                    <a:pt x="5" y="1321"/>
                    <a:pt x="24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0" name="Google Shape;1129;p24">
              <a:extLst>
                <a:ext uri="{FF2B5EF4-FFF2-40B4-BE49-F238E27FC236}">
                  <a16:creationId xmlns:a16="http://schemas.microsoft.com/office/drawing/2014/main" id="{25E3722E-A757-94A9-1F38-6841885E7A64}"/>
                </a:ext>
              </a:extLst>
            </p:cNvPr>
            <p:cNvSpPr/>
            <p:nvPr/>
          </p:nvSpPr>
          <p:spPr>
            <a:xfrm>
              <a:off x="2101518" y="3008174"/>
              <a:ext cx="205910" cy="717579"/>
            </a:xfrm>
            <a:custGeom>
              <a:avLst/>
              <a:gdLst/>
              <a:ahLst/>
              <a:cxnLst/>
              <a:rect l="l" t="t" r="r" b="b"/>
              <a:pathLst>
                <a:path w="205910" h="717579" extrusionOk="0">
                  <a:moveTo>
                    <a:pt x="200595" y="106555"/>
                  </a:moveTo>
                  <a:cubicBezTo>
                    <a:pt x="194980" y="63115"/>
                    <a:pt x="178989" y="0"/>
                    <a:pt x="178989" y="0"/>
                  </a:cubicBezTo>
                  <a:cubicBezTo>
                    <a:pt x="163827" y="7043"/>
                    <a:pt x="147437" y="11083"/>
                    <a:pt x="130732" y="11882"/>
                  </a:cubicBezTo>
                  <a:cubicBezTo>
                    <a:pt x="106230" y="11825"/>
                    <a:pt x="81788" y="9467"/>
                    <a:pt x="57727" y="4848"/>
                  </a:cubicBezTo>
                  <a:cubicBezTo>
                    <a:pt x="49855" y="18526"/>
                    <a:pt x="41277" y="31786"/>
                    <a:pt x="32028" y="44580"/>
                  </a:cubicBezTo>
                  <a:cubicBezTo>
                    <a:pt x="19464" y="61975"/>
                    <a:pt x="-4998" y="100091"/>
                    <a:pt x="904" y="166629"/>
                  </a:cubicBezTo>
                  <a:cubicBezTo>
                    <a:pt x="4806" y="210163"/>
                    <a:pt x="29458" y="394758"/>
                    <a:pt x="29458" y="394758"/>
                  </a:cubicBezTo>
                  <a:cubicBezTo>
                    <a:pt x="19982" y="425830"/>
                    <a:pt x="14951" y="458092"/>
                    <a:pt x="14515" y="490572"/>
                  </a:cubicBezTo>
                  <a:cubicBezTo>
                    <a:pt x="16767" y="529163"/>
                    <a:pt x="21857" y="567546"/>
                    <a:pt x="29744" y="605396"/>
                  </a:cubicBezTo>
                  <a:lnTo>
                    <a:pt x="44307" y="709955"/>
                  </a:lnTo>
                  <a:cubicBezTo>
                    <a:pt x="44307" y="709955"/>
                    <a:pt x="63343" y="723928"/>
                    <a:pt x="77525" y="714043"/>
                  </a:cubicBezTo>
                  <a:lnTo>
                    <a:pt x="75812" y="611385"/>
                  </a:lnTo>
                  <a:cubicBezTo>
                    <a:pt x="77430" y="586291"/>
                    <a:pt x="79905" y="549220"/>
                    <a:pt x="81523" y="525837"/>
                  </a:cubicBezTo>
                  <a:cubicBezTo>
                    <a:pt x="84188" y="487340"/>
                    <a:pt x="91041" y="426125"/>
                    <a:pt x="93040" y="410917"/>
                  </a:cubicBezTo>
                  <a:cubicBezTo>
                    <a:pt x="95039" y="395708"/>
                    <a:pt x="99988" y="368903"/>
                    <a:pt x="102558" y="338961"/>
                  </a:cubicBezTo>
                  <a:cubicBezTo>
                    <a:pt x="105128" y="309019"/>
                    <a:pt x="116169" y="156933"/>
                    <a:pt x="116169" y="156933"/>
                  </a:cubicBezTo>
                  <a:lnTo>
                    <a:pt x="117787" y="185449"/>
                  </a:lnTo>
                  <a:cubicBezTo>
                    <a:pt x="117787" y="185449"/>
                    <a:pt x="119215" y="231741"/>
                    <a:pt x="125878" y="288773"/>
                  </a:cubicBezTo>
                  <a:cubicBezTo>
                    <a:pt x="132540" y="345805"/>
                    <a:pt x="134920" y="371089"/>
                    <a:pt x="134920" y="371089"/>
                  </a:cubicBezTo>
                  <a:cubicBezTo>
                    <a:pt x="128461" y="382524"/>
                    <a:pt x="123865" y="394910"/>
                    <a:pt x="121309" y="407780"/>
                  </a:cubicBezTo>
                  <a:cubicBezTo>
                    <a:pt x="120167" y="420042"/>
                    <a:pt x="105985" y="517567"/>
                    <a:pt x="114456" y="567185"/>
                  </a:cubicBezTo>
                  <a:lnTo>
                    <a:pt x="131779" y="693321"/>
                  </a:lnTo>
                  <a:cubicBezTo>
                    <a:pt x="140538" y="699338"/>
                    <a:pt x="151655" y="700783"/>
                    <a:pt x="161666" y="697218"/>
                  </a:cubicBezTo>
                  <a:lnTo>
                    <a:pt x="171850" y="570131"/>
                  </a:lnTo>
                  <a:cubicBezTo>
                    <a:pt x="178704" y="521749"/>
                    <a:pt x="193171" y="419186"/>
                    <a:pt x="195360" y="405879"/>
                  </a:cubicBezTo>
                  <a:cubicBezTo>
                    <a:pt x="200276" y="379007"/>
                    <a:pt x="203171" y="351812"/>
                    <a:pt x="204022" y="324513"/>
                  </a:cubicBezTo>
                  <a:cubicBezTo>
                    <a:pt x="207394" y="251863"/>
                    <a:pt x="206250" y="179071"/>
                    <a:pt x="200595" y="106555"/>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0;p24">
              <a:extLst>
                <a:ext uri="{FF2B5EF4-FFF2-40B4-BE49-F238E27FC236}">
                  <a16:creationId xmlns:a16="http://schemas.microsoft.com/office/drawing/2014/main" id="{5F862AB3-63EE-A670-1E2B-02AF180177F1}"/>
                </a:ext>
              </a:extLst>
            </p:cNvPr>
            <p:cNvSpPr/>
            <p:nvPr/>
          </p:nvSpPr>
          <p:spPr>
            <a:xfrm>
              <a:off x="2096876" y="2994106"/>
              <a:ext cx="219176" cy="477454"/>
            </a:xfrm>
            <a:custGeom>
              <a:avLst/>
              <a:gdLst/>
              <a:ahLst/>
              <a:cxnLst/>
              <a:rect l="l" t="t" r="r" b="b"/>
              <a:pathLst>
                <a:path w="219176" h="477454" extrusionOk="0">
                  <a:moveTo>
                    <a:pt x="62274" y="5418"/>
                  </a:moveTo>
                  <a:lnTo>
                    <a:pt x="24773" y="80606"/>
                  </a:lnTo>
                  <a:cubicBezTo>
                    <a:pt x="24773" y="80606"/>
                    <a:pt x="-32337" y="164158"/>
                    <a:pt x="26867" y="378979"/>
                  </a:cubicBezTo>
                  <a:lnTo>
                    <a:pt x="15730" y="445516"/>
                  </a:lnTo>
                  <a:cubicBezTo>
                    <a:pt x="15730" y="445516"/>
                    <a:pt x="127855" y="517377"/>
                    <a:pt x="202953" y="445516"/>
                  </a:cubicBezTo>
                  <a:cubicBezTo>
                    <a:pt x="202953" y="445516"/>
                    <a:pt x="228938" y="247044"/>
                    <a:pt x="215137" y="155508"/>
                  </a:cubicBezTo>
                  <a:cubicBezTo>
                    <a:pt x="207420" y="102867"/>
                    <a:pt x="195743" y="50882"/>
                    <a:pt x="180205" y="0"/>
                  </a:cubicBezTo>
                  <a:cubicBezTo>
                    <a:pt x="180205" y="0"/>
                    <a:pt x="161835" y="20246"/>
                    <a:pt x="67224" y="6844"/>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2" name="Google Shape;1131;p24">
              <a:extLst>
                <a:ext uri="{FF2B5EF4-FFF2-40B4-BE49-F238E27FC236}">
                  <a16:creationId xmlns:a16="http://schemas.microsoft.com/office/drawing/2014/main" id="{6FFE238B-9EC0-2289-8AAC-69A77650C852}"/>
                </a:ext>
              </a:extLst>
            </p:cNvPr>
            <p:cNvSpPr/>
            <p:nvPr/>
          </p:nvSpPr>
          <p:spPr>
            <a:xfrm>
              <a:off x="2115642" y="2850934"/>
              <a:ext cx="316003" cy="274536"/>
            </a:xfrm>
            <a:custGeom>
              <a:avLst/>
              <a:gdLst/>
              <a:ahLst/>
              <a:cxnLst/>
              <a:rect l="l" t="t" r="r" b="b"/>
              <a:pathLst>
                <a:path w="316003" h="274536" extrusionOk="0">
                  <a:moveTo>
                    <a:pt x="278037" y="202010"/>
                  </a:moveTo>
                  <a:cubicBezTo>
                    <a:pt x="268463" y="202400"/>
                    <a:pt x="258924" y="203417"/>
                    <a:pt x="249482" y="205052"/>
                  </a:cubicBezTo>
                  <a:cubicBezTo>
                    <a:pt x="240488" y="207875"/>
                    <a:pt x="231117" y="209320"/>
                    <a:pt x="221689" y="209329"/>
                  </a:cubicBezTo>
                  <a:cubicBezTo>
                    <a:pt x="211410" y="209329"/>
                    <a:pt x="182760" y="195071"/>
                    <a:pt x="158203" y="177867"/>
                  </a:cubicBezTo>
                  <a:cubicBezTo>
                    <a:pt x="131540" y="157867"/>
                    <a:pt x="108492" y="133467"/>
                    <a:pt x="90052" y="105721"/>
                  </a:cubicBezTo>
                  <a:cubicBezTo>
                    <a:pt x="70714" y="76112"/>
                    <a:pt x="53873" y="44963"/>
                    <a:pt x="39701" y="12568"/>
                  </a:cubicBezTo>
                  <a:cubicBezTo>
                    <a:pt x="31706" y="-10435"/>
                    <a:pt x="31896" y="5249"/>
                    <a:pt x="18285" y="4869"/>
                  </a:cubicBezTo>
                  <a:cubicBezTo>
                    <a:pt x="2199" y="4869"/>
                    <a:pt x="-6367" y="10382"/>
                    <a:pt x="5626" y="41655"/>
                  </a:cubicBezTo>
                  <a:cubicBezTo>
                    <a:pt x="17624" y="74011"/>
                    <a:pt x="34368" y="104419"/>
                    <a:pt x="55311" y="131861"/>
                  </a:cubicBezTo>
                  <a:cubicBezTo>
                    <a:pt x="74979" y="159540"/>
                    <a:pt x="99215" y="183675"/>
                    <a:pt x="126983" y="203246"/>
                  </a:cubicBezTo>
                  <a:cubicBezTo>
                    <a:pt x="151440" y="220356"/>
                    <a:pt x="177868" y="234452"/>
                    <a:pt x="205699" y="245260"/>
                  </a:cubicBezTo>
                  <a:cubicBezTo>
                    <a:pt x="213694" y="248492"/>
                    <a:pt x="218834" y="252959"/>
                    <a:pt x="233301" y="260944"/>
                  </a:cubicBezTo>
                  <a:cubicBezTo>
                    <a:pt x="247832" y="269251"/>
                    <a:pt x="264161" y="273918"/>
                    <a:pt x="280892" y="274536"/>
                  </a:cubicBezTo>
                  <a:cubicBezTo>
                    <a:pt x="294789" y="274536"/>
                    <a:pt x="299929" y="271875"/>
                    <a:pt x="300881" y="269023"/>
                  </a:cubicBezTo>
                  <a:cubicBezTo>
                    <a:pt x="301832" y="266171"/>
                    <a:pt x="299643" y="263035"/>
                    <a:pt x="293266" y="262465"/>
                  </a:cubicBezTo>
                  <a:cubicBezTo>
                    <a:pt x="283123" y="262312"/>
                    <a:pt x="273092" y="260316"/>
                    <a:pt x="263664" y="256571"/>
                  </a:cubicBezTo>
                  <a:cubicBezTo>
                    <a:pt x="263664" y="256571"/>
                    <a:pt x="277466" y="258567"/>
                    <a:pt x="285842" y="258947"/>
                  </a:cubicBezTo>
                  <a:cubicBezTo>
                    <a:pt x="293341" y="259394"/>
                    <a:pt x="300865" y="258814"/>
                    <a:pt x="308210" y="257236"/>
                  </a:cubicBezTo>
                  <a:cubicBezTo>
                    <a:pt x="315253" y="255525"/>
                    <a:pt x="319156" y="245640"/>
                    <a:pt x="312778" y="244880"/>
                  </a:cubicBezTo>
                  <a:cubicBezTo>
                    <a:pt x="306401" y="244119"/>
                    <a:pt x="301166" y="244880"/>
                    <a:pt x="288793" y="244404"/>
                  </a:cubicBezTo>
                  <a:cubicBezTo>
                    <a:pt x="282333" y="243967"/>
                    <a:pt x="275944" y="242788"/>
                    <a:pt x="269756" y="240887"/>
                  </a:cubicBezTo>
                  <a:cubicBezTo>
                    <a:pt x="278072" y="240944"/>
                    <a:pt x="286380" y="240345"/>
                    <a:pt x="294599" y="239081"/>
                  </a:cubicBezTo>
                  <a:cubicBezTo>
                    <a:pt x="301263" y="238425"/>
                    <a:pt x="307602" y="235887"/>
                    <a:pt x="312874" y="231762"/>
                  </a:cubicBezTo>
                  <a:cubicBezTo>
                    <a:pt x="315634" y="229481"/>
                    <a:pt x="316110" y="223112"/>
                    <a:pt x="308019" y="223207"/>
                  </a:cubicBezTo>
                  <a:cubicBezTo>
                    <a:pt x="298031" y="224947"/>
                    <a:pt x="287865" y="225460"/>
                    <a:pt x="277751" y="224728"/>
                  </a:cubicBezTo>
                  <a:cubicBezTo>
                    <a:pt x="267757" y="223302"/>
                    <a:pt x="260809" y="220926"/>
                    <a:pt x="262332" y="219595"/>
                  </a:cubicBezTo>
                  <a:cubicBezTo>
                    <a:pt x="263855" y="218264"/>
                    <a:pt x="269756" y="219595"/>
                    <a:pt x="278132" y="216553"/>
                  </a:cubicBezTo>
                  <a:cubicBezTo>
                    <a:pt x="286508" y="213512"/>
                    <a:pt x="292219" y="206193"/>
                    <a:pt x="290315" y="201915"/>
                  </a:cubicBezTo>
                  <a:cubicBezTo>
                    <a:pt x="288412" y="197638"/>
                    <a:pt x="287079" y="200395"/>
                    <a:pt x="278037" y="20201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3" name="Google Shape;1132;p24">
              <a:extLst>
                <a:ext uri="{FF2B5EF4-FFF2-40B4-BE49-F238E27FC236}">
                  <a16:creationId xmlns:a16="http://schemas.microsoft.com/office/drawing/2014/main" id="{D3DA9D02-4D59-324E-5A56-78D2DCE7F7D7}"/>
                </a:ext>
              </a:extLst>
            </p:cNvPr>
            <p:cNvSpPr/>
            <p:nvPr/>
          </p:nvSpPr>
          <p:spPr>
            <a:xfrm>
              <a:off x="2110000" y="2833008"/>
              <a:ext cx="75991" cy="89275"/>
            </a:xfrm>
            <a:custGeom>
              <a:avLst/>
              <a:gdLst/>
              <a:ahLst/>
              <a:cxnLst/>
              <a:rect l="l" t="t" r="r" b="b"/>
              <a:pathLst>
                <a:path w="75991" h="89275" extrusionOk="0">
                  <a:moveTo>
                    <a:pt x="18406" y="89237"/>
                  </a:moveTo>
                  <a:cubicBezTo>
                    <a:pt x="18406" y="89237"/>
                    <a:pt x="55147" y="91139"/>
                    <a:pt x="75991" y="68231"/>
                  </a:cubicBezTo>
                  <a:lnTo>
                    <a:pt x="53338" y="20704"/>
                  </a:lnTo>
                  <a:cubicBezTo>
                    <a:pt x="53338" y="20704"/>
                    <a:pt x="42963" y="-5436"/>
                    <a:pt x="18501" y="1028"/>
                  </a:cubicBezTo>
                  <a:cubicBezTo>
                    <a:pt x="-5960" y="7491"/>
                    <a:pt x="-6341" y="42186"/>
                    <a:pt x="18406" y="8923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4" name="Google Shape;1133;p24">
              <a:extLst>
                <a:ext uri="{FF2B5EF4-FFF2-40B4-BE49-F238E27FC236}">
                  <a16:creationId xmlns:a16="http://schemas.microsoft.com/office/drawing/2014/main" id="{9AA0CD89-4AC2-4D9C-D0FC-306A7F32A178}"/>
                </a:ext>
              </a:extLst>
            </p:cNvPr>
            <p:cNvSpPr/>
            <p:nvPr/>
          </p:nvSpPr>
          <p:spPr>
            <a:xfrm>
              <a:off x="2246717" y="2802864"/>
              <a:ext cx="61392" cy="64630"/>
            </a:xfrm>
            <a:custGeom>
              <a:avLst/>
              <a:gdLst/>
              <a:ahLst/>
              <a:cxnLst/>
              <a:rect l="l" t="t" r="r" b="b"/>
              <a:pathLst>
                <a:path w="61392" h="64630" extrusionOk="0">
                  <a:moveTo>
                    <a:pt x="0" y="469"/>
                  </a:moveTo>
                  <a:cubicBezTo>
                    <a:pt x="0" y="469"/>
                    <a:pt x="29792" y="-9036"/>
                    <a:pt x="61392" y="57501"/>
                  </a:cubicBezTo>
                  <a:lnTo>
                    <a:pt x="49590" y="64630"/>
                  </a:lnTo>
                  <a:cubicBezTo>
                    <a:pt x="49590" y="64630"/>
                    <a:pt x="18465" y="17294"/>
                    <a:pt x="0" y="46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5" name="Google Shape;1134;p24">
              <a:extLst>
                <a:ext uri="{FF2B5EF4-FFF2-40B4-BE49-F238E27FC236}">
                  <a16:creationId xmlns:a16="http://schemas.microsoft.com/office/drawing/2014/main" id="{234A0DCE-DD79-287E-650F-DD7500756457}"/>
                </a:ext>
              </a:extLst>
            </p:cNvPr>
            <p:cNvSpPr/>
            <p:nvPr/>
          </p:nvSpPr>
          <p:spPr>
            <a:xfrm>
              <a:off x="2092047" y="1119152"/>
              <a:ext cx="668082" cy="515307"/>
            </a:xfrm>
            <a:custGeom>
              <a:avLst/>
              <a:gdLst/>
              <a:ahLst/>
              <a:cxnLst/>
              <a:rect l="l" t="t" r="r" b="b"/>
              <a:pathLst>
                <a:path w="668082" h="515307" extrusionOk="0">
                  <a:moveTo>
                    <a:pt x="668083" y="310182"/>
                  </a:moveTo>
                  <a:lnTo>
                    <a:pt x="141345" y="6010"/>
                  </a:lnTo>
                  <a:lnTo>
                    <a:pt x="139346" y="4869"/>
                  </a:lnTo>
                  <a:lnTo>
                    <a:pt x="139346" y="4869"/>
                  </a:lnTo>
                  <a:cubicBezTo>
                    <a:pt x="124498" y="-3020"/>
                    <a:pt x="104415" y="-1594"/>
                    <a:pt x="82237" y="11143"/>
                  </a:cubicBezTo>
                  <a:cubicBezTo>
                    <a:pt x="36835" y="37378"/>
                    <a:pt x="0" y="101064"/>
                    <a:pt x="0" y="153723"/>
                  </a:cubicBezTo>
                  <a:cubicBezTo>
                    <a:pt x="0" y="180814"/>
                    <a:pt x="9994" y="199539"/>
                    <a:pt x="25890" y="207619"/>
                  </a:cubicBezTo>
                  <a:lnTo>
                    <a:pt x="559765" y="515307"/>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6" name="Google Shape;1135;p24">
              <a:extLst>
                <a:ext uri="{FF2B5EF4-FFF2-40B4-BE49-F238E27FC236}">
                  <a16:creationId xmlns:a16="http://schemas.microsoft.com/office/drawing/2014/main" id="{7A9CF00F-6A3F-B46E-B186-49E6B2BEE816}"/>
                </a:ext>
              </a:extLst>
            </p:cNvPr>
            <p:cNvSpPr/>
            <p:nvPr/>
          </p:nvSpPr>
          <p:spPr>
            <a:xfrm rot="-3598236">
              <a:off x="2590249" y="1465200"/>
              <a:ext cx="232417" cy="133906"/>
            </a:xfrm>
            <a:custGeom>
              <a:avLst/>
              <a:gdLst/>
              <a:ahLst/>
              <a:cxnLst/>
              <a:rect l="l" t="t" r="r" b="b"/>
              <a:pathLst>
                <a:path w="232624" h="134025" extrusionOk="0">
                  <a:moveTo>
                    <a:pt x="232625" y="67013"/>
                  </a:moveTo>
                  <a:cubicBezTo>
                    <a:pt x="232625" y="104023"/>
                    <a:pt x="180550" y="134026"/>
                    <a:pt x="116312" y="134026"/>
                  </a:cubicBezTo>
                  <a:cubicBezTo>
                    <a:pt x="52075" y="134026"/>
                    <a:pt x="0" y="104023"/>
                    <a:pt x="0" y="67013"/>
                  </a:cubicBezTo>
                  <a:cubicBezTo>
                    <a:pt x="0" y="30003"/>
                    <a:pt x="52075" y="0"/>
                    <a:pt x="116312" y="0"/>
                  </a:cubicBezTo>
                  <a:cubicBezTo>
                    <a:pt x="180550" y="0"/>
                    <a:pt x="232625" y="30003"/>
                    <a:pt x="232625" y="67013"/>
                  </a:cubicBezTo>
                  <a:close/>
                </a:path>
              </a:pathLst>
            </a:custGeom>
            <a:solidFill>
              <a:srgbClr val="616E8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7" name="Google Shape;1136;p24">
              <a:extLst>
                <a:ext uri="{FF2B5EF4-FFF2-40B4-BE49-F238E27FC236}">
                  <a16:creationId xmlns:a16="http://schemas.microsoft.com/office/drawing/2014/main" id="{14CD31F1-8FA6-B359-648D-8667B11DCBE4}"/>
                </a:ext>
              </a:extLst>
            </p:cNvPr>
            <p:cNvSpPr/>
            <p:nvPr/>
          </p:nvSpPr>
          <p:spPr>
            <a:xfrm>
              <a:off x="2667422" y="1490358"/>
              <a:ext cx="274409" cy="269191"/>
            </a:xfrm>
            <a:custGeom>
              <a:avLst/>
              <a:gdLst/>
              <a:ahLst/>
              <a:cxnLst/>
              <a:rect l="l" t="t" r="r" b="b"/>
              <a:pathLst>
                <a:path w="274409" h="269191" extrusionOk="0">
                  <a:moveTo>
                    <a:pt x="274410" y="269192"/>
                  </a:moveTo>
                  <a:lnTo>
                    <a:pt x="0" y="111023"/>
                  </a:lnTo>
                  <a:lnTo>
                    <a:pt x="0" y="0"/>
                  </a:lnTo>
                  <a:lnTo>
                    <a:pt x="274410" y="158264"/>
                  </a:lnTo>
                  <a:lnTo>
                    <a:pt x="274410" y="26919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8" name="Google Shape;1137;p24">
              <a:extLst>
                <a:ext uri="{FF2B5EF4-FFF2-40B4-BE49-F238E27FC236}">
                  <a16:creationId xmlns:a16="http://schemas.microsoft.com/office/drawing/2014/main" id="{23714A03-64DA-6B79-D610-CD663D926210}"/>
                </a:ext>
              </a:extLst>
            </p:cNvPr>
            <p:cNvSpPr/>
            <p:nvPr/>
          </p:nvSpPr>
          <p:spPr>
            <a:xfrm>
              <a:off x="2667422" y="1454143"/>
              <a:ext cx="337610" cy="194669"/>
            </a:xfrm>
            <a:custGeom>
              <a:avLst/>
              <a:gdLst/>
              <a:ahLst/>
              <a:cxnLst/>
              <a:rect l="l" t="t" r="r" b="b"/>
              <a:pathLst>
                <a:path w="337610" h="194669" extrusionOk="0">
                  <a:moveTo>
                    <a:pt x="274410" y="194670"/>
                  </a:moveTo>
                  <a:lnTo>
                    <a:pt x="0" y="36501"/>
                  </a:lnTo>
                  <a:lnTo>
                    <a:pt x="63201" y="0"/>
                  </a:lnTo>
                  <a:lnTo>
                    <a:pt x="337611" y="158264"/>
                  </a:lnTo>
                  <a:lnTo>
                    <a:pt x="274410" y="194670"/>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8;p24">
              <a:extLst>
                <a:ext uri="{FF2B5EF4-FFF2-40B4-BE49-F238E27FC236}">
                  <a16:creationId xmlns:a16="http://schemas.microsoft.com/office/drawing/2014/main" id="{3F37AFCD-2DD7-A9D3-ACE4-1FFAEF5153B6}"/>
                </a:ext>
              </a:extLst>
            </p:cNvPr>
            <p:cNvSpPr/>
            <p:nvPr/>
          </p:nvSpPr>
          <p:spPr>
            <a:xfrm rot="-1801764">
              <a:off x="2968958" y="1259916"/>
              <a:ext cx="690027" cy="1193572"/>
            </a:xfrm>
            <a:custGeom>
              <a:avLst/>
              <a:gdLst/>
              <a:ahLst/>
              <a:cxnLst/>
              <a:rect l="l" t="t" r="r" b="b"/>
              <a:pathLst>
                <a:path w="690640" h="1194633" extrusionOk="0">
                  <a:moveTo>
                    <a:pt x="690640" y="597317"/>
                  </a:moveTo>
                  <a:cubicBezTo>
                    <a:pt x="690640" y="927206"/>
                    <a:pt x="536035" y="1194633"/>
                    <a:pt x="345320" y="1194633"/>
                  </a:cubicBezTo>
                  <a:cubicBezTo>
                    <a:pt x="154605" y="1194633"/>
                    <a:pt x="0" y="927206"/>
                    <a:pt x="0" y="597317"/>
                  </a:cubicBezTo>
                  <a:cubicBezTo>
                    <a:pt x="0" y="267428"/>
                    <a:pt x="154605" y="0"/>
                    <a:pt x="345320" y="0"/>
                  </a:cubicBezTo>
                  <a:cubicBezTo>
                    <a:pt x="536035" y="0"/>
                    <a:pt x="690640" y="267428"/>
                    <a:pt x="690640" y="597317"/>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0" name="Google Shape;1139;p24">
              <a:extLst>
                <a:ext uri="{FF2B5EF4-FFF2-40B4-BE49-F238E27FC236}">
                  <a16:creationId xmlns:a16="http://schemas.microsoft.com/office/drawing/2014/main" id="{7FC28D0E-8583-2781-6806-D28BAA20C969}"/>
                </a:ext>
              </a:extLst>
            </p:cNvPr>
            <p:cNvSpPr/>
            <p:nvPr/>
          </p:nvSpPr>
          <p:spPr>
            <a:xfrm>
              <a:off x="2858071" y="1161854"/>
              <a:ext cx="1027965" cy="1324206"/>
            </a:xfrm>
            <a:custGeom>
              <a:avLst/>
              <a:gdLst/>
              <a:ahLst/>
              <a:cxnLst/>
              <a:rect l="l" t="t" r="r" b="b"/>
              <a:pathLst>
                <a:path w="1027965" h="1324206" extrusionOk="0">
                  <a:moveTo>
                    <a:pt x="513983" y="1254422"/>
                  </a:moveTo>
                  <a:cubicBezTo>
                    <a:pt x="230816" y="1091119"/>
                    <a:pt x="0" y="692560"/>
                    <a:pt x="0" y="365955"/>
                  </a:cubicBezTo>
                  <a:cubicBezTo>
                    <a:pt x="0" y="39351"/>
                    <a:pt x="230436" y="-93439"/>
                    <a:pt x="513983" y="69863"/>
                  </a:cubicBezTo>
                  <a:cubicBezTo>
                    <a:pt x="797530" y="233165"/>
                    <a:pt x="1027966" y="631725"/>
                    <a:pt x="1027966" y="958234"/>
                  </a:cubicBezTo>
                  <a:cubicBezTo>
                    <a:pt x="1027966" y="1284744"/>
                    <a:pt x="797245" y="1417629"/>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1" name="Google Shape;1140;p24">
              <a:extLst>
                <a:ext uri="{FF2B5EF4-FFF2-40B4-BE49-F238E27FC236}">
                  <a16:creationId xmlns:a16="http://schemas.microsoft.com/office/drawing/2014/main" id="{88221006-9091-20C4-162B-73F8250E52CA}"/>
                </a:ext>
              </a:extLst>
            </p:cNvPr>
            <p:cNvSpPr/>
            <p:nvPr/>
          </p:nvSpPr>
          <p:spPr>
            <a:xfrm>
              <a:off x="2800391" y="1195123"/>
              <a:ext cx="1027965" cy="1324248"/>
            </a:xfrm>
            <a:custGeom>
              <a:avLst/>
              <a:gdLst/>
              <a:ahLst/>
              <a:cxnLst/>
              <a:rect l="l" t="t" r="r" b="b"/>
              <a:pathLst>
                <a:path w="1027965" h="1324248" extrusionOk="0">
                  <a:moveTo>
                    <a:pt x="513983" y="1254422"/>
                  </a:moveTo>
                  <a:cubicBezTo>
                    <a:pt x="230721" y="1091119"/>
                    <a:pt x="0" y="692560"/>
                    <a:pt x="0" y="365955"/>
                  </a:cubicBezTo>
                  <a:cubicBezTo>
                    <a:pt x="0" y="39351"/>
                    <a:pt x="230341" y="-93439"/>
                    <a:pt x="513983" y="69863"/>
                  </a:cubicBezTo>
                  <a:cubicBezTo>
                    <a:pt x="797625" y="233165"/>
                    <a:pt x="1027966" y="631725"/>
                    <a:pt x="1027966" y="958234"/>
                  </a:cubicBezTo>
                  <a:cubicBezTo>
                    <a:pt x="1027966" y="1284744"/>
                    <a:pt x="797149" y="1417724"/>
                    <a:pt x="513983" y="1254422"/>
                  </a:cubicBezTo>
                  <a:close/>
                  <a:moveTo>
                    <a:pt x="513983" y="256929"/>
                  </a:moveTo>
                  <a:cubicBezTo>
                    <a:pt x="320192" y="145146"/>
                    <a:pt x="162571" y="236017"/>
                    <a:pt x="162571" y="459488"/>
                  </a:cubicBezTo>
                  <a:cubicBezTo>
                    <a:pt x="162571" y="682959"/>
                    <a:pt x="320192" y="955668"/>
                    <a:pt x="513983" y="1067831"/>
                  </a:cubicBezTo>
                  <a:cubicBezTo>
                    <a:pt x="707773" y="1179995"/>
                    <a:pt x="865395" y="1088648"/>
                    <a:pt x="865395" y="865272"/>
                  </a:cubicBezTo>
                  <a:cubicBezTo>
                    <a:pt x="865395" y="641896"/>
                    <a:pt x="707773" y="368617"/>
                    <a:pt x="513983" y="25692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151183562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pic>
        <p:nvPicPr>
          <p:cNvPr id="8" name="Picture 7">
            <a:extLst>
              <a:ext uri="{FF2B5EF4-FFF2-40B4-BE49-F238E27FC236}">
                <a16:creationId xmlns:a16="http://schemas.microsoft.com/office/drawing/2014/main" id="{C25B6933-54FE-B6A1-4F37-15A096D1B420}"/>
              </a:ext>
            </a:extLst>
          </p:cNvPr>
          <p:cNvPicPr>
            <a:picLocks noChangeAspect="1"/>
          </p:cNvPicPr>
          <p:nvPr/>
        </p:nvPicPr>
        <p:blipFill>
          <a:blip r:embed="rId4"/>
          <a:stretch>
            <a:fillRect/>
          </a:stretch>
        </p:blipFill>
        <p:spPr>
          <a:xfrm>
            <a:off x="4831114" y="955006"/>
            <a:ext cx="4191289" cy="2474886"/>
          </a:xfrm>
          <a:prstGeom prst="rect">
            <a:avLst/>
          </a:prstGeom>
        </p:spPr>
      </p:pic>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25</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36872" y="430243"/>
            <a:ext cx="9538312" cy="71556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HOW TO CREATE LINE CHARTS?</a:t>
            </a: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flipV="1">
            <a:off x="427255" y="1145803"/>
            <a:ext cx="9547928" cy="19652"/>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49004" y="355104"/>
            <a:ext cx="10477306"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sp>
        <p:nvSpPr>
          <p:cNvPr id="1063" name="TextBox 1062">
            <a:extLst>
              <a:ext uri="{FF2B5EF4-FFF2-40B4-BE49-F238E27FC236}">
                <a16:creationId xmlns:a16="http://schemas.microsoft.com/office/drawing/2014/main" id="{9BF46080-202B-2198-2D6D-F32BDB91B1D8}"/>
              </a:ext>
            </a:extLst>
          </p:cNvPr>
          <p:cNvSpPr txBox="1"/>
          <p:nvPr/>
        </p:nvSpPr>
        <p:spPr>
          <a:xfrm>
            <a:off x="233854" y="1432264"/>
            <a:ext cx="4460623" cy="1384995"/>
          </a:xfrm>
          <a:prstGeom prst="rect">
            <a:avLst/>
          </a:prstGeom>
          <a:noFill/>
        </p:spPr>
        <p:txBody>
          <a:bodyPr wrap="square" rtlCol="0">
            <a:spAutoFit/>
          </a:bodyPr>
          <a:lstStyle/>
          <a:p>
            <a:pPr marL="342900" indent="-342900">
              <a:buAutoNum type="arabicPeriod"/>
            </a:pPr>
            <a:r>
              <a:rPr lang="en-US"/>
              <a:t>LINE CHARTS CAN BE FOUND UNDER INSERT TAB:</a:t>
            </a:r>
          </a:p>
          <a:p>
            <a:pPr marL="742950" lvl="1" indent="-285750">
              <a:buFont typeface="Wingdings" panose="05000000000000000000" pitchFamily="2" charset="2"/>
              <a:buChar char="Ø"/>
            </a:pPr>
            <a:r>
              <a:rPr lang="en-US" sz="1600"/>
              <a:t>SELECT TABLE, CLICK ON RECOMMENDED CHARTS DROPDOWN</a:t>
            </a:r>
          </a:p>
          <a:p>
            <a:pPr marL="742950" lvl="1" indent="-285750">
              <a:buFont typeface="Wingdings" panose="05000000000000000000" pitchFamily="2" charset="2"/>
              <a:buChar char="Ø"/>
            </a:pPr>
            <a:r>
              <a:rPr lang="en-US" sz="1600"/>
              <a:t>CHOOSE A LINE CHART</a:t>
            </a:r>
            <a:endParaRPr lang="en-MY" sz="1600"/>
          </a:p>
        </p:txBody>
      </p:sp>
      <p:sp>
        <p:nvSpPr>
          <p:cNvPr id="19" name="TextBox 18">
            <a:extLst>
              <a:ext uri="{FF2B5EF4-FFF2-40B4-BE49-F238E27FC236}">
                <a16:creationId xmlns:a16="http://schemas.microsoft.com/office/drawing/2014/main" id="{53F8001C-FCBF-11B8-7B37-411428FD572D}"/>
              </a:ext>
            </a:extLst>
          </p:cNvPr>
          <p:cNvSpPr txBox="1"/>
          <p:nvPr/>
        </p:nvSpPr>
        <p:spPr>
          <a:xfrm>
            <a:off x="233854" y="4344209"/>
            <a:ext cx="3674008" cy="923330"/>
          </a:xfrm>
          <a:prstGeom prst="rect">
            <a:avLst/>
          </a:prstGeom>
          <a:noFill/>
        </p:spPr>
        <p:txBody>
          <a:bodyPr wrap="square" rtlCol="0">
            <a:spAutoFit/>
          </a:bodyPr>
          <a:lstStyle/>
          <a:p>
            <a:r>
              <a:rPr lang="en-US"/>
              <a:t>2. LINE CHART WILL BE ADDED INTO SAME SPREADSHEET AUTOMATICALLY</a:t>
            </a:r>
            <a:endParaRPr lang="en-MY" sz="1600"/>
          </a:p>
        </p:txBody>
      </p:sp>
      <p:sp>
        <p:nvSpPr>
          <p:cNvPr id="20" name="Rectangle 19">
            <a:extLst>
              <a:ext uri="{FF2B5EF4-FFF2-40B4-BE49-F238E27FC236}">
                <a16:creationId xmlns:a16="http://schemas.microsoft.com/office/drawing/2014/main" id="{4A71FA49-83F7-4676-C2C3-3ADA8ECA41E7}"/>
              </a:ext>
            </a:extLst>
          </p:cNvPr>
          <p:cNvSpPr/>
          <p:nvPr/>
        </p:nvSpPr>
        <p:spPr>
          <a:xfrm>
            <a:off x="6932645" y="1315647"/>
            <a:ext cx="699796" cy="23323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sp>
        <p:nvSpPr>
          <p:cNvPr id="1026" name="Rectangle 1025">
            <a:extLst>
              <a:ext uri="{FF2B5EF4-FFF2-40B4-BE49-F238E27FC236}">
                <a16:creationId xmlns:a16="http://schemas.microsoft.com/office/drawing/2014/main" id="{051677EF-3A39-2962-8A29-47DD56BF1BDE}"/>
              </a:ext>
            </a:extLst>
          </p:cNvPr>
          <p:cNvSpPr/>
          <p:nvPr/>
        </p:nvSpPr>
        <p:spPr>
          <a:xfrm>
            <a:off x="6706825" y="1718917"/>
            <a:ext cx="1181185" cy="48414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a:p>
        </p:txBody>
      </p:sp>
      <p:pic>
        <p:nvPicPr>
          <p:cNvPr id="16" name="Picture 15">
            <a:extLst>
              <a:ext uri="{FF2B5EF4-FFF2-40B4-BE49-F238E27FC236}">
                <a16:creationId xmlns:a16="http://schemas.microsoft.com/office/drawing/2014/main" id="{5A0AFE13-E5CF-BB8A-0121-968E5F2F7643}"/>
              </a:ext>
            </a:extLst>
          </p:cNvPr>
          <p:cNvPicPr>
            <a:picLocks noChangeAspect="1"/>
          </p:cNvPicPr>
          <p:nvPr/>
        </p:nvPicPr>
        <p:blipFill>
          <a:blip r:embed="rId5"/>
          <a:stretch>
            <a:fillRect/>
          </a:stretch>
        </p:blipFill>
        <p:spPr>
          <a:xfrm>
            <a:off x="4234234" y="3970596"/>
            <a:ext cx="4778154" cy="2857748"/>
          </a:xfrm>
          <a:prstGeom prst="rect">
            <a:avLst/>
          </a:prstGeom>
        </p:spPr>
      </p:pic>
    </p:spTree>
    <p:extLst>
      <p:ext uri="{BB962C8B-B14F-4D97-AF65-F5344CB8AC3E}">
        <p14:creationId xmlns:p14="http://schemas.microsoft.com/office/powerpoint/2010/main" val="45241216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6" name="Google Shape;596;p17"/>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26</a:t>
            </a:fld>
            <a:endParaRPr/>
          </a:p>
        </p:txBody>
      </p:sp>
      <p:sp>
        <p:nvSpPr>
          <p:cNvPr id="2" name="Google Shape;2223;p34">
            <a:extLst>
              <a:ext uri="{FF2B5EF4-FFF2-40B4-BE49-F238E27FC236}">
                <a16:creationId xmlns:a16="http://schemas.microsoft.com/office/drawing/2014/main" id="{71D4EC4C-71FB-43D5-E0CA-D6AE489EF042}"/>
              </a:ext>
            </a:extLst>
          </p:cNvPr>
          <p:cNvSpPr txBox="1">
            <a:spLocks/>
          </p:cNvSpPr>
          <p:nvPr/>
        </p:nvSpPr>
        <p:spPr>
          <a:xfrm>
            <a:off x="404198" y="-61837"/>
            <a:ext cx="11459699" cy="929930"/>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endParaRPr lang="en-MY" sz="5400"/>
          </a:p>
        </p:txBody>
      </p:sp>
      <p:cxnSp>
        <p:nvCxnSpPr>
          <p:cNvPr id="23" name="Straight Connector 22">
            <a:extLst>
              <a:ext uri="{FF2B5EF4-FFF2-40B4-BE49-F238E27FC236}">
                <a16:creationId xmlns:a16="http://schemas.microsoft.com/office/drawing/2014/main" id="{DEE04036-0C90-C392-99AE-E6A152D5CA73}"/>
              </a:ext>
            </a:extLst>
          </p:cNvPr>
          <p:cNvCxnSpPr>
            <a:cxnSpLocks/>
          </p:cNvCxnSpPr>
          <p:nvPr/>
        </p:nvCxnSpPr>
        <p:spPr>
          <a:xfrm>
            <a:off x="427255" y="1146794"/>
            <a:ext cx="7298492"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3" name="Google Shape;2077;p34">
            <a:extLst>
              <a:ext uri="{FF2B5EF4-FFF2-40B4-BE49-F238E27FC236}">
                <a16:creationId xmlns:a16="http://schemas.microsoft.com/office/drawing/2014/main" id="{21081F89-DBF1-9D44-2AC5-A11BDEA1691A}"/>
              </a:ext>
            </a:extLst>
          </p:cNvPr>
          <p:cNvGrpSpPr/>
          <p:nvPr/>
        </p:nvGrpSpPr>
        <p:grpSpPr>
          <a:xfrm>
            <a:off x="9327341" y="3428999"/>
            <a:ext cx="2784928" cy="3326815"/>
            <a:chOff x="2602525" y="317054"/>
            <a:chExt cx="4174283" cy="4762495"/>
          </a:xfrm>
        </p:grpSpPr>
        <p:sp>
          <p:nvSpPr>
            <p:cNvPr id="4" name="Google Shape;2078;p34">
              <a:extLst>
                <a:ext uri="{FF2B5EF4-FFF2-40B4-BE49-F238E27FC236}">
                  <a16:creationId xmlns:a16="http://schemas.microsoft.com/office/drawing/2014/main" id="{B77D5BE1-0E77-3D7A-157D-B9B42E30CFE5}"/>
                </a:ext>
              </a:extLst>
            </p:cNvPr>
            <p:cNvSpPr/>
            <p:nvPr/>
          </p:nvSpPr>
          <p:spPr>
            <a:xfrm>
              <a:off x="3677747" y="776267"/>
              <a:ext cx="2670951" cy="3350306"/>
            </a:xfrm>
            <a:custGeom>
              <a:avLst/>
              <a:gdLst/>
              <a:ahLst/>
              <a:cxnLst/>
              <a:rect l="l" t="t" r="r" b="b"/>
              <a:pathLst>
                <a:path w="2670951" h="3350306" extrusionOk="0">
                  <a:moveTo>
                    <a:pt x="2625857" y="1488073"/>
                  </a:moveTo>
                  <a:lnTo>
                    <a:pt x="60628" y="5983"/>
                  </a:lnTo>
                  <a:cubicBezTo>
                    <a:pt x="51862" y="-199"/>
                    <a:pt x="40631" y="-1694"/>
                    <a:pt x="30552" y="1983"/>
                  </a:cubicBezTo>
                  <a:lnTo>
                    <a:pt x="30552" y="1983"/>
                  </a:lnTo>
                  <a:lnTo>
                    <a:pt x="30552" y="1983"/>
                  </a:lnTo>
                  <a:lnTo>
                    <a:pt x="27982" y="3507"/>
                  </a:lnTo>
                  <a:lnTo>
                    <a:pt x="0" y="19699"/>
                  </a:lnTo>
                  <a:lnTo>
                    <a:pt x="16085" y="42464"/>
                  </a:lnTo>
                  <a:lnTo>
                    <a:pt x="16085" y="1769061"/>
                  </a:lnTo>
                  <a:cubicBezTo>
                    <a:pt x="17798" y="1800712"/>
                    <a:pt x="34483" y="1829649"/>
                    <a:pt x="61009" y="1846975"/>
                  </a:cubicBezTo>
                  <a:lnTo>
                    <a:pt x="2622716" y="3327351"/>
                  </a:lnTo>
                  <a:lnTo>
                    <a:pt x="2626333" y="3350306"/>
                  </a:lnTo>
                  <a:lnTo>
                    <a:pt x="2657456" y="3332304"/>
                  </a:lnTo>
                  <a:lnTo>
                    <a:pt x="2657456" y="3332304"/>
                  </a:lnTo>
                  <a:cubicBezTo>
                    <a:pt x="2666869" y="3325741"/>
                    <a:pt x="2671970" y="3314578"/>
                    <a:pt x="2670781" y="3303157"/>
                  </a:cubicBezTo>
                  <a:lnTo>
                    <a:pt x="2670781" y="1565988"/>
                  </a:lnTo>
                  <a:cubicBezTo>
                    <a:pt x="2669068" y="1534336"/>
                    <a:pt x="2652383" y="1505399"/>
                    <a:pt x="2625857" y="1488073"/>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2079;p34">
              <a:extLst>
                <a:ext uri="{FF2B5EF4-FFF2-40B4-BE49-F238E27FC236}">
                  <a16:creationId xmlns:a16="http://schemas.microsoft.com/office/drawing/2014/main" id="{B9181671-2761-F721-82F6-5794D86A92FF}"/>
                </a:ext>
              </a:extLst>
            </p:cNvPr>
            <p:cNvSpPr/>
            <p:nvPr/>
          </p:nvSpPr>
          <p:spPr>
            <a:xfrm>
              <a:off x="3662233" y="794118"/>
              <a:ext cx="2655076" cy="3335369"/>
            </a:xfrm>
            <a:custGeom>
              <a:avLst/>
              <a:gdLst/>
              <a:ahLst/>
              <a:cxnLst/>
              <a:rect l="l" t="t" r="r" b="b"/>
              <a:pathLst>
                <a:path w="2655076" h="3335369" extrusionOk="0">
                  <a:moveTo>
                    <a:pt x="2655077" y="1566234"/>
                  </a:moveTo>
                  <a:lnTo>
                    <a:pt x="2655077" y="3303309"/>
                  </a:lnTo>
                  <a:cubicBezTo>
                    <a:pt x="2655077" y="3331884"/>
                    <a:pt x="2635089" y="3343599"/>
                    <a:pt x="2610153" y="3329216"/>
                  </a:cubicBezTo>
                  <a:lnTo>
                    <a:pt x="44924" y="1847031"/>
                  </a:lnTo>
                  <a:cubicBezTo>
                    <a:pt x="18398" y="1829705"/>
                    <a:pt x="1713" y="1800768"/>
                    <a:pt x="0" y="1769117"/>
                  </a:cubicBezTo>
                  <a:lnTo>
                    <a:pt x="0" y="32138"/>
                  </a:lnTo>
                  <a:cubicBezTo>
                    <a:pt x="0" y="3563"/>
                    <a:pt x="20082" y="-8248"/>
                    <a:pt x="44924" y="6134"/>
                  </a:cubicBezTo>
                  <a:lnTo>
                    <a:pt x="2610153" y="1488320"/>
                  </a:lnTo>
                  <a:cubicBezTo>
                    <a:pt x="2636717" y="1505607"/>
                    <a:pt x="2653411" y="1534564"/>
                    <a:pt x="2655077" y="1566234"/>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2080;p34">
              <a:extLst>
                <a:ext uri="{FF2B5EF4-FFF2-40B4-BE49-F238E27FC236}">
                  <a16:creationId xmlns:a16="http://schemas.microsoft.com/office/drawing/2014/main" id="{EB5CBF7B-6C73-B479-0573-85EA6E246F55}"/>
                </a:ext>
              </a:extLst>
            </p:cNvPr>
            <p:cNvSpPr/>
            <p:nvPr/>
          </p:nvSpPr>
          <p:spPr>
            <a:xfrm>
              <a:off x="3763407" y="1012375"/>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2081;p34">
              <a:extLst>
                <a:ext uri="{FF2B5EF4-FFF2-40B4-BE49-F238E27FC236}">
                  <a16:creationId xmlns:a16="http://schemas.microsoft.com/office/drawing/2014/main" id="{E7AB526C-F8D5-3DED-6C0D-9A0990F8C926}"/>
                </a:ext>
              </a:extLst>
            </p:cNvPr>
            <p:cNvSpPr/>
            <p:nvPr/>
          </p:nvSpPr>
          <p:spPr>
            <a:xfrm>
              <a:off x="3763407" y="1170775"/>
              <a:ext cx="1493432" cy="908399"/>
            </a:xfrm>
            <a:custGeom>
              <a:avLst/>
              <a:gdLst/>
              <a:ahLst/>
              <a:cxnLst/>
              <a:rect l="l" t="t" r="r" b="b"/>
              <a:pathLst>
                <a:path w="1493432" h="908399" extrusionOk="0">
                  <a:moveTo>
                    <a:pt x="1493433" y="908399"/>
                  </a:moveTo>
                  <a:lnTo>
                    <a:pt x="0" y="45434"/>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2082;p34">
              <a:extLst>
                <a:ext uri="{FF2B5EF4-FFF2-40B4-BE49-F238E27FC236}">
                  <a16:creationId xmlns:a16="http://schemas.microsoft.com/office/drawing/2014/main" id="{21F2F5F7-9E2B-395F-3C09-11BF2C5F3942}"/>
                </a:ext>
              </a:extLst>
            </p:cNvPr>
            <p:cNvSpPr/>
            <p:nvPr/>
          </p:nvSpPr>
          <p:spPr>
            <a:xfrm>
              <a:off x="3763407" y="1252119"/>
              <a:ext cx="1319638" cy="808005"/>
            </a:xfrm>
            <a:custGeom>
              <a:avLst/>
              <a:gdLst/>
              <a:ahLst/>
              <a:cxnLst/>
              <a:rect l="l" t="t" r="r" b="b"/>
              <a:pathLst>
                <a:path w="1319638" h="808005" extrusionOk="0">
                  <a:moveTo>
                    <a:pt x="1319638" y="808006"/>
                  </a:moveTo>
                  <a:lnTo>
                    <a:pt x="0" y="45434"/>
                  </a:lnTo>
                  <a:lnTo>
                    <a:pt x="0" y="0"/>
                  </a:lnTo>
                  <a:lnTo>
                    <a:pt x="1319638" y="762572"/>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2083;p34">
              <a:extLst>
                <a:ext uri="{FF2B5EF4-FFF2-40B4-BE49-F238E27FC236}">
                  <a16:creationId xmlns:a16="http://schemas.microsoft.com/office/drawing/2014/main" id="{EBD2A8E8-0060-E808-7393-BAE3A2D49AA2}"/>
                </a:ext>
              </a:extLst>
            </p:cNvPr>
            <p:cNvSpPr/>
            <p:nvPr/>
          </p:nvSpPr>
          <p:spPr>
            <a:xfrm>
              <a:off x="3763407" y="1333558"/>
              <a:ext cx="1235786" cy="759428"/>
            </a:xfrm>
            <a:custGeom>
              <a:avLst/>
              <a:gdLst/>
              <a:ahLst/>
              <a:cxnLst/>
              <a:rect l="l" t="t" r="r" b="b"/>
              <a:pathLst>
                <a:path w="1235786" h="759428" extrusionOk="0">
                  <a:moveTo>
                    <a:pt x="1235787" y="759428"/>
                  </a:moveTo>
                  <a:lnTo>
                    <a:pt x="0" y="45434"/>
                  </a:lnTo>
                  <a:lnTo>
                    <a:pt x="0" y="0"/>
                  </a:lnTo>
                  <a:lnTo>
                    <a:pt x="1235787" y="713994"/>
                  </a:lnTo>
                  <a:lnTo>
                    <a:pt x="1235787" y="75942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2084;p34">
              <a:extLst>
                <a:ext uri="{FF2B5EF4-FFF2-40B4-BE49-F238E27FC236}">
                  <a16:creationId xmlns:a16="http://schemas.microsoft.com/office/drawing/2014/main" id="{CEFC3E7D-0CA4-4E8C-D1E2-F4DCB1555A22}"/>
                </a:ext>
              </a:extLst>
            </p:cNvPr>
            <p:cNvSpPr/>
            <p:nvPr/>
          </p:nvSpPr>
          <p:spPr>
            <a:xfrm>
              <a:off x="5632982" y="2768594"/>
              <a:ext cx="578775" cy="425291"/>
            </a:xfrm>
            <a:custGeom>
              <a:avLst/>
              <a:gdLst/>
              <a:ahLst/>
              <a:cxnLst/>
              <a:rect l="l" t="t" r="r" b="b"/>
              <a:pathLst>
                <a:path w="578775" h="425291" extrusionOk="0">
                  <a:moveTo>
                    <a:pt x="578775" y="425291"/>
                  </a:moveTo>
                  <a:lnTo>
                    <a:pt x="0" y="90869"/>
                  </a:lnTo>
                  <a:lnTo>
                    <a:pt x="0" y="0"/>
                  </a:lnTo>
                  <a:lnTo>
                    <a:pt x="578775" y="334328"/>
                  </a:lnTo>
                  <a:lnTo>
                    <a:pt x="578775" y="42529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2085;p34">
              <a:extLst>
                <a:ext uri="{FF2B5EF4-FFF2-40B4-BE49-F238E27FC236}">
                  <a16:creationId xmlns:a16="http://schemas.microsoft.com/office/drawing/2014/main" id="{AA7E1750-8C45-BDF7-1F3A-6A3A3A1533E5}"/>
                </a:ext>
              </a:extLst>
            </p:cNvPr>
            <p:cNvSpPr/>
            <p:nvPr/>
          </p:nvSpPr>
          <p:spPr>
            <a:xfrm>
              <a:off x="5632982" y="2926995"/>
              <a:ext cx="548794" cy="362521"/>
            </a:xfrm>
            <a:custGeom>
              <a:avLst/>
              <a:gdLst/>
              <a:ahLst/>
              <a:cxnLst/>
              <a:rect l="l" t="t" r="r" b="b"/>
              <a:pathLst>
                <a:path w="548794" h="362521" extrusionOk="0">
                  <a:moveTo>
                    <a:pt x="548795" y="362521"/>
                  </a:moveTo>
                  <a:lnTo>
                    <a:pt x="0" y="45434"/>
                  </a:lnTo>
                  <a:lnTo>
                    <a:pt x="0" y="0"/>
                  </a:lnTo>
                  <a:lnTo>
                    <a:pt x="548795" y="317087"/>
                  </a:lnTo>
                  <a:lnTo>
                    <a:pt x="548795" y="36252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2086;p34">
              <a:extLst>
                <a:ext uri="{FF2B5EF4-FFF2-40B4-BE49-F238E27FC236}">
                  <a16:creationId xmlns:a16="http://schemas.microsoft.com/office/drawing/2014/main" id="{07CFF2D0-9758-4D19-84D8-ACA80E34981C}"/>
                </a:ext>
              </a:extLst>
            </p:cNvPr>
            <p:cNvSpPr/>
            <p:nvPr/>
          </p:nvSpPr>
          <p:spPr>
            <a:xfrm>
              <a:off x="5632982" y="3008338"/>
              <a:ext cx="484930" cy="325659"/>
            </a:xfrm>
            <a:custGeom>
              <a:avLst/>
              <a:gdLst/>
              <a:ahLst/>
              <a:cxnLst/>
              <a:rect l="l" t="t" r="r" b="b"/>
              <a:pathLst>
                <a:path w="484930" h="325659" extrusionOk="0">
                  <a:moveTo>
                    <a:pt x="484930" y="325660"/>
                  </a:moveTo>
                  <a:lnTo>
                    <a:pt x="0" y="45434"/>
                  </a:lnTo>
                  <a:lnTo>
                    <a:pt x="0" y="0"/>
                  </a:lnTo>
                  <a:lnTo>
                    <a:pt x="484930" y="280226"/>
                  </a:lnTo>
                  <a:lnTo>
                    <a:pt x="484930" y="325660"/>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2087;p34">
              <a:extLst>
                <a:ext uri="{FF2B5EF4-FFF2-40B4-BE49-F238E27FC236}">
                  <a16:creationId xmlns:a16="http://schemas.microsoft.com/office/drawing/2014/main" id="{97196BDA-D23E-F217-3A31-BAF765A1A0AE}"/>
                </a:ext>
              </a:extLst>
            </p:cNvPr>
            <p:cNvSpPr/>
            <p:nvPr/>
          </p:nvSpPr>
          <p:spPr>
            <a:xfrm>
              <a:off x="5632982" y="3089777"/>
              <a:ext cx="454092" cy="307752"/>
            </a:xfrm>
            <a:custGeom>
              <a:avLst/>
              <a:gdLst/>
              <a:ahLst/>
              <a:cxnLst/>
              <a:rect l="l" t="t" r="r" b="b"/>
              <a:pathLst>
                <a:path w="454092" h="307752" extrusionOk="0">
                  <a:moveTo>
                    <a:pt x="454093" y="307753"/>
                  </a:moveTo>
                  <a:lnTo>
                    <a:pt x="0" y="45434"/>
                  </a:lnTo>
                  <a:lnTo>
                    <a:pt x="0" y="0"/>
                  </a:lnTo>
                  <a:lnTo>
                    <a:pt x="454093" y="262319"/>
                  </a:lnTo>
                  <a:lnTo>
                    <a:pt x="454093" y="30775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2088;p34">
              <a:extLst>
                <a:ext uri="{FF2B5EF4-FFF2-40B4-BE49-F238E27FC236}">
                  <a16:creationId xmlns:a16="http://schemas.microsoft.com/office/drawing/2014/main" id="{6A0DA6A7-E0A6-5E51-767F-CCB3A452733F}"/>
                </a:ext>
              </a:extLst>
            </p:cNvPr>
            <p:cNvSpPr/>
            <p:nvPr/>
          </p:nvSpPr>
          <p:spPr>
            <a:xfrm>
              <a:off x="3763407" y="1505008"/>
              <a:ext cx="1575095" cy="1000982"/>
            </a:xfrm>
            <a:custGeom>
              <a:avLst/>
              <a:gdLst/>
              <a:ahLst/>
              <a:cxnLst/>
              <a:rect l="l" t="t" r="r" b="b"/>
              <a:pathLst>
                <a:path w="1575095" h="1000982" extrusionOk="0">
                  <a:moveTo>
                    <a:pt x="1575095" y="1000982"/>
                  </a:moveTo>
                  <a:lnTo>
                    <a:pt x="0" y="90868"/>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2089;p34">
              <a:extLst>
                <a:ext uri="{FF2B5EF4-FFF2-40B4-BE49-F238E27FC236}">
                  <a16:creationId xmlns:a16="http://schemas.microsoft.com/office/drawing/2014/main" id="{97F50628-0DE2-FE94-ED35-143943F52501}"/>
                </a:ext>
              </a:extLst>
            </p:cNvPr>
            <p:cNvSpPr/>
            <p:nvPr/>
          </p:nvSpPr>
          <p:spPr>
            <a:xfrm>
              <a:off x="3763407" y="1663408"/>
              <a:ext cx="1493432" cy="908399"/>
            </a:xfrm>
            <a:custGeom>
              <a:avLst/>
              <a:gdLst/>
              <a:ahLst/>
              <a:cxnLst/>
              <a:rect l="l" t="t" r="r" b="b"/>
              <a:pathLst>
                <a:path w="1493432" h="908399" extrusionOk="0">
                  <a:moveTo>
                    <a:pt x="1493433" y="908399"/>
                  </a:moveTo>
                  <a:lnTo>
                    <a:pt x="0" y="45529"/>
                  </a:lnTo>
                  <a:lnTo>
                    <a:pt x="0" y="0"/>
                  </a:lnTo>
                  <a:lnTo>
                    <a:pt x="1493433" y="862965"/>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2090;p34">
              <a:extLst>
                <a:ext uri="{FF2B5EF4-FFF2-40B4-BE49-F238E27FC236}">
                  <a16:creationId xmlns:a16="http://schemas.microsoft.com/office/drawing/2014/main" id="{BFD32E78-9047-CB2C-989C-4AFFD25FADE5}"/>
                </a:ext>
              </a:extLst>
            </p:cNvPr>
            <p:cNvSpPr/>
            <p:nvPr/>
          </p:nvSpPr>
          <p:spPr>
            <a:xfrm>
              <a:off x="3763407" y="1744847"/>
              <a:ext cx="1319638" cy="807910"/>
            </a:xfrm>
            <a:custGeom>
              <a:avLst/>
              <a:gdLst/>
              <a:ahLst/>
              <a:cxnLst/>
              <a:rect l="l" t="t" r="r" b="b"/>
              <a:pathLst>
                <a:path w="1319638" h="807910" extrusionOk="0">
                  <a:moveTo>
                    <a:pt x="1319638" y="807911"/>
                  </a:moveTo>
                  <a:lnTo>
                    <a:pt x="0" y="45434"/>
                  </a:lnTo>
                  <a:lnTo>
                    <a:pt x="0" y="0"/>
                  </a:lnTo>
                  <a:lnTo>
                    <a:pt x="1319638" y="762476"/>
                  </a:lnTo>
                  <a:lnTo>
                    <a:pt x="1319638" y="807911"/>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091;p34">
              <a:extLst>
                <a:ext uri="{FF2B5EF4-FFF2-40B4-BE49-F238E27FC236}">
                  <a16:creationId xmlns:a16="http://schemas.microsoft.com/office/drawing/2014/main" id="{DBB46773-4D0F-8293-98C5-3357C6230276}"/>
                </a:ext>
              </a:extLst>
            </p:cNvPr>
            <p:cNvSpPr/>
            <p:nvPr/>
          </p:nvSpPr>
          <p:spPr>
            <a:xfrm>
              <a:off x="3763407" y="1826191"/>
              <a:ext cx="1235786" cy="759523"/>
            </a:xfrm>
            <a:custGeom>
              <a:avLst/>
              <a:gdLst/>
              <a:ahLst/>
              <a:cxnLst/>
              <a:rect l="l" t="t" r="r" b="b"/>
              <a:pathLst>
                <a:path w="1235786" h="759523" extrusionOk="0">
                  <a:moveTo>
                    <a:pt x="1235787" y="759523"/>
                  </a:moveTo>
                  <a:lnTo>
                    <a:pt x="0" y="45434"/>
                  </a:lnTo>
                  <a:lnTo>
                    <a:pt x="0" y="0"/>
                  </a:lnTo>
                  <a:lnTo>
                    <a:pt x="1235787" y="713994"/>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2092;p34">
              <a:extLst>
                <a:ext uri="{FF2B5EF4-FFF2-40B4-BE49-F238E27FC236}">
                  <a16:creationId xmlns:a16="http://schemas.microsoft.com/office/drawing/2014/main" id="{4DA49F32-7082-913E-65F3-9DE449228596}"/>
                </a:ext>
              </a:extLst>
            </p:cNvPr>
            <p:cNvSpPr/>
            <p:nvPr/>
          </p:nvSpPr>
          <p:spPr>
            <a:xfrm>
              <a:off x="3763407" y="1997641"/>
              <a:ext cx="1575095" cy="1001077"/>
            </a:xfrm>
            <a:custGeom>
              <a:avLst/>
              <a:gdLst/>
              <a:ahLst/>
              <a:cxnLst/>
              <a:rect l="l" t="t" r="r" b="b"/>
              <a:pathLst>
                <a:path w="1575095" h="1001077" extrusionOk="0">
                  <a:moveTo>
                    <a:pt x="1575095" y="1001078"/>
                  </a:moveTo>
                  <a:lnTo>
                    <a:pt x="0" y="90964"/>
                  </a:lnTo>
                  <a:lnTo>
                    <a:pt x="0" y="0"/>
                  </a:lnTo>
                  <a:lnTo>
                    <a:pt x="1575095" y="910209"/>
                  </a:lnTo>
                  <a:lnTo>
                    <a:pt x="1575095" y="1001078"/>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2093;p34">
              <a:extLst>
                <a:ext uri="{FF2B5EF4-FFF2-40B4-BE49-F238E27FC236}">
                  <a16:creationId xmlns:a16="http://schemas.microsoft.com/office/drawing/2014/main" id="{DB0CCADB-BF5B-2B08-30ED-C853E18B5BA0}"/>
                </a:ext>
              </a:extLst>
            </p:cNvPr>
            <p:cNvSpPr/>
            <p:nvPr/>
          </p:nvSpPr>
          <p:spPr>
            <a:xfrm>
              <a:off x="3763407" y="2156137"/>
              <a:ext cx="1493432" cy="908399"/>
            </a:xfrm>
            <a:custGeom>
              <a:avLst/>
              <a:gdLst/>
              <a:ahLst/>
              <a:cxnLst/>
              <a:rect l="l" t="t" r="r" b="b"/>
              <a:pathLst>
                <a:path w="1493432" h="908399" extrusionOk="0">
                  <a:moveTo>
                    <a:pt x="1493433" y="908399"/>
                  </a:moveTo>
                  <a:lnTo>
                    <a:pt x="0" y="45434"/>
                  </a:lnTo>
                  <a:lnTo>
                    <a:pt x="0" y="0"/>
                  </a:lnTo>
                  <a:lnTo>
                    <a:pt x="1493433" y="862870"/>
                  </a:lnTo>
                  <a:lnTo>
                    <a:pt x="1493433" y="908399"/>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2094;p34">
              <a:extLst>
                <a:ext uri="{FF2B5EF4-FFF2-40B4-BE49-F238E27FC236}">
                  <a16:creationId xmlns:a16="http://schemas.microsoft.com/office/drawing/2014/main" id="{8A925704-EEB3-6DE6-A1BC-FA94EC12D845}"/>
                </a:ext>
              </a:extLst>
            </p:cNvPr>
            <p:cNvSpPr/>
            <p:nvPr/>
          </p:nvSpPr>
          <p:spPr>
            <a:xfrm>
              <a:off x="3763407" y="2237480"/>
              <a:ext cx="1319638" cy="808005"/>
            </a:xfrm>
            <a:custGeom>
              <a:avLst/>
              <a:gdLst/>
              <a:ahLst/>
              <a:cxnLst/>
              <a:rect l="l" t="t" r="r" b="b"/>
              <a:pathLst>
                <a:path w="1319638" h="808005" extrusionOk="0">
                  <a:moveTo>
                    <a:pt x="1319638" y="808006"/>
                  </a:moveTo>
                  <a:lnTo>
                    <a:pt x="0" y="45434"/>
                  </a:lnTo>
                  <a:lnTo>
                    <a:pt x="0" y="0"/>
                  </a:lnTo>
                  <a:lnTo>
                    <a:pt x="1319638" y="762476"/>
                  </a:lnTo>
                  <a:lnTo>
                    <a:pt x="1319638" y="808006"/>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2095;p34">
              <a:extLst>
                <a:ext uri="{FF2B5EF4-FFF2-40B4-BE49-F238E27FC236}">
                  <a16:creationId xmlns:a16="http://schemas.microsoft.com/office/drawing/2014/main" id="{2F29C099-86BE-184A-0A59-EC8D1D47644C}"/>
                </a:ext>
              </a:extLst>
            </p:cNvPr>
            <p:cNvSpPr/>
            <p:nvPr/>
          </p:nvSpPr>
          <p:spPr>
            <a:xfrm>
              <a:off x="3763407" y="2318824"/>
              <a:ext cx="1235786" cy="759523"/>
            </a:xfrm>
            <a:custGeom>
              <a:avLst/>
              <a:gdLst/>
              <a:ahLst/>
              <a:cxnLst/>
              <a:rect l="l" t="t" r="r" b="b"/>
              <a:pathLst>
                <a:path w="1235786" h="759523" extrusionOk="0">
                  <a:moveTo>
                    <a:pt x="1235787" y="759523"/>
                  </a:moveTo>
                  <a:lnTo>
                    <a:pt x="0" y="45529"/>
                  </a:lnTo>
                  <a:lnTo>
                    <a:pt x="0" y="0"/>
                  </a:lnTo>
                  <a:lnTo>
                    <a:pt x="1235787" y="714089"/>
                  </a:lnTo>
                  <a:lnTo>
                    <a:pt x="1235787" y="759523"/>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2096;p34">
              <a:extLst>
                <a:ext uri="{FF2B5EF4-FFF2-40B4-BE49-F238E27FC236}">
                  <a16:creationId xmlns:a16="http://schemas.microsoft.com/office/drawing/2014/main" id="{5CD6E034-E157-87F5-DDB3-B40AFE64A7A6}"/>
                </a:ext>
              </a:extLst>
            </p:cNvPr>
            <p:cNvSpPr/>
            <p:nvPr/>
          </p:nvSpPr>
          <p:spPr>
            <a:xfrm>
              <a:off x="3763407" y="2490369"/>
              <a:ext cx="1575095" cy="1000982"/>
            </a:xfrm>
            <a:custGeom>
              <a:avLst/>
              <a:gdLst/>
              <a:ahLst/>
              <a:cxnLst/>
              <a:rect l="l" t="t" r="r" b="b"/>
              <a:pathLst>
                <a:path w="1575095" h="1000982" extrusionOk="0">
                  <a:moveTo>
                    <a:pt x="1575095" y="1000982"/>
                  </a:moveTo>
                  <a:lnTo>
                    <a:pt x="0" y="90869"/>
                  </a:lnTo>
                  <a:lnTo>
                    <a:pt x="0" y="0"/>
                  </a:lnTo>
                  <a:lnTo>
                    <a:pt x="1575095" y="910114"/>
                  </a:lnTo>
                  <a:lnTo>
                    <a:pt x="1575095" y="1000982"/>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2097;p34">
              <a:extLst>
                <a:ext uri="{FF2B5EF4-FFF2-40B4-BE49-F238E27FC236}">
                  <a16:creationId xmlns:a16="http://schemas.microsoft.com/office/drawing/2014/main" id="{910D30B5-2F2F-A16D-BF42-F8F152F3689B}"/>
                </a:ext>
              </a:extLst>
            </p:cNvPr>
            <p:cNvSpPr/>
            <p:nvPr/>
          </p:nvSpPr>
          <p:spPr>
            <a:xfrm>
              <a:off x="3763407" y="2648770"/>
              <a:ext cx="1493528" cy="887920"/>
            </a:xfrm>
            <a:custGeom>
              <a:avLst/>
              <a:gdLst/>
              <a:ahLst/>
              <a:cxnLst/>
              <a:rect l="l" t="t" r="r" b="b"/>
              <a:pathLst>
                <a:path w="1493528" h="887920" extrusionOk="0">
                  <a:moveTo>
                    <a:pt x="1493528" y="862965"/>
                  </a:moveTo>
                  <a:lnTo>
                    <a:pt x="1493528" y="887920"/>
                  </a:lnTo>
                  <a:lnTo>
                    <a:pt x="0" y="24955"/>
                  </a:lnTo>
                  <a:lnTo>
                    <a:pt x="0" y="0"/>
                  </a:lnTo>
                  <a:lnTo>
                    <a:pt x="1493528" y="862965"/>
                  </a:ln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2098;p34">
              <a:extLst>
                <a:ext uri="{FF2B5EF4-FFF2-40B4-BE49-F238E27FC236}">
                  <a16:creationId xmlns:a16="http://schemas.microsoft.com/office/drawing/2014/main" id="{295BB67C-D26C-80A5-C2CD-0A4DBA998044}"/>
                </a:ext>
              </a:extLst>
            </p:cNvPr>
            <p:cNvSpPr/>
            <p:nvPr/>
          </p:nvSpPr>
          <p:spPr>
            <a:xfrm>
              <a:off x="5633267" y="2100963"/>
              <a:ext cx="578489" cy="901329"/>
            </a:xfrm>
            <a:custGeom>
              <a:avLst/>
              <a:gdLst/>
              <a:ahLst/>
              <a:cxnLst/>
              <a:rect l="l" t="t" r="r" b="b"/>
              <a:pathLst>
                <a:path w="578489" h="901329" extrusionOk="0">
                  <a:moveTo>
                    <a:pt x="560502" y="899184"/>
                  </a:moveTo>
                  <a:lnTo>
                    <a:pt x="17989" y="585621"/>
                  </a:lnTo>
                  <a:cubicBezTo>
                    <a:pt x="6910" y="577639"/>
                    <a:pt x="247" y="564895"/>
                    <a:pt x="0" y="551236"/>
                  </a:cubicBezTo>
                  <a:lnTo>
                    <a:pt x="0" y="15645"/>
                  </a:lnTo>
                  <a:cubicBezTo>
                    <a:pt x="0" y="2405"/>
                    <a:pt x="8090" y="-3405"/>
                    <a:pt x="17989" y="2024"/>
                  </a:cubicBezTo>
                  <a:lnTo>
                    <a:pt x="560502" y="315587"/>
                  </a:lnTo>
                  <a:cubicBezTo>
                    <a:pt x="571580" y="323569"/>
                    <a:pt x="578242" y="336314"/>
                    <a:pt x="578490" y="349973"/>
                  </a:cubicBezTo>
                  <a:lnTo>
                    <a:pt x="578490" y="885563"/>
                  </a:lnTo>
                  <a:cubicBezTo>
                    <a:pt x="578490" y="898803"/>
                    <a:pt x="570400" y="904899"/>
                    <a:pt x="560502" y="899184"/>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2099;p34">
              <a:extLst>
                <a:ext uri="{FF2B5EF4-FFF2-40B4-BE49-F238E27FC236}">
                  <a16:creationId xmlns:a16="http://schemas.microsoft.com/office/drawing/2014/main" id="{B067C2DE-DA06-197E-DA60-EB20970A3E32}"/>
                </a:ext>
              </a:extLst>
            </p:cNvPr>
            <p:cNvSpPr/>
            <p:nvPr/>
          </p:nvSpPr>
          <p:spPr>
            <a:xfrm>
              <a:off x="3680697" y="317054"/>
              <a:ext cx="2667830" cy="1909376"/>
            </a:xfrm>
            <a:custGeom>
              <a:avLst/>
              <a:gdLst/>
              <a:ahLst/>
              <a:cxnLst/>
              <a:rect l="l" t="t" r="r" b="b"/>
              <a:pathLst>
                <a:path w="2667830" h="1909376" extrusionOk="0">
                  <a:moveTo>
                    <a:pt x="2622906" y="1487514"/>
                  </a:moveTo>
                  <a:lnTo>
                    <a:pt x="57678" y="5329"/>
                  </a:lnTo>
                  <a:cubicBezTo>
                    <a:pt x="49302" y="-517"/>
                    <a:pt x="38518" y="-1633"/>
                    <a:pt x="29124" y="2376"/>
                  </a:cubicBezTo>
                  <a:lnTo>
                    <a:pt x="29124" y="2376"/>
                  </a:lnTo>
                  <a:lnTo>
                    <a:pt x="29124" y="2376"/>
                  </a:lnTo>
                  <a:lnTo>
                    <a:pt x="28553" y="2376"/>
                  </a:lnTo>
                  <a:lnTo>
                    <a:pt x="0" y="18378"/>
                  </a:lnTo>
                  <a:lnTo>
                    <a:pt x="12563" y="38762"/>
                  </a:lnTo>
                  <a:lnTo>
                    <a:pt x="12563" y="320416"/>
                  </a:lnTo>
                  <a:cubicBezTo>
                    <a:pt x="12563" y="353468"/>
                    <a:pt x="32741" y="391949"/>
                    <a:pt x="57583" y="406141"/>
                  </a:cubicBezTo>
                  <a:lnTo>
                    <a:pt x="2617386" y="1885374"/>
                  </a:lnTo>
                  <a:lnTo>
                    <a:pt x="2618719" y="1909377"/>
                  </a:lnTo>
                  <a:lnTo>
                    <a:pt x="2651174" y="1891470"/>
                  </a:lnTo>
                  <a:lnTo>
                    <a:pt x="2651936" y="1890993"/>
                  </a:lnTo>
                  <a:lnTo>
                    <a:pt x="2652888" y="1890517"/>
                  </a:lnTo>
                  <a:lnTo>
                    <a:pt x="2652888" y="1890517"/>
                  </a:lnTo>
                  <a:cubicBezTo>
                    <a:pt x="2662405" y="1884897"/>
                    <a:pt x="2667830" y="1872324"/>
                    <a:pt x="2667830" y="1854608"/>
                  </a:cubicBezTo>
                  <a:lnTo>
                    <a:pt x="2667830" y="1573525"/>
                  </a:lnTo>
                  <a:cubicBezTo>
                    <a:pt x="2667830" y="1540378"/>
                    <a:pt x="2647653" y="1501897"/>
                    <a:pt x="2622906" y="1487514"/>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2100;p34">
              <a:extLst>
                <a:ext uri="{FF2B5EF4-FFF2-40B4-BE49-F238E27FC236}">
                  <a16:creationId xmlns:a16="http://schemas.microsoft.com/office/drawing/2014/main" id="{F6EE37F8-C1F8-2BC2-04AF-6C55AFB2B602}"/>
                </a:ext>
              </a:extLst>
            </p:cNvPr>
            <p:cNvSpPr/>
            <p:nvPr/>
          </p:nvSpPr>
          <p:spPr>
            <a:xfrm>
              <a:off x="3662233" y="334831"/>
              <a:ext cx="2655171" cy="1893451"/>
            </a:xfrm>
            <a:custGeom>
              <a:avLst/>
              <a:gdLst/>
              <a:ahLst/>
              <a:cxnLst/>
              <a:rect l="l" t="t" r="r" b="b"/>
              <a:pathLst>
                <a:path w="2655171" h="1893451" extrusionOk="0">
                  <a:moveTo>
                    <a:pt x="2610153" y="1888076"/>
                  </a:moveTo>
                  <a:lnTo>
                    <a:pt x="44924" y="405890"/>
                  </a:lnTo>
                  <a:cubicBezTo>
                    <a:pt x="20082" y="391508"/>
                    <a:pt x="0" y="353027"/>
                    <a:pt x="0" y="320165"/>
                  </a:cubicBezTo>
                  <a:lnTo>
                    <a:pt x="0" y="39368"/>
                  </a:lnTo>
                  <a:cubicBezTo>
                    <a:pt x="0" y="6317"/>
                    <a:pt x="20082" y="-8923"/>
                    <a:pt x="44924" y="5364"/>
                  </a:cubicBezTo>
                  <a:lnTo>
                    <a:pt x="2610153" y="1487168"/>
                  </a:lnTo>
                  <a:cubicBezTo>
                    <a:pt x="2634994" y="1501551"/>
                    <a:pt x="2655172" y="1540032"/>
                    <a:pt x="2655172" y="1572893"/>
                  </a:cubicBezTo>
                  <a:lnTo>
                    <a:pt x="2655172" y="1853976"/>
                  </a:lnTo>
                  <a:cubicBezTo>
                    <a:pt x="2655172" y="1887218"/>
                    <a:pt x="2634994" y="1902363"/>
                    <a:pt x="2610153" y="1888076"/>
                  </a:cubicBezTo>
                  <a:close/>
                </a:path>
              </a:pathLst>
            </a:custGeom>
            <a:solidFill>
              <a:srgbClr val="FAFBF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2101;p34">
              <a:extLst>
                <a:ext uri="{FF2B5EF4-FFF2-40B4-BE49-F238E27FC236}">
                  <a16:creationId xmlns:a16="http://schemas.microsoft.com/office/drawing/2014/main" id="{39679B5B-66E3-E42C-E90F-EF8A5BC48861}"/>
                </a:ext>
              </a:extLst>
            </p:cNvPr>
            <p:cNvSpPr/>
            <p:nvPr/>
          </p:nvSpPr>
          <p:spPr>
            <a:xfrm>
              <a:off x="3763692" y="506668"/>
              <a:ext cx="2448064" cy="1546988"/>
            </a:xfrm>
            <a:custGeom>
              <a:avLst/>
              <a:gdLst/>
              <a:ahLst/>
              <a:cxnLst/>
              <a:rect l="l" t="t" r="r" b="b"/>
              <a:pathLst>
                <a:path w="2448064" h="1546988" extrusionOk="0">
                  <a:moveTo>
                    <a:pt x="2430077" y="1544789"/>
                  </a:moveTo>
                  <a:lnTo>
                    <a:pt x="17703" y="150995"/>
                  </a:lnTo>
                  <a:cubicBezTo>
                    <a:pt x="6701" y="142981"/>
                    <a:pt x="133" y="130229"/>
                    <a:pt x="0" y="116610"/>
                  </a:cubicBezTo>
                  <a:lnTo>
                    <a:pt x="0" y="15645"/>
                  </a:lnTo>
                  <a:cubicBezTo>
                    <a:pt x="0" y="2405"/>
                    <a:pt x="7995" y="-3405"/>
                    <a:pt x="17989" y="2024"/>
                  </a:cubicBezTo>
                  <a:lnTo>
                    <a:pt x="2430077" y="1395913"/>
                  </a:lnTo>
                  <a:cubicBezTo>
                    <a:pt x="2441174" y="1403876"/>
                    <a:pt x="2447846" y="1416630"/>
                    <a:pt x="2448065" y="1430298"/>
                  </a:cubicBezTo>
                  <a:lnTo>
                    <a:pt x="2448065" y="1531168"/>
                  </a:lnTo>
                  <a:cubicBezTo>
                    <a:pt x="2448065" y="1544503"/>
                    <a:pt x="2439975" y="1550599"/>
                    <a:pt x="2430077" y="1544789"/>
                  </a:cubicBezTo>
                  <a:close/>
                </a:path>
              </a:pathLst>
            </a:custGeom>
            <a:solidFill>
              <a:srgbClr val="E9EAF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2102;p34">
              <a:extLst>
                <a:ext uri="{FF2B5EF4-FFF2-40B4-BE49-F238E27FC236}">
                  <a16:creationId xmlns:a16="http://schemas.microsoft.com/office/drawing/2014/main" id="{A566B7C5-ED49-16C0-2D5D-83E5AE935CEB}"/>
                </a:ext>
              </a:extLst>
            </p:cNvPr>
            <p:cNvSpPr/>
            <p:nvPr/>
          </p:nvSpPr>
          <p:spPr>
            <a:xfrm>
              <a:off x="6042246" y="1815046"/>
              <a:ext cx="173984" cy="241344"/>
            </a:xfrm>
            <a:custGeom>
              <a:avLst/>
              <a:gdLst/>
              <a:ahLst/>
              <a:cxnLst/>
              <a:rect l="l" t="t" r="r" b="b"/>
              <a:pathLst>
                <a:path w="173984" h="241344" extrusionOk="0">
                  <a:moveTo>
                    <a:pt x="155996" y="239077"/>
                  </a:moveTo>
                  <a:lnTo>
                    <a:pt x="0" y="148876"/>
                  </a:lnTo>
                  <a:lnTo>
                    <a:pt x="0" y="0"/>
                  </a:lnTo>
                  <a:lnTo>
                    <a:pt x="155996" y="90106"/>
                  </a:lnTo>
                  <a:cubicBezTo>
                    <a:pt x="167094" y="98069"/>
                    <a:pt x="173766" y="110823"/>
                    <a:pt x="173985" y="124492"/>
                  </a:cubicBezTo>
                  <a:lnTo>
                    <a:pt x="173985" y="225457"/>
                  </a:lnTo>
                  <a:cubicBezTo>
                    <a:pt x="173985" y="238696"/>
                    <a:pt x="165895" y="245078"/>
                    <a:pt x="155996" y="239077"/>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2103;p34">
              <a:extLst>
                <a:ext uri="{FF2B5EF4-FFF2-40B4-BE49-F238E27FC236}">
                  <a16:creationId xmlns:a16="http://schemas.microsoft.com/office/drawing/2014/main" id="{5AC8F6DE-1CEA-0B22-6AB3-14C3E589377F}"/>
                </a:ext>
              </a:extLst>
            </p:cNvPr>
            <p:cNvSpPr/>
            <p:nvPr/>
          </p:nvSpPr>
          <p:spPr>
            <a:xfrm>
              <a:off x="3824606" y="578160"/>
              <a:ext cx="40165" cy="72472"/>
            </a:xfrm>
            <a:custGeom>
              <a:avLst/>
              <a:gdLst/>
              <a:ahLst/>
              <a:cxnLst/>
              <a:rect l="l" t="t" r="r" b="b"/>
              <a:pathLst>
                <a:path w="40165" h="72472" extrusionOk="0">
                  <a:moveTo>
                    <a:pt x="19702" y="39213"/>
                  </a:moveTo>
                  <a:cubicBezTo>
                    <a:pt x="14343" y="34706"/>
                    <a:pt x="9642" y="29481"/>
                    <a:pt x="5711" y="23687"/>
                  </a:cubicBezTo>
                  <a:cubicBezTo>
                    <a:pt x="3103" y="19577"/>
                    <a:pt x="1656" y="14838"/>
                    <a:pt x="1523" y="9971"/>
                  </a:cubicBezTo>
                  <a:cubicBezTo>
                    <a:pt x="1523" y="4892"/>
                    <a:pt x="3236" y="1716"/>
                    <a:pt x="6663" y="446"/>
                  </a:cubicBezTo>
                  <a:cubicBezTo>
                    <a:pt x="11402" y="-686"/>
                    <a:pt x="16390" y="362"/>
                    <a:pt x="20273" y="3304"/>
                  </a:cubicBezTo>
                  <a:cubicBezTo>
                    <a:pt x="27820" y="7698"/>
                    <a:pt x="33779" y="14365"/>
                    <a:pt x="37310" y="22354"/>
                  </a:cubicBezTo>
                  <a:cubicBezTo>
                    <a:pt x="38899" y="25889"/>
                    <a:pt x="39746" y="29716"/>
                    <a:pt x="39784" y="33593"/>
                  </a:cubicBezTo>
                  <a:lnTo>
                    <a:pt x="32456" y="29307"/>
                  </a:lnTo>
                  <a:cubicBezTo>
                    <a:pt x="32446" y="25435"/>
                    <a:pt x="31361" y="21642"/>
                    <a:pt x="29315" y="18353"/>
                  </a:cubicBezTo>
                  <a:cubicBezTo>
                    <a:pt x="27059" y="14814"/>
                    <a:pt x="23947" y="11899"/>
                    <a:pt x="20273" y="9876"/>
                  </a:cubicBezTo>
                  <a:cubicBezTo>
                    <a:pt x="17893" y="8035"/>
                    <a:pt x="14867" y="7244"/>
                    <a:pt x="11897" y="7685"/>
                  </a:cubicBezTo>
                  <a:cubicBezTo>
                    <a:pt x="9899" y="8352"/>
                    <a:pt x="8852" y="10352"/>
                    <a:pt x="8852" y="13591"/>
                  </a:cubicBezTo>
                  <a:cubicBezTo>
                    <a:pt x="8956" y="16577"/>
                    <a:pt x="9946" y="19463"/>
                    <a:pt x="11707" y="21878"/>
                  </a:cubicBezTo>
                  <a:cubicBezTo>
                    <a:pt x="14410" y="25801"/>
                    <a:pt x="17608" y="29356"/>
                    <a:pt x="21225" y="32450"/>
                  </a:cubicBezTo>
                  <a:cubicBezTo>
                    <a:pt x="25289" y="35896"/>
                    <a:pt x="29077" y="39653"/>
                    <a:pt x="32551" y="43690"/>
                  </a:cubicBezTo>
                  <a:cubicBezTo>
                    <a:pt x="34911" y="46585"/>
                    <a:pt x="36862" y="49789"/>
                    <a:pt x="38357" y="53215"/>
                  </a:cubicBezTo>
                  <a:cubicBezTo>
                    <a:pt x="39565" y="56243"/>
                    <a:pt x="40184" y="59478"/>
                    <a:pt x="40165" y="62740"/>
                  </a:cubicBezTo>
                  <a:cubicBezTo>
                    <a:pt x="40165" y="67883"/>
                    <a:pt x="38452" y="71027"/>
                    <a:pt x="34930" y="72265"/>
                  </a:cubicBezTo>
                  <a:cubicBezTo>
                    <a:pt x="30000" y="73000"/>
                    <a:pt x="24975" y="71769"/>
                    <a:pt x="20939" y="68836"/>
                  </a:cubicBezTo>
                  <a:cubicBezTo>
                    <a:pt x="16989" y="66477"/>
                    <a:pt x="13392" y="63558"/>
                    <a:pt x="10279" y="60168"/>
                  </a:cubicBezTo>
                  <a:cubicBezTo>
                    <a:pt x="7177" y="56803"/>
                    <a:pt x="4607" y="52980"/>
                    <a:pt x="2665" y="48833"/>
                  </a:cubicBezTo>
                  <a:cubicBezTo>
                    <a:pt x="980" y="45220"/>
                    <a:pt x="76" y="41293"/>
                    <a:pt x="0" y="37308"/>
                  </a:cubicBezTo>
                  <a:lnTo>
                    <a:pt x="7329" y="41594"/>
                  </a:lnTo>
                  <a:cubicBezTo>
                    <a:pt x="7395" y="45632"/>
                    <a:pt x="8690" y="49553"/>
                    <a:pt x="11041" y="52834"/>
                  </a:cubicBezTo>
                  <a:cubicBezTo>
                    <a:pt x="13468" y="56677"/>
                    <a:pt x="16713" y="59932"/>
                    <a:pt x="20558" y="62359"/>
                  </a:cubicBezTo>
                  <a:cubicBezTo>
                    <a:pt x="23109" y="64223"/>
                    <a:pt x="26269" y="65072"/>
                    <a:pt x="29410" y="64740"/>
                  </a:cubicBezTo>
                  <a:cubicBezTo>
                    <a:pt x="31504" y="64073"/>
                    <a:pt x="32456" y="62168"/>
                    <a:pt x="32456" y="59025"/>
                  </a:cubicBezTo>
                  <a:cubicBezTo>
                    <a:pt x="32427" y="55849"/>
                    <a:pt x="31437" y="52758"/>
                    <a:pt x="29600" y="50167"/>
                  </a:cubicBezTo>
                  <a:cubicBezTo>
                    <a:pt x="26726" y="46153"/>
                    <a:pt x="23404" y="42479"/>
                    <a:pt x="19702" y="39213"/>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2104;p34">
              <a:extLst>
                <a:ext uri="{FF2B5EF4-FFF2-40B4-BE49-F238E27FC236}">
                  <a16:creationId xmlns:a16="http://schemas.microsoft.com/office/drawing/2014/main" id="{B8C5C2F8-516B-ED9E-30B9-6AE51E48B802}"/>
                </a:ext>
              </a:extLst>
            </p:cNvPr>
            <p:cNvSpPr/>
            <p:nvPr/>
          </p:nvSpPr>
          <p:spPr>
            <a:xfrm>
              <a:off x="3871213" y="621212"/>
              <a:ext cx="35348" cy="54941"/>
            </a:xfrm>
            <a:custGeom>
              <a:avLst/>
              <a:gdLst/>
              <a:ahLst/>
              <a:cxnLst/>
              <a:rect l="l" t="t" r="r" b="b"/>
              <a:pathLst>
                <a:path w="35348" h="54941" extrusionOk="0">
                  <a:moveTo>
                    <a:pt x="18875" y="51977"/>
                  </a:moveTo>
                  <a:cubicBezTo>
                    <a:pt x="13135" y="48563"/>
                    <a:pt x="8434" y="43659"/>
                    <a:pt x="5264" y="37785"/>
                  </a:cubicBezTo>
                  <a:cubicBezTo>
                    <a:pt x="1838" y="31676"/>
                    <a:pt x="39" y="24788"/>
                    <a:pt x="29" y="17782"/>
                  </a:cubicBezTo>
                  <a:lnTo>
                    <a:pt x="29" y="16354"/>
                  </a:lnTo>
                  <a:cubicBezTo>
                    <a:pt x="-170" y="12433"/>
                    <a:pt x="648" y="8529"/>
                    <a:pt x="2409" y="5019"/>
                  </a:cubicBezTo>
                  <a:cubicBezTo>
                    <a:pt x="3665" y="2461"/>
                    <a:pt x="6073" y="656"/>
                    <a:pt x="8881" y="161"/>
                  </a:cubicBezTo>
                  <a:cubicBezTo>
                    <a:pt x="12203" y="-359"/>
                    <a:pt x="15601" y="390"/>
                    <a:pt x="18399" y="2257"/>
                  </a:cubicBezTo>
                  <a:cubicBezTo>
                    <a:pt x="23757" y="5352"/>
                    <a:pt x="28097" y="9957"/>
                    <a:pt x="30867" y="15496"/>
                  </a:cubicBezTo>
                  <a:cubicBezTo>
                    <a:pt x="33932" y="21744"/>
                    <a:pt x="35474" y="28634"/>
                    <a:pt x="35340" y="35594"/>
                  </a:cubicBezTo>
                  <a:lnTo>
                    <a:pt x="35340" y="38737"/>
                  </a:lnTo>
                  <a:lnTo>
                    <a:pt x="6692" y="22831"/>
                  </a:lnTo>
                  <a:cubicBezTo>
                    <a:pt x="6797" y="27522"/>
                    <a:pt x="8005" y="32121"/>
                    <a:pt x="10213" y="36261"/>
                  </a:cubicBezTo>
                  <a:cubicBezTo>
                    <a:pt x="12136" y="40198"/>
                    <a:pt x="15134" y="43503"/>
                    <a:pt x="18875" y="45786"/>
                  </a:cubicBezTo>
                  <a:cubicBezTo>
                    <a:pt x="20721" y="47055"/>
                    <a:pt x="22920" y="47720"/>
                    <a:pt x="25156" y="47691"/>
                  </a:cubicBezTo>
                  <a:cubicBezTo>
                    <a:pt x="26870" y="47538"/>
                    <a:pt x="28488" y="46798"/>
                    <a:pt x="29725" y="45595"/>
                  </a:cubicBezTo>
                  <a:lnTo>
                    <a:pt x="34008" y="51977"/>
                  </a:lnTo>
                  <a:cubicBezTo>
                    <a:pt x="30962" y="55882"/>
                    <a:pt x="25727" y="55978"/>
                    <a:pt x="18875" y="51977"/>
                  </a:cubicBezTo>
                  <a:close/>
                  <a:moveTo>
                    <a:pt x="18018" y="8924"/>
                  </a:moveTo>
                  <a:cubicBezTo>
                    <a:pt x="15962" y="7338"/>
                    <a:pt x="13164" y="7114"/>
                    <a:pt x="10880" y="8353"/>
                  </a:cubicBezTo>
                  <a:cubicBezTo>
                    <a:pt x="8567" y="10355"/>
                    <a:pt x="7273" y="13292"/>
                    <a:pt x="7358" y="16354"/>
                  </a:cubicBezTo>
                  <a:lnTo>
                    <a:pt x="27916" y="28260"/>
                  </a:lnTo>
                  <a:lnTo>
                    <a:pt x="27916" y="27593"/>
                  </a:lnTo>
                  <a:cubicBezTo>
                    <a:pt x="27821" y="23668"/>
                    <a:pt x="26812" y="19820"/>
                    <a:pt x="24966" y="16354"/>
                  </a:cubicBezTo>
                  <a:cubicBezTo>
                    <a:pt x="23405" y="13263"/>
                    <a:pt x="20997" y="10684"/>
                    <a:pt x="18018" y="892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2105;p34">
              <a:extLst>
                <a:ext uri="{FF2B5EF4-FFF2-40B4-BE49-F238E27FC236}">
                  <a16:creationId xmlns:a16="http://schemas.microsoft.com/office/drawing/2014/main" id="{717319D7-40B2-F4D3-68FE-7D11378572ED}"/>
                </a:ext>
              </a:extLst>
            </p:cNvPr>
            <p:cNvSpPr/>
            <p:nvPr/>
          </p:nvSpPr>
          <p:spPr>
            <a:xfrm>
              <a:off x="3913502" y="644554"/>
              <a:ext cx="33883" cy="60925"/>
            </a:xfrm>
            <a:custGeom>
              <a:avLst/>
              <a:gdLst/>
              <a:ahLst/>
              <a:cxnLst/>
              <a:rect l="l" t="t" r="r" b="b"/>
              <a:pathLst>
                <a:path w="33883" h="60925" extrusionOk="0">
                  <a:moveTo>
                    <a:pt x="26174" y="56353"/>
                  </a:moveTo>
                  <a:cubicBezTo>
                    <a:pt x="25593" y="54563"/>
                    <a:pt x="25241" y="52707"/>
                    <a:pt x="25127" y="50829"/>
                  </a:cubicBezTo>
                  <a:cubicBezTo>
                    <a:pt x="21386" y="52815"/>
                    <a:pt x="16837" y="52482"/>
                    <a:pt x="13420" y="49972"/>
                  </a:cubicBezTo>
                  <a:cubicBezTo>
                    <a:pt x="9537" y="47601"/>
                    <a:pt x="6272" y="44336"/>
                    <a:pt x="3902" y="40447"/>
                  </a:cubicBezTo>
                  <a:cubicBezTo>
                    <a:pt x="1418" y="36827"/>
                    <a:pt x="57" y="32551"/>
                    <a:pt x="0" y="28159"/>
                  </a:cubicBezTo>
                  <a:cubicBezTo>
                    <a:pt x="0" y="23206"/>
                    <a:pt x="1618" y="20349"/>
                    <a:pt x="4854" y="19492"/>
                  </a:cubicBezTo>
                  <a:cubicBezTo>
                    <a:pt x="9737" y="19010"/>
                    <a:pt x="14629" y="20368"/>
                    <a:pt x="18560" y="23302"/>
                  </a:cubicBezTo>
                  <a:lnTo>
                    <a:pt x="25412" y="27207"/>
                  </a:lnTo>
                  <a:lnTo>
                    <a:pt x="25412" y="23492"/>
                  </a:lnTo>
                  <a:cubicBezTo>
                    <a:pt x="25403" y="20678"/>
                    <a:pt x="24651" y="17915"/>
                    <a:pt x="23223" y="15491"/>
                  </a:cubicBezTo>
                  <a:cubicBezTo>
                    <a:pt x="21662" y="12855"/>
                    <a:pt x="19435" y="10684"/>
                    <a:pt x="16751" y="9205"/>
                  </a:cubicBezTo>
                  <a:cubicBezTo>
                    <a:pt x="14895" y="7913"/>
                    <a:pt x="12601" y="7401"/>
                    <a:pt x="10374" y="7776"/>
                  </a:cubicBezTo>
                  <a:cubicBezTo>
                    <a:pt x="8728" y="8273"/>
                    <a:pt x="7690" y="9882"/>
                    <a:pt x="7900" y="11586"/>
                  </a:cubicBezTo>
                  <a:lnTo>
                    <a:pt x="761" y="7490"/>
                  </a:lnTo>
                  <a:cubicBezTo>
                    <a:pt x="676" y="5394"/>
                    <a:pt x="1466" y="3356"/>
                    <a:pt x="2950" y="1870"/>
                  </a:cubicBezTo>
                  <a:cubicBezTo>
                    <a:pt x="4607" y="446"/>
                    <a:pt x="6786" y="-213"/>
                    <a:pt x="8947" y="61"/>
                  </a:cubicBezTo>
                  <a:cubicBezTo>
                    <a:pt x="11850" y="393"/>
                    <a:pt x="14648" y="1369"/>
                    <a:pt x="17132" y="2918"/>
                  </a:cubicBezTo>
                  <a:cubicBezTo>
                    <a:pt x="21681" y="5399"/>
                    <a:pt x="25517" y="9008"/>
                    <a:pt x="28268" y="13396"/>
                  </a:cubicBezTo>
                  <a:cubicBezTo>
                    <a:pt x="30895" y="17497"/>
                    <a:pt x="32341" y="22242"/>
                    <a:pt x="32455" y="27112"/>
                  </a:cubicBezTo>
                  <a:lnTo>
                    <a:pt x="32455" y="49019"/>
                  </a:lnTo>
                  <a:cubicBezTo>
                    <a:pt x="32379" y="52815"/>
                    <a:pt x="32865" y="56602"/>
                    <a:pt x="33883" y="60259"/>
                  </a:cubicBezTo>
                  <a:lnTo>
                    <a:pt x="33883" y="60925"/>
                  </a:lnTo>
                  <a:close/>
                  <a:moveTo>
                    <a:pt x="14467" y="43971"/>
                  </a:moveTo>
                  <a:cubicBezTo>
                    <a:pt x="16342" y="45144"/>
                    <a:pt x="18541" y="45710"/>
                    <a:pt x="20749" y="45590"/>
                  </a:cubicBezTo>
                  <a:cubicBezTo>
                    <a:pt x="22547" y="45530"/>
                    <a:pt x="24185" y="44514"/>
                    <a:pt x="25032" y="42923"/>
                  </a:cubicBezTo>
                  <a:lnTo>
                    <a:pt x="25032" y="33398"/>
                  </a:lnTo>
                  <a:lnTo>
                    <a:pt x="19511" y="30160"/>
                  </a:lnTo>
                  <a:cubicBezTo>
                    <a:pt x="10945" y="25207"/>
                    <a:pt x="6662" y="25683"/>
                    <a:pt x="6662" y="31493"/>
                  </a:cubicBezTo>
                  <a:cubicBezTo>
                    <a:pt x="6653" y="34072"/>
                    <a:pt x="7414" y="36593"/>
                    <a:pt x="8851" y="38732"/>
                  </a:cubicBezTo>
                  <a:cubicBezTo>
                    <a:pt x="10270" y="40907"/>
                    <a:pt x="12202" y="42704"/>
                    <a:pt x="14467" y="4397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2106;p34">
              <a:extLst>
                <a:ext uri="{FF2B5EF4-FFF2-40B4-BE49-F238E27FC236}">
                  <a16:creationId xmlns:a16="http://schemas.microsoft.com/office/drawing/2014/main" id="{5B605EA0-23A9-ED27-04A5-BD9061531175}"/>
                </a:ext>
              </a:extLst>
            </p:cNvPr>
            <p:cNvSpPr/>
            <p:nvPr/>
          </p:nvSpPr>
          <p:spPr>
            <a:xfrm>
              <a:off x="3956522" y="663093"/>
              <a:ext cx="19892" cy="51720"/>
            </a:xfrm>
            <a:custGeom>
              <a:avLst/>
              <a:gdLst/>
              <a:ahLst/>
              <a:cxnLst/>
              <a:rect l="l" t="t" r="r" b="b"/>
              <a:pathLst>
                <a:path w="19892" h="51720" extrusionOk="0">
                  <a:moveTo>
                    <a:pt x="19892" y="18955"/>
                  </a:moveTo>
                  <a:cubicBezTo>
                    <a:pt x="18807" y="18085"/>
                    <a:pt x="17656" y="17290"/>
                    <a:pt x="16466" y="16573"/>
                  </a:cubicBezTo>
                  <a:cubicBezTo>
                    <a:pt x="11897" y="13906"/>
                    <a:pt x="8728" y="14383"/>
                    <a:pt x="6948" y="18002"/>
                  </a:cubicBezTo>
                  <a:lnTo>
                    <a:pt x="6948" y="51721"/>
                  </a:lnTo>
                  <a:lnTo>
                    <a:pt x="0" y="47625"/>
                  </a:lnTo>
                  <a:lnTo>
                    <a:pt x="0" y="0"/>
                  </a:lnTo>
                  <a:lnTo>
                    <a:pt x="6758" y="3905"/>
                  </a:lnTo>
                  <a:lnTo>
                    <a:pt x="6758" y="9430"/>
                  </a:lnTo>
                  <a:cubicBezTo>
                    <a:pt x="9042" y="6572"/>
                    <a:pt x="12278" y="6286"/>
                    <a:pt x="16275" y="8763"/>
                  </a:cubicBezTo>
                  <a:cubicBezTo>
                    <a:pt x="17408" y="9388"/>
                    <a:pt x="18436" y="10192"/>
                    <a:pt x="19321" y="1114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2107;p34">
              <a:extLst>
                <a:ext uri="{FF2B5EF4-FFF2-40B4-BE49-F238E27FC236}">
                  <a16:creationId xmlns:a16="http://schemas.microsoft.com/office/drawing/2014/main" id="{7E89687F-2A52-E00F-C265-11582758EB1B}"/>
                </a:ext>
              </a:extLst>
            </p:cNvPr>
            <p:cNvSpPr/>
            <p:nvPr/>
          </p:nvSpPr>
          <p:spPr>
            <a:xfrm>
              <a:off x="3980286" y="683824"/>
              <a:ext cx="34675" cy="54516"/>
            </a:xfrm>
            <a:custGeom>
              <a:avLst/>
              <a:gdLst/>
              <a:ahLst/>
              <a:cxnLst/>
              <a:rect l="l" t="t" r="r" b="b"/>
              <a:pathLst>
                <a:path w="34675" h="54516" extrusionOk="0">
                  <a:moveTo>
                    <a:pt x="18400" y="45467"/>
                  </a:moveTo>
                  <a:cubicBezTo>
                    <a:pt x="20304" y="46811"/>
                    <a:pt x="22721" y="47231"/>
                    <a:pt x="24967" y="46610"/>
                  </a:cubicBezTo>
                  <a:cubicBezTo>
                    <a:pt x="26918" y="45847"/>
                    <a:pt x="28175" y="43941"/>
                    <a:pt x="28108" y="41848"/>
                  </a:cubicBezTo>
                  <a:lnTo>
                    <a:pt x="34675" y="45658"/>
                  </a:lnTo>
                  <a:cubicBezTo>
                    <a:pt x="34694" y="48006"/>
                    <a:pt x="33847" y="50279"/>
                    <a:pt x="32296" y="52040"/>
                  </a:cubicBezTo>
                  <a:cubicBezTo>
                    <a:pt x="30716" y="53647"/>
                    <a:pt x="28555" y="54541"/>
                    <a:pt x="26300" y="54516"/>
                  </a:cubicBezTo>
                  <a:cubicBezTo>
                    <a:pt x="23501" y="54441"/>
                    <a:pt x="20770" y="53619"/>
                    <a:pt x="18400" y="52135"/>
                  </a:cubicBezTo>
                  <a:cubicBezTo>
                    <a:pt x="12680" y="48793"/>
                    <a:pt x="8054" y="43862"/>
                    <a:pt x="5075" y="37943"/>
                  </a:cubicBezTo>
                  <a:cubicBezTo>
                    <a:pt x="1715" y="31610"/>
                    <a:pt x="-17" y="24539"/>
                    <a:pt x="31" y="17369"/>
                  </a:cubicBezTo>
                  <a:lnTo>
                    <a:pt x="31" y="15940"/>
                  </a:lnTo>
                  <a:cubicBezTo>
                    <a:pt x="-169" y="12060"/>
                    <a:pt x="611" y="8193"/>
                    <a:pt x="2315" y="4700"/>
                  </a:cubicBezTo>
                  <a:cubicBezTo>
                    <a:pt x="3467" y="2168"/>
                    <a:pt x="5836" y="405"/>
                    <a:pt x="8597" y="33"/>
                  </a:cubicBezTo>
                  <a:cubicBezTo>
                    <a:pt x="11966" y="-190"/>
                    <a:pt x="15316" y="715"/>
                    <a:pt x="18114" y="2605"/>
                  </a:cubicBezTo>
                  <a:cubicBezTo>
                    <a:pt x="22864" y="5371"/>
                    <a:pt x="26823" y="9306"/>
                    <a:pt x="29631" y="14035"/>
                  </a:cubicBezTo>
                  <a:cubicBezTo>
                    <a:pt x="32543" y="18605"/>
                    <a:pt x="34219" y="23859"/>
                    <a:pt x="34485" y="29275"/>
                  </a:cubicBezTo>
                  <a:lnTo>
                    <a:pt x="27918" y="25465"/>
                  </a:lnTo>
                  <a:cubicBezTo>
                    <a:pt x="27651" y="22098"/>
                    <a:pt x="26604" y="18839"/>
                    <a:pt x="24872" y="15940"/>
                  </a:cubicBezTo>
                  <a:cubicBezTo>
                    <a:pt x="23207" y="13144"/>
                    <a:pt x="20884" y="10792"/>
                    <a:pt x="18114" y="9082"/>
                  </a:cubicBezTo>
                  <a:cubicBezTo>
                    <a:pt x="14564" y="7113"/>
                    <a:pt x="11804" y="7113"/>
                    <a:pt x="9834" y="9082"/>
                  </a:cubicBezTo>
                  <a:cubicBezTo>
                    <a:pt x="7464" y="12284"/>
                    <a:pt x="6408" y="16270"/>
                    <a:pt x="6883" y="20226"/>
                  </a:cubicBezTo>
                  <a:lnTo>
                    <a:pt x="6883" y="21750"/>
                  </a:lnTo>
                  <a:cubicBezTo>
                    <a:pt x="6798" y="26703"/>
                    <a:pt x="7807" y="31614"/>
                    <a:pt x="9834" y="36133"/>
                  </a:cubicBezTo>
                  <a:cubicBezTo>
                    <a:pt x="11652" y="40058"/>
                    <a:pt x="14650" y="43321"/>
                    <a:pt x="18400" y="45467"/>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2108;p34">
              <a:extLst>
                <a:ext uri="{FF2B5EF4-FFF2-40B4-BE49-F238E27FC236}">
                  <a16:creationId xmlns:a16="http://schemas.microsoft.com/office/drawing/2014/main" id="{35141752-7E20-7FA5-D023-75C9D69BF68B}"/>
                </a:ext>
              </a:extLst>
            </p:cNvPr>
            <p:cNvSpPr/>
            <p:nvPr/>
          </p:nvSpPr>
          <p:spPr>
            <a:xfrm>
              <a:off x="4022575" y="681666"/>
              <a:ext cx="32718" cy="85915"/>
            </a:xfrm>
            <a:custGeom>
              <a:avLst/>
              <a:gdLst/>
              <a:ahLst/>
              <a:cxnLst/>
              <a:rect l="l" t="t" r="r" b="b"/>
              <a:pathLst>
                <a:path w="32718" h="85915" extrusionOk="0">
                  <a:moveTo>
                    <a:pt x="7614" y="29718"/>
                  </a:moveTo>
                  <a:cubicBezTo>
                    <a:pt x="11145" y="26777"/>
                    <a:pt x="16266" y="26777"/>
                    <a:pt x="19797" y="29718"/>
                  </a:cubicBezTo>
                  <a:cubicBezTo>
                    <a:pt x="28411" y="34878"/>
                    <a:pt x="33388" y="44461"/>
                    <a:pt x="32646" y="54483"/>
                  </a:cubicBezTo>
                  <a:lnTo>
                    <a:pt x="32646" y="85916"/>
                  </a:lnTo>
                  <a:lnTo>
                    <a:pt x="25603" y="81820"/>
                  </a:lnTo>
                  <a:lnTo>
                    <a:pt x="25603" y="50387"/>
                  </a:lnTo>
                  <a:cubicBezTo>
                    <a:pt x="25698" y="47343"/>
                    <a:pt x="25003" y="44327"/>
                    <a:pt x="23604" y="41624"/>
                  </a:cubicBezTo>
                  <a:cubicBezTo>
                    <a:pt x="22034" y="39026"/>
                    <a:pt x="19797" y="36890"/>
                    <a:pt x="17132" y="35433"/>
                  </a:cubicBezTo>
                  <a:cubicBezTo>
                    <a:pt x="15352" y="34286"/>
                    <a:pt x="13230" y="33814"/>
                    <a:pt x="11136" y="34100"/>
                  </a:cubicBezTo>
                  <a:cubicBezTo>
                    <a:pt x="9356" y="34510"/>
                    <a:pt x="7852" y="35699"/>
                    <a:pt x="7043" y="37338"/>
                  </a:cubicBezTo>
                  <a:lnTo>
                    <a:pt x="7043" y="71152"/>
                  </a:lnTo>
                  <a:lnTo>
                    <a:pt x="0" y="67056"/>
                  </a:lnTo>
                  <a:lnTo>
                    <a:pt x="0" y="0"/>
                  </a:lnTo>
                  <a:lnTo>
                    <a:pt x="7043" y="4001"/>
                  </a:ln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2109;p34">
              <a:extLst>
                <a:ext uri="{FF2B5EF4-FFF2-40B4-BE49-F238E27FC236}">
                  <a16:creationId xmlns:a16="http://schemas.microsoft.com/office/drawing/2014/main" id="{314887A9-6588-4E02-F6B9-7DF2FB9AD799}"/>
                </a:ext>
              </a:extLst>
            </p:cNvPr>
            <p:cNvSpPr/>
            <p:nvPr/>
          </p:nvSpPr>
          <p:spPr>
            <a:xfrm>
              <a:off x="4065860" y="766513"/>
              <a:ext cx="8800" cy="10615"/>
            </a:xfrm>
            <a:custGeom>
              <a:avLst/>
              <a:gdLst/>
              <a:ahLst/>
              <a:cxnLst/>
              <a:rect l="l" t="t" r="r" b="b"/>
              <a:pathLst>
                <a:path w="8800" h="10615" extrusionOk="0">
                  <a:moveTo>
                    <a:pt x="21" y="3164"/>
                  </a:moveTo>
                  <a:cubicBezTo>
                    <a:pt x="-103" y="2053"/>
                    <a:pt x="326" y="951"/>
                    <a:pt x="1163" y="212"/>
                  </a:cubicBezTo>
                  <a:cubicBezTo>
                    <a:pt x="1829" y="-265"/>
                    <a:pt x="2971" y="212"/>
                    <a:pt x="4399" y="212"/>
                  </a:cubicBezTo>
                  <a:cubicBezTo>
                    <a:pt x="5741" y="1038"/>
                    <a:pt x="6845" y="2183"/>
                    <a:pt x="7635" y="3545"/>
                  </a:cubicBezTo>
                  <a:cubicBezTo>
                    <a:pt x="8378" y="4818"/>
                    <a:pt x="8768" y="6263"/>
                    <a:pt x="8777" y="7736"/>
                  </a:cubicBezTo>
                  <a:cubicBezTo>
                    <a:pt x="8911" y="8767"/>
                    <a:pt x="8473" y="9788"/>
                    <a:pt x="7635" y="10403"/>
                  </a:cubicBezTo>
                  <a:cubicBezTo>
                    <a:pt x="6874" y="10880"/>
                    <a:pt x="5827" y="10403"/>
                    <a:pt x="4399" y="10403"/>
                  </a:cubicBezTo>
                  <a:cubicBezTo>
                    <a:pt x="3029" y="9659"/>
                    <a:pt x="1906" y="8534"/>
                    <a:pt x="1163" y="7165"/>
                  </a:cubicBezTo>
                  <a:cubicBezTo>
                    <a:pt x="440" y="5955"/>
                    <a:pt x="40" y="4575"/>
                    <a:pt x="21" y="3164"/>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2110;p34">
              <a:extLst>
                <a:ext uri="{FF2B5EF4-FFF2-40B4-BE49-F238E27FC236}">
                  <a16:creationId xmlns:a16="http://schemas.microsoft.com/office/drawing/2014/main" id="{B3454B0B-0195-5585-976C-B501D7A55466}"/>
                </a:ext>
              </a:extLst>
            </p:cNvPr>
            <p:cNvSpPr/>
            <p:nvPr/>
          </p:nvSpPr>
          <p:spPr>
            <a:xfrm>
              <a:off x="4086317" y="778377"/>
              <a:ext cx="8807" cy="10445"/>
            </a:xfrm>
            <a:custGeom>
              <a:avLst/>
              <a:gdLst/>
              <a:ahLst/>
              <a:cxnLst/>
              <a:rect l="l" t="t" r="r" b="b"/>
              <a:pathLst>
                <a:path w="8807" h="10445" extrusionOk="0">
                  <a:moveTo>
                    <a:pt x="27" y="3111"/>
                  </a:moveTo>
                  <a:cubicBezTo>
                    <a:pt x="-116" y="2025"/>
                    <a:pt x="313" y="942"/>
                    <a:pt x="1169" y="254"/>
                  </a:cubicBezTo>
                  <a:cubicBezTo>
                    <a:pt x="1835" y="-317"/>
                    <a:pt x="2978" y="254"/>
                    <a:pt x="4405" y="254"/>
                  </a:cubicBezTo>
                  <a:cubicBezTo>
                    <a:pt x="7051" y="1848"/>
                    <a:pt x="8707" y="4687"/>
                    <a:pt x="8784" y="7779"/>
                  </a:cubicBezTo>
                  <a:cubicBezTo>
                    <a:pt x="8917" y="8809"/>
                    <a:pt x="8479" y="9830"/>
                    <a:pt x="7641" y="10446"/>
                  </a:cubicBezTo>
                  <a:cubicBezTo>
                    <a:pt x="6975" y="10446"/>
                    <a:pt x="5833" y="10446"/>
                    <a:pt x="4405" y="10446"/>
                  </a:cubicBezTo>
                  <a:cubicBezTo>
                    <a:pt x="3035" y="9701"/>
                    <a:pt x="1912" y="8576"/>
                    <a:pt x="1169" y="7207"/>
                  </a:cubicBezTo>
                  <a:cubicBezTo>
                    <a:pt x="427" y="5970"/>
                    <a:pt x="27" y="4555"/>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2111;p34">
              <a:extLst>
                <a:ext uri="{FF2B5EF4-FFF2-40B4-BE49-F238E27FC236}">
                  <a16:creationId xmlns:a16="http://schemas.microsoft.com/office/drawing/2014/main" id="{F3DF9A8B-C9A7-91E5-4AF9-5F166AB316BF}"/>
                </a:ext>
              </a:extLst>
            </p:cNvPr>
            <p:cNvSpPr/>
            <p:nvPr/>
          </p:nvSpPr>
          <p:spPr>
            <a:xfrm>
              <a:off x="4106781" y="790188"/>
              <a:ext cx="8804" cy="10445"/>
            </a:xfrm>
            <a:custGeom>
              <a:avLst/>
              <a:gdLst/>
              <a:ahLst/>
              <a:cxnLst/>
              <a:rect l="l" t="t" r="r" b="b"/>
              <a:pathLst>
                <a:path w="8804" h="10445" extrusionOk="0">
                  <a:moveTo>
                    <a:pt x="27" y="3111"/>
                  </a:moveTo>
                  <a:cubicBezTo>
                    <a:pt x="-116" y="2025"/>
                    <a:pt x="313" y="942"/>
                    <a:pt x="1169" y="254"/>
                  </a:cubicBezTo>
                  <a:cubicBezTo>
                    <a:pt x="1835" y="-318"/>
                    <a:pt x="2978" y="254"/>
                    <a:pt x="4405" y="254"/>
                  </a:cubicBezTo>
                  <a:cubicBezTo>
                    <a:pt x="5795" y="976"/>
                    <a:pt x="6918" y="2107"/>
                    <a:pt x="7641" y="3493"/>
                  </a:cubicBezTo>
                  <a:cubicBezTo>
                    <a:pt x="8374" y="4770"/>
                    <a:pt x="8764" y="6212"/>
                    <a:pt x="8783" y="7683"/>
                  </a:cubicBezTo>
                  <a:cubicBezTo>
                    <a:pt x="8907" y="8741"/>
                    <a:pt x="8479" y="9788"/>
                    <a:pt x="7641" y="10446"/>
                  </a:cubicBezTo>
                  <a:cubicBezTo>
                    <a:pt x="6975" y="10446"/>
                    <a:pt x="5833" y="10446"/>
                    <a:pt x="4405" y="9874"/>
                  </a:cubicBezTo>
                  <a:cubicBezTo>
                    <a:pt x="3035" y="9129"/>
                    <a:pt x="1912" y="8004"/>
                    <a:pt x="1169" y="6636"/>
                  </a:cubicBezTo>
                  <a:cubicBezTo>
                    <a:pt x="522" y="5567"/>
                    <a:pt x="132" y="4359"/>
                    <a:pt x="27" y="3111"/>
                  </a:cubicBezTo>
                  <a:close/>
                </a:path>
              </a:pathLst>
            </a:custGeom>
            <a:solidFill>
              <a:srgbClr val="B0B3C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2112;p34">
              <a:extLst>
                <a:ext uri="{FF2B5EF4-FFF2-40B4-BE49-F238E27FC236}">
                  <a16:creationId xmlns:a16="http://schemas.microsoft.com/office/drawing/2014/main" id="{947290FE-ECCC-2F14-115D-F9E052FF414C}"/>
                </a:ext>
              </a:extLst>
            </p:cNvPr>
            <p:cNvSpPr/>
            <p:nvPr/>
          </p:nvSpPr>
          <p:spPr>
            <a:xfrm>
              <a:off x="6091738" y="1886219"/>
              <a:ext cx="73770" cy="113063"/>
            </a:xfrm>
            <a:custGeom>
              <a:avLst/>
              <a:gdLst/>
              <a:ahLst/>
              <a:cxnLst/>
              <a:rect l="l" t="t" r="r" b="b"/>
              <a:pathLst>
                <a:path w="73770" h="113063" extrusionOk="0">
                  <a:moveTo>
                    <a:pt x="72240" y="104944"/>
                  </a:moveTo>
                  <a:lnTo>
                    <a:pt x="57011" y="78751"/>
                  </a:lnTo>
                  <a:cubicBezTo>
                    <a:pt x="61932" y="73683"/>
                    <a:pt x="64435" y="66739"/>
                    <a:pt x="63864" y="59701"/>
                  </a:cubicBezTo>
                  <a:cubicBezTo>
                    <a:pt x="62646" y="37222"/>
                    <a:pt x="50806" y="16676"/>
                    <a:pt x="31980" y="4360"/>
                  </a:cubicBezTo>
                  <a:cubicBezTo>
                    <a:pt x="14277" y="-5831"/>
                    <a:pt x="0" y="2455"/>
                    <a:pt x="0" y="22839"/>
                  </a:cubicBezTo>
                  <a:cubicBezTo>
                    <a:pt x="1142" y="45585"/>
                    <a:pt x="13201" y="66378"/>
                    <a:pt x="32360" y="78655"/>
                  </a:cubicBezTo>
                  <a:cubicBezTo>
                    <a:pt x="37776" y="82303"/>
                    <a:pt x="44410" y="83675"/>
                    <a:pt x="50825" y="82465"/>
                  </a:cubicBezTo>
                  <a:lnTo>
                    <a:pt x="66148" y="109040"/>
                  </a:lnTo>
                  <a:cubicBezTo>
                    <a:pt x="67957" y="112088"/>
                    <a:pt x="70812" y="113803"/>
                    <a:pt x="72621" y="112755"/>
                  </a:cubicBezTo>
                  <a:cubicBezTo>
                    <a:pt x="74429" y="111707"/>
                    <a:pt x="73953" y="108088"/>
                    <a:pt x="72240" y="104944"/>
                  </a:cubicBezTo>
                  <a:close/>
                  <a:moveTo>
                    <a:pt x="49683" y="70273"/>
                  </a:moveTo>
                  <a:cubicBezTo>
                    <a:pt x="49131" y="70083"/>
                    <a:pt x="48522" y="70083"/>
                    <a:pt x="47970" y="70273"/>
                  </a:cubicBezTo>
                  <a:cubicBezTo>
                    <a:pt x="47532" y="70578"/>
                    <a:pt x="47198" y="71007"/>
                    <a:pt x="47018" y="71512"/>
                  </a:cubicBezTo>
                  <a:cubicBezTo>
                    <a:pt x="42011" y="72845"/>
                    <a:pt x="36682" y="71978"/>
                    <a:pt x="32360" y="69130"/>
                  </a:cubicBezTo>
                  <a:cubicBezTo>
                    <a:pt x="18198" y="59910"/>
                    <a:pt x="9289" y="44480"/>
                    <a:pt x="8376" y="27601"/>
                  </a:cubicBezTo>
                  <a:cubicBezTo>
                    <a:pt x="8376" y="12266"/>
                    <a:pt x="19131" y="6075"/>
                    <a:pt x="32360" y="13790"/>
                  </a:cubicBezTo>
                  <a:cubicBezTo>
                    <a:pt x="46494" y="23020"/>
                    <a:pt x="55374" y="38450"/>
                    <a:pt x="56250" y="55319"/>
                  </a:cubicBezTo>
                  <a:cubicBezTo>
                    <a:pt x="56678" y="61082"/>
                    <a:pt x="54213" y="66682"/>
                    <a:pt x="49683" y="70273"/>
                  </a:cubicBezTo>
                  <a:close/>
                </a:path>
              </a:pathLst>
            </a:custGeom>
            <a:solidFill>
              <a:srgbClr val="FFFF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2113;p34">
              <a:extLst>
                <a:ext uri="{FF2B5EF4-FFF2-40B4-BE49-F238E27FC236}">
                  <a16:creationId xmlns:a16="http://schemas.microsoft.com/office/drawing/2014/main" id="{2A1B8FC9-587F-3D60-578A-A96D25AE8ECB}"/>
                </a:ext>
              </a:extLst>
            </p:cNvPr>
            <p:cNvSpPr/>
            <p:nvPr/>
          </p:nvSpPr>
          <p:spPr>
            <a:xfrm>
              <a:off x="5099606" y="2084115"/>
              <a:ext cx="833576" cy="1053763"/>
            </a:xfrm>
            <a:custGeom>
              <a:avLst/>
              <a:gdLst/>
              <a:ahLst/>
              <a:cxnLst/>
              <a:rect l="l" t="t" r="r" b="b"/>
              <a:pathLst>
                <a:path w="833576" h="1053763" extrusionOk="0">
                  <a:moveTo>
                    <a:pt x="724017" y="325006"/>
                  </a:moveTo>
                  <a:cubicBezTo>
                    <a:pt x="569829" y="64973"/>
                    <a:pt x="310279" y="-65519"/>
                    <a:pt x="144289" y="32684"/>
                  </a:cubicBezTo>
                  <a:lnTo>
                    <a:pt x="0" y="115646"/>
                  </a:lnTo>
                  <a:lnTo>
                    <a:pt x="55298" y="207753"/>
                  </a:lnTo>
                  <a:cubicBezTo>
                    <a:pt x="64198" y="193570"/>
                    <a:pt x="74743" y="180502"/>
                    <a:pt x="86707" y="168796"/>
                  </a:cubicBezTo>
                  <a:cubicBezTo>
                    <a:pt x="226999" y="123266"/>
                    <a:pt x="419829" y="231947"/>
                    <a:pt x="538801" y="432067"/>
                  </a:cubicBezTo>
                  <a:cubicBezTo>
                    <a:pt x="657773" y="632187"/>
                    <a:pt x="660248" y="853929"/>
                    <a:pt x="553173" y="955370"/>
                  </a:cubicBezTo>
                  <a:cubicBezTo>
                    <a:pt x="539087" y="959809"/>
                    <a:pt x="524572" y="962714"/>
                    <a:pt x="509867" y="964038"/>
                  </a:cubicBezTo>
                  <a:lnTo>
                    <a:pt x="563833" y="1053764"/>
                  </a:lnTo>
                  <a:lnTo>
                    <a:pt x="702507" y="974230"/>
                  </a:lnTo>
                  <a:cubicBezTo>
                    <a:pt x="868496" y="875646"/>
                    <a:pt x="878109" y="584943"/>
                    <a:pt x="724017" y="325006"/>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2114;p34">
              <a:extLst>
                <a:ext uri="{FF2B5EF4-FFF2-40B4-BE49-F238E27FC236}">
                  <a16:creationId xmlns:a16="http://schemas.microsoft.com/office/drawing/2014/main" id="{092CD716-364C-558C-E682-11A8F56C23C4}"/>
                </a:ext>
              </a:extLst>
            </p:cNvPr>
            <p:cNvSpPr/>
            <p:nvPr/>
          </p:nvSpPr>
          <p:spPr>
            <a:xfrm>
              <a:off x="4974070" y="2163744"/>
              <a:ext cx="820424" cy="1006964"/>
            </a:xfrm>
            <a:custGeom>
              <a:avLst/>
              <a:gdLst/>
              <a:ahLst/>
              <a:cxnLst/>
              <a:rect l="l" t="t" r="r" b="b"/>
              <a:pathLst>
                <a:path w="820424" h="1006964" extrusionOk="0">
                  <a:moveTo>
                    <a:pt x="710783" y="325006"/>
                  </a:moveTo>
                  <a:cubicBezTo>
                    <a:pt x="556595" y="64973"/>
                    <a:pt x="297046" y="-65519"/>
                    <a:pt x="131056" y="32684"/>
                  </a:cubicBezTo>
                  <a:cubicBezTo>
                    <a:pt x="-34934" y="130886"/>
                    <a:pt x="-44547" y="421970"/>
                    <a:pt x="109641" y="682003"/>
                  </a:cubicBezTo>
                  <a:cubicBezTo>
                    <a:pt x="263829" y="942035"/>
                    <a:pt x="523378" y="1072528"/>
                    <a:pt x="689368" y="974230"/>
                  </a:cubicBezTo>
                  <a:cubicBezTo>
                    <a:pt x="855358" y="875932"/>
                    <a:pt x="864971" y="584848"/>
                    <a:pt x="710783" y="325006"/>
                  </a:cubicBezTo>
                  <a:close/>
                  <a:moveTo>
                    <a:pt x="678708" y="875836"/>
                  </a:moveTo>
                  <a:cubicBezTo>
                    <a:pt x="538321" y="921366"/>
                    <a:pt x="345586" y="812686"/>
                    <a:pt x="226614" y="612470"/>
                  </a:cubicBezTo>
                  <a:cubicBezTo>
                    <a:pt x="107642" y="412255"/>
                    <a:pt x="105168" y="190703"/>
                    <a:pt x="212242" y="89262"/>
                  </a:cubicBezTo>
                  <a:cubicBezTo>
                    <a:pt x="352534" y="43733"/>
                    <a:pt x="545364" y="152413"/>
                    <a:pt x="664336" y="352533"/>
                  </a:cubicBezTo>
                  <a:cubicBezTo>
                    <a:pt x="783309" y="552653"/>
                    <a:pt x="785783" y="774300"/>
                    <a:pt x="678708" y="875741"/>
                  </a:cubicBez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2115;p34">
              <a:extLst>
                <a:ext uri="{FF2B5EF4-FFF2-40B4-BE49-F238E27FC236}">
                  <a16:creationId xmlns:a16="http://schemas.microsoft.com/office/drawing/2014/main" id="{3CDB90B2-103E-8E88-9E75-1E2F069C9EB6}"/>
                </a:ext>
              </a:extLst>
            </p:cNvPr>
            <p:cNvSpPr/>
            <p:nvPr/>
          </p:nvSpPr>
          <p:spPr>
            <a:xfrm>
              <a:off x="5034477" y="2242227"/>
              <a:ext cx="618491" cy="852150"/>
            </a:xfrm>
            <a:custGeom>
              <a:avLst/>
              <a:gdLst/>
              <a:ahLst/>
              <a:cxnLst/>
              <a:rect l="l" t="t" r="r" b="b"/>
              <a:pathLst>
                <a:path w="618491" h="852150" extrusionOk="0">
                  <a:moveTo>
                    <a:pt x="166398" y="533892"/>
                  </a:moveTo>
                  <a:cubicBezTo>
                    <a:pt x="47711" y="333866"/>
                    <a:pt x="44951" y="112124"/>
                    <a:pt x="152026" y="10683"/>
                  </a:cubicBezTo>
                  <a:cubicBezTo>
                    <a:pt x="213225" y="-9224"/>
                    <a:pt x="284513" y="301"/>
                    <a:pt x="355230" y="33924"/>
                  </a:cubicBezTo>
                  <a:cubicBezTo>
                    <a:pt x="268428" y="-7414"/>
                    <a:pt x="180960" y="-12844"/>
                    <a:pt x="112146" y="28019"/>
                  </a:cubicBezTo>
                  <a:cubicBezTo>
                    <a:pt x="-29192" y="111934"/>
                    <a:pt x="-38139" y="358250"/>
                    <a:pt x="92159" y="577992"/>
                  </a:cubicBezTo>
                  <a:cubicBezTo>
                    <a:pt x="222457" y="797734"/>
                    <a:pt x="442794" y="907938"/>
                    <a:pt x="584133" y="824023"/>
                  </a:cubicBezTo>
                  <a:cubicBezTo>
                    <a:pt x="596563" y="816432"/>
                    <a:pt x="608089" y="807450"/>
                    <a:pt x="618492" y="797258"/>
                  </a:cubicBezTo>
                  <a:cubicBezTo>
                    <a:pt x="477914" y="842787"/>
                    <a:pt x="284894" y="734107"/>
                    <a:pt x="166398" y="533892"/>
                  </a:cubicBezTo>
                  <a:close/>
                </a:path>
              </a:pathLst>
            </a:custGeom>
            <a:solidFill>
              <a:srgbClr val="A1A5B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2116;p34">
              <a:extLst>
                <a:ext uri="{FF2B5EF4-FFF2-40B4-BE49-F238E27FC236}">
                  <a16:creationId xmlns:a16="http://schemas.microsoft.com/office/drawing/2014/main" id="{EB6659DF-E7AA-F9C6-F3A4-8FFBECFB2650}"/>
                </a:ext>
              </a:extLst>
            </p:cNvPr>
            <p:cNvSpPr/>
            <p:nvPr/>
          </p:nvSpPr>
          <p:spPr>
            <a:xfrm>
              <a:off x="5108865" y="2242623"/>
              <a:ext cx="621582" cy="807149"/>
            </a:xfrm>
            <a:custGeom>
              <a:avLst/>
              <a:gdLst/>
              <a:ahLst/>
              <a:cxnLst/>
              <a:rect l="l" t="t" r="r" b="b"/>
              <a:pathLst>
                <a:path w="621582" h="807149" extrusionOk="0">
                  <a:moveTo>
                    <a:pt x="529828" y="273559"/>
                  </a:moveTo>
                  <a:cubicBezTo>
                    <a:pt x="411141" y="73534"/>
                    <a:pt x="218026" y="-35242"/>
                    <a:pt x="77734" y="10288"/>
                  </a:cubicBezTo>
                  <a:cubicBezTo>
                    <a:pt x="-29341" y="111729"/>
                    <a:pt x="-26962" y="333376"/>
                    <a:pt x="92106" y="533496"/>
                  </a:cubicBezTo>
                  <a:cubicBezTo>
                    <a:pt x="211173" y="733616"/>
                    <a:pt x="403813" y="842392"/>
                    <a:pt x="544200" y="796862"/>
                  </a:cubicBezTo>
                  <a:cubicBezTo>
                    <a:pt x="650989" y="695421"/>
                    <a:pt x="648229" y="473774"/>
                    <a:pt x="529828" y="273559"/>
                  </a:cubicBezTo>
                  <a:close/>
                </a:path>
              </a:pathLst>
            </a:custGeom>
            <a:solidFill>
              <a:srgbClr val="3E7EFF">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2117;p34">
              <a:extLst>
                <a:ext uri="{FF2B5EF4-FFF2-40B4-BE49-F238E27FC236}">
                  <a16:creationId xmlns:a16="http://schemas.microsoft.com/office/drawing/2014/main" id="{EE52C519-71C5-ACEF-822C-5D72721AB447}"/>
                </a:ext>
              </a:extLst>
            </p:cNvPr>
            <p:cNvSpPr/>
            <p:nvPr/>
          </p:nvSpPr>
          <p:spPr>
            <a:xfrm>
              <a:off x="5831808" y="2838412"/>
              <a:ext cx="311135" cy="259746"/>
            </a:xfrm>
            <a:custGeom>
              <a:avLst/>
              <a:gdLst/>
              <a:ahLst/>
              <a:cxnLst/>
              <a:rect l="l" t="t" r="r" b="b"/>
              <a:pathLst>
                <a:path w="311135" h="259746" extrusionOk="0">
                  <a:moveTo>
                    <a:pt x="0" y="0"/>
                  </a:moveTo>
                  <a:lnTo>
                    <a:pt x="311136" y="179546"/>
                  </a:lnTo>
                  <a:lnTo>
                    <a:pt x="311136" y="259747"/>
                  </a:lnTo>
                  <a:lnTo>
                    <a:pt x="0" y="80201"/>
                  </a:lnTo>
                  <a:lnTo>
                    <a:pt x="0" y="0"/>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2118;p34">
              <a:extLst>
                <a:ext uri="{FF2B5EF4-FFF2-40B4-BE49-F238E27FC236}">
                  <a16:creationId xmlns:a16="http://schemas.microsoft.com/office/drawing/2014/main" id="{480449F1-91FB-3297-491A-3D7658E8B6A1}"/>
                </a:ext>
              </a:extLst>
            </p:cNvPr>
            <p:cNvSpPr/>
            <p:nvPr/>
          </p:nvSpPr>
          <p:spPr>
            <a:xfrm>
              <a:off x="5831808" y="2798312"/>
              <a:ext cx="380520" cy="219646"/>
            </a:xfrm>
            <a:custGeom>
              <a:avLst/>
              <a:gdLst/>
              <a:ahLst/>
              <a:cxnLst/>
              <a:rect l="l" t="t" r="r" b="b"/>
              <a:pathLst>
                <a:path w="380520" h="219646" extrusionOk="0">
                  <a:moveTo>
                    <a:pt x="69384" y="0"/>
                  </a:moveTo>
                  <a:lnTo>
                    <a:pt x="380520" y="179546"/>
                  </a:lnTo>
                  <a:lnTo>
                    <a:pt x="311136" y="219646"/>
                  </a:lnTo>
                  <a:lnTo>
                    <a:pt x="0" y="40100"/>
                  </a:lnTo>
                  <a:lnTo>
                    <a:pt x="69384" y="0"/>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2119;p34">
              <a:extLst>
                <a:ext uri="{FF2B5EF4-FFF2-40B4-BE49-F238E27FC236}">
                  <a16:creationId xmlns:a16="http://schemas.microsoft.com/office/drawing/2014/main" id="{0015ABAC-BEC8-F4C7-EE72-84708C4AFEF9}"/>
                </a:ext>
              </a:extLst>
            </p:cNvPr>
            <p:cNvSpPr/>
            <p:nvPr/>
          </p:nvSpPr>
          <p:spPr>
            <a:xfrm>
              <a:off x="6056214" y="2910510"/>
              <a:ext cx="696628" cy="514166"/>
            </a:xfrm>
            <a:custGeom>
              <a:avLst/>
              <a:gdLst/>
              <a:ahLst/>
              <a:cxnLst/>
              <a:rect l="l" t="t" r="r" b="b"/>
              <a:pathLst>
                <a:path w="696628" h="514166" extrusionOk="0">
                  <a:moveTo>
                    <a:pt x="20772" y="62109"/>
                  </a:moveTo>
                  <a:cubicBezTo>
                    <a:pt x="50182" y="12389"/>
                    <a:pt x="99770" y="-12567"/>
                    <a:pt x="131464" y="6293"/>
                  </a:cubicBezTo>
                  <a:lnTo>
                    <a:pt x="696629" y="335096"/>
                  </a:lnTo>
                  <a:lnTo>
                    <a:pt x="588983" y="514166"/>
                  </a:lnTo>
                  <a:lnTo>
                    <a:pt x="24865" y="186030"/>
                  </a:lnTo>
                  <a:cubicBezTo>
                    <a:pt x="-6830" y="167170"/>
                    <a:pt x="-8257" y="111640"/>
                    <a:pt x="20772" y="62109"/>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2120;p34">
              <a:extLst>
                <a:ext uri="{FF2B5EF4-FFF2-40B4-BE49-F238E27FC236}">
                  <a16:creationId xmlns:a16="http://schemas.microsoft.com/office/drawing/2014/main" id="{1D54EC9A-F0CA-25CC-D20A-3ACF7290C70F}"/>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rgbClr val="8C50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2121;p34">
              <a:extLst>
                <a:ext uri="{FF2B5EF4-FFF2-40B4-BE49-F238E27FC236}">
                  <a16:creationId xmlns:a16="http://schemas.microsoft.com/office/drawing/2014/main" id="{A9B1E6F9-FC70-7CAE-25C4-8CE773A46BB2}"/>
                </a:ext>
              </a:extLst>
            </p:cNvPr>
            <p:cNvSpPr/>
            <p:nvPr/>
          </p:nvSpPr>
          <p:spPr>
            <a:xfrm>
              <a:off x="6620145" y="3238764"/>
              <a:ext cx="156663" cy="192193"/>
            </a:xfrm>
            <a:custGeom>
              <a:avLst/>
              <a:gdLst/>
              <a:ahLst/>
              <a:cxnLst/>
              <a:rect l="l" t="t" r="r" b="b"/>
              <a:pathLst>
                <a:path w="156663" h="192193" extrusionOk="0">
                  <a:moveTo>
                    <a:pt x="135743" y="130095"/>
                  </a:moveTo>
                  <a:cubicBezTo>
                    <a:pt x="106238" y="179720"/>
                    <a:pt x="56745" y="204771"/>
                    <a:pt x="25051" y="185912"/>
                  </a:cubicBezTo>
                  <a:cubicBezTo>
                    <a:pt x="-6643" y="167052"/>
                    <a:pt x="-8547" y="111617"/>
                    <a:pt x="20958" y="62087"/>
                  </a:cubicBezTo>
                  <a:cubicBezTo>
                    <a:pt x="50464" y="12557"/>
                    <a:pt x="99956" y="-12589"/>
                    <a:pt x="131650" y="6270"/>
                  </a:cubicBezTo>
                  <a:cubicBezTo>
                    <a:pt x="163344" y="25130"/>
                    <a:pt x="165153" y="80470"/>
                    <a:pt x="135743" y="130095"/>
                  </a:cubicBezTo>
                  <a:close/>
                </a:path>
              </a:pathLst>
            </a:custGeom>
            <a:solidFill>
              <a:schemeClr val="accent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2122;p34">
              <a:extLst>
                <a:ext uri="{FF2B5EF4-FFF2-40B4-BE49-F238E27FC236}">
                  <a16:creationId xmlns:a16="http://schemas.microsoft.com/office/drawing/2014/main" id="{5CAC3E3D-1FD2-0255-35C7-3C9F73CF543E}"/>
                </a:ext>
              </a:extLst>
            </p:cNvPr>
            <p:cNvSpPr/>
            <p:nvPr/>
          </p:nvSpPr>
          <p:spPr>
            <a:xfrm>
              <a:off x="3797207" y="2991392"/>
              <a:ext cx="2353338" cy="1403876"/>
            </a:xfrm>
            <a:custGeom>
              <a:avLst/>
              <a:gdLst/>
              <a:ahLst/>
              <a:cxnLst/>
              <a:rect l="l" t="t" r="r" b="b"/>
              <a:pathLst>
                <a:path w="2353338" h="1403876" extrusionOk="0">
                  <a:moveTo>
                    <a:pt x="2300432" y="1399691"/>
                  </a:moveTo>
                  <a:lnTo>
                    <a:pt x="7411" y="30758"/>
                  </a:lnTo>
                  <a:cubicBezTo>
                    <a:pt x="-3629" y="24471"/>
                    <a:pt x="-2106" y="13327"/>
                    <a:pt x="10457" y="5992"/>
                  </a:cubicBezTo>
                  <a:lnTo>
                    <a:pt x="10457" y="5992"/>
                  </a:lnTo>
                  <a:cubicBezTo>
                    <a:pt x="23658" y="-1342"/>
                    <a:pt x="39543" y="-1980"/>
                    <a:pt x="53287" y="4278"/>
                  </a:cubicBezTo>
                  <a:lnTo>
                    <a:pt x="2345927" y="1373211"/>
                  </a:lnTo>
                  <a:cubicBezTo>
                    <a:pt x="2356968" y="1379593"/>
                    <a:pt x="2355445" y="1390642"/>
                    <a:pt x="2342881" y="1397976"/>
                  </a:cubicBezTo>
                  <a:lnTo>
                    <a:pt x="2342881" y="1397976"/>
                  </a:lnTo>
                  <a:cubicBezTo>
                    <a:pt x="2329785" y="1405186"/>
                    <a:pt x="2314062" y="1405825"/>
                    <a:pt x="2300432" y="1399691"/>
                  </a:cubicBezTo>
                  <a:close/>
                </a:path>
              </a:pathLst>
            </a:custGeom>
            <a:solidFill>
              <a:srgbClr val="D6D8E5">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2123;p34">
              <a:extLst>
                <a:ext uri="{FF2B5EF4-FFF2-40B4-BE49-F238E27FC236}">
                  <a16:creationId xmlns:a16="http://schemas.microsoft.com/office/drawing/2014/main" id="{09C916B7-F998-914C-6483-314D70501E22}"/>
                </a:ext>
              </a:extLst>
            </p:cNvPr>
            <p:cNvSpPr/>
            <p:nvPr/>
          </p:nvSpPr>
          <p:spPr>
            <a:xfrm>
              <a:off x="2602525" y="4569200"/>
              <a:ext cx="891148" cy="510349"/>
            </a:xfrm>
            <a:custGeom>
              <a:avLst/>
              <a:gdLst/>
              <a:ahLst/>
              <a:cxnLst/>
              <a:rect l="l" t="t" r="r" b="b"/>
              <a:pathLst>
                <a:path w="891148" h="510349" extrusionOk="0">
                  <a:moveTo>
                    <a:pt x="356916" y="510349"/>
                  </a:moveTo>
                  <a:lnTo>
                    <a:pt x="0" y="306038"/>
                  </a:lnTo>
                  <a:lnTo>
                    <a:pt x="534232" y="0"/>
                  </a:lnTo>
                  <a:lnTo>
                    <a:pt x="891149" y="204311"/>
                  </a:lnTo>
                  <a:lnTo>
                    <a:pt x="356916" y="510349"/>
                  </a:ln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2124;p34">
              <a:extLst>
                <a:ext uri="{FF2B5EF4-FFF2-40B4-BE49-F238E27FC236}">
                  <a16:creationId xmlns:a16="http://schemas.microsoft.com/office/drawing/2014/main" id="{8B1A7CD3-F743-0F23-76AF-69F488AE890F}"/>
                </a:ext>
              </a:extLst>
            </p:cNvPr>
            <p:cNvSpPr/>
            <p:nvPr/>
          </p:nvSpPr>
          <p:spPr>
            <a:xfrm>
              <a:off x="2671243" y="4325932"/>
              <a:ext cx="591243" cy="341661"/>
            </a:xfrm>
            <a:custGeom>
              <a:avLst/>
              <a:gdLst/>
              <a:ahLst/>
              <a:cxnLst/>
              <a:rect l="l" t="t" r="r" b="b"/>
              <a:pathLst>
                <a:path w="591243" h="341661" extrusionOk="0">
                  <a:moveTo>
                    <a:pt x="295622" y="341662"/>
                  </a:moveTo>
                  <a:lnTo>
                    <a:pt x="0" y="170783"/>
                  </a:lnTo>
                  <a:lnTo>
                    <a:pt x="295622" y="0"/>
                  </a:lnTo>
                  <a:lnTo>
                    <a:pt x="591244" y="170783"/>
                  </a:lnTo>
                  <a:lnTo>
                    <a:pt x="295622" y="341662"/>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2125;p34">
              <a:extLst>
                <a:ext uri="{FF2B5EF4-FFF2-40B4-BE49-F238E27FC236}">
                  <a16:creationId xmlns:a16="http://schemas.microsoft.com/office/drawing/2014/main" id="{851C88AB-0E28-DDEF-6637-4E8DB6AC1AF5}"/>
                </a:ext>
              </a:extLst>
            </p:cNvPr>
            <p:cNvSpPr/>
            <p:nvPr/>
          </p:nvSpPr>
          <p:spPr>
            <a:xfrm>
              <a:off x="2671243" y="4496715"/>
              <a:ext cx="295621" cy="512444"/>
            </a:xfrm>
            <a:custGeom>
              <a:avLst/>
              <a:gdLst/>
              <a:ahLst/>
              <a:cxnLst/>
              <a:rect l="l" t="t" r="r" b="b"/>
              <a:pathLst>
                <a:path w="295621" h="512444" extrusionOk="0">
                  <a:moveTo>
                    <a:pt x="295622" y="512445"/>
                  </a:moveTo>
                  <a:lnTo>
                    <a:pt x="0" y="341662"/>
                  </a:lnTo>
                  <a:lnTo>
                    <a:pt x="0" y="0"/>
                  </a:lnTo>
                  <a:lnTo>
                    <a:pt x="295622" y="170879"/>
                  </a:lnTo>
                  <a:lnTo>
                    <a:pt x="295622" y="512445"/>
                  </a:lnTo>
                  <a:close/>
                </a:path>
              </a:pathLst>
            </a:custGeom>
            <a:solidFill>
              <a:srgbClr val="B1B6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 name="Google Shape;2126;p34">
              <a:extLst>
                <a:ext uri="{FF2B5EF4-FFF2-40B4-BE49-F238E27FC236}">
                  <a16:creationId xmlns:a16="http://schemas.microsoft.com/office/drawing/2014/main" id="{DBCA683C-AAE6-7B8B-A315-792243C2462F}"/>
                </a:ext>
              </a:extLst>
            </p:cNvPr>
            <p:cNvSpPr/>
            <p:nvPr/>
          </p:nvSpPr>
          <p:spPr>
            <a:xfrm>
              <a:off x="2966865" y="4496715"/>
              <a:ext cx="295621" cy="512444"/>
            </a:xfrm>
            <a:custGeom>
              <a:avLst/>
              <a:gdLst/>
              <a:ahLst/>
              <a:cxnLst/>
              <a:rect l="l" t="t" r="r" b="b"/>
              <a:pathLst>
                <a:path w="295621" h="512444" extrusionOk="0">
                  <a:moveTo>
                    <a:pt x="295622" y="341662"/>
                  </a:moveTo>
                  <a:lnTo>
                    <a:pt x="0" y="512445"/>
                  </a:lnTo>
                  <a:lnTo>
                    <a:pt x="0" y="170879"/>
                  </a:lnTo>
                  <a:lnTo>
                    <a:pt x="295622" y="0"/>
                  </a:lnTo>
                  <a:lnTo>
                    <a:pt x="295622" y="341662"/>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7" name="Google Shape;2127;p34">
              <a:extLst>
                <a:ext uri="{FF2B5EF4-FFF2-40B4-BE49-F238E27FC236}">
                  <a16:creationId xmlns:a16="http://schemas.microsoft.com/office/drawing/2014/main" id="{9438A30E-2360-252A-FAF9-57A5DC8C0110}"/>
                </a:ext>
              </a:extLst>
            </p:cNvPr>
            <p:cNvSpPr/>
            <p:nvPr/>
          </p:nvSpPr>
          <p:spPr>
            <a:xfrm>
              <a:off x="3352925" y="4700698"/>
              <a:ext cx="220640" cy="124389"/>
            </a:xfrm>
            <a:custGeom>
              <a:avLst/>
              <a:gdLst/>
              <a:ahLst/>
              <a:cxnLst/>
              <a:rect l="l" t="t" r="r" b="b"/>
              <a:pathLst>
                <a:path w="220640" h="124389" extrusionOk="0">
                  <a:moveTo>
                    <a:pt x="11021" y="30141"/>
                  </a:moveTo>
                  <a:cubicBezTo>
                    <a:pt x="36663" y="37161"/>
                    <a:pt x="64037" y="33732"/>
                    <a:pt x="87163" y="20616"/>
                  </a:cubicBezTo>
                  <a:cubicBezTo>
                    <a:pt x="105532" y="21188"/>
                    <a:pt x="205088" y="-21484"/>
                    <a:pt x="218603" y="14330"/>
                  </a:cubicBezTo>
                  <a:cubicBezTo>
                    <a:pt x="230501" y="45762"/>
                    <a:pt x="187385" y="74813"/>
                    <a:pt x="164352" y="80338"/>
                  </a:cubicBezTo>
                  <a:cubicBezTo>
                    <a:pt x="114003" y="92530"/>
                    <a:pt x="76789" y="117676"/>
                    <a:pt x="56611" y="121867"/>
                  </a:cubicBezTo>
                  <a:cubicBezTo>
                    <a:pt x="41573" y="125105"/>
                    <a:pt x="22062" y="127201"/>
                    <a:pt x="10069" y="115295"/>
                  </a:cubicBezTo>
                  <a:cubicBezTo>
                    <a:pt x="-4112" y="101388"/>
                    <a:pt x="-2875" y="48905"/>
                    <a:pt x="11021"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8" name="Google Shape;2128;p34">
              <a:extLst>
                <a:ext uri="{FF2B5EF4-FFF2-40B4-BE49-F238E27FC236}">
                  <a16:creationId xmlns:a16="http://schemas.microsoft.com/office/drawing/2014/main" id="{4EDA0EF3-F14A-D838-A4FC-BFC7DD6A7F81}"/>
                </a:ext>
              </a:extLst>
            </p:cNvPr>
            <p:cNvSpPr/>
            <p:nvPr/>
          </p:nvSpPr>
          <p:spPr>
            <a:xfrm>
              <a:off x="3356617" y="4721600"/>
              <a:ext cx="217074" cy="103773"/>
            </a:xfrm>
            <a:custGeom>
              <a:avLst/>
              <a:gdLst/>
              <a:ahLst/>
              <a:cxnLst/>
              <a:rect l="l" t="t" r="r" b="b"/>
              <a:pathLst>
                <a:path w="217074" h="103773" extrusionOk="0">
                  <a:moveTo>
                    <a:pt x="53109" y="92583"/>
                  </a:moveTo>
                  <a:cubicBezTo>
                    <a:pt x="73287" y="88297"/>
                    <a:pt x="110216" y="63246"/>
                    <a:pt x="160850" y="51054"/>
                  </a:cubicBezTo>
                  <a:cubicBezTo>
                    <a:pt x="179886" y="46387"/>
                    <a:pt x="213388" y="25241"/>
                    <a:pt x="216720" y="0"/>
                  </a:cubicBezTo>
                  <a:cubicBezTo>
                    <a:pt x="221193" y="28575"/>
                    <a:pt x="182265" y="54578"/>
                    <a:pt x="160850" y="59722"/>
                  </a:cubicBezTo>
                  <a:cubicBezTo>
                    <a:pt x="110501" y="71914"/>
                    <a:pt x="73287" y="97059"/>
                    <a:pt x="53109" y="101251"/>
                  </a:cubicBezTo>
                  <a:cubicBezTo>
                    <a:pt x="38071" y="104489"/>
                    <a:pt x="18560" y="106584"/>
                    <a:pt x="6567" y="94678"/>
                  </a:cubicBezTo>
                  <a:cubicBezTo>
                    <a:pt x="3439" y="91269"/>
                    <a:pt x="1186" y="87154"/>
                    <a:pt x="0" y="82677"/>
                  </a:cubicBezTo>
                  <a:cubicBezTo>
                    <a:pt x="15148" y="94183"/>
                    <a:pt x="34836" y="97850"/>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9" name="Google Shape;2129;p34">
              <a:extLst>
                <a:ext uri="{FF2B5EF4-FFF2-40B4-BE49-F238E27FC236}">
                  <a16:creationId xmlns:a16="http://schemas.microsoft.com/office/drawing/2014/main" id="{208230BE-159F-B62D-66F1-3CBE9FFF6DA5}"/>
                </a:ext>
              </a:extLst>
            </p:cNvPr>
            <p:cNvSpPr/>
            <p:nvPr/>
          </p:nvSpPr>
          <p:spPr>
            <a:xfrm>
              <a:off x="3173533" y="4605067"/>
              <a:ext cx="220687" cy="124551"/>
            </a:xfrm>
            <a:custGeom>
              <a:avLst/>
              <a:gdLst/>
              <a:ahLst/>
              <a:cxnLst/>
              <a:rect l="l" t="t" r="r" b="b"/>
              <a:pathLst>
                <a:path w="220687" h="124551" extrusionOk="0">
                  <a:moveTo>
                    <a:pt x="11098" y="30141"/>
                  </a:moveTo>
                  <a:cubicBezTo>
                    <a:pt x="36743" y="37095"/>
                    <a:pt x="64094" y="33675"/>
                    <a:pt x="87240" y="20616"/>
                  </a:cubicBezTo>
                  <a:cubicBezTo>
                    <a:pt x="105609" y="21188"/>
                    <a:pt x="205070" y="-21484"/>
                    <a:pt x="218680" y="14330"/>
                  </a:cubicBezTo>
                  <a:cubicBezTo>
                    <a:pt x="230482" y="45762"/>
                    <a:pt x="187367" y="74718"/>
                    <a:pt x="164334" y="80338"/>
                  </a:cubicBezTo>
                  <a:cubicBezTo>
                    <a:pt x="114270" y="92816"/>
                    <a:pt x="76865" y="117962"/>
                    <a:pt x="57164" y="122058"/>
                  </a:cubicBezTo>
                  <a:cubicBezTo>
                    <a:pt x="42126" y="125296"/>
                    <a:pt x="22614" y="127296"/>
                    <a:pt x="10622" y="115485"/>
                  </a:cubicBezTo>
                  <a:cubicBezTo>
                    <a:pt x="-4226" y="101388"/>
                    <a:pt x="-2989" y="48810"/>
                    <a:pt x="11098" y="301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0" name="Google Shape;2130;p34">
              <a:extLst>
                <a:ext uri="{FF2B5EF4-FFF2-40B4-BE49-F238E27FC236}">
                  <a16:creationId xmlns:a16="http://schemas.microsoft.com/office/drawing/2014/main" id="{A477A023-186E-6B1C-9F45-8F3DA3A014C9}"/>
                </a:ext>
              </a:extLst>
            </p:cNvPr>
            <p:cNvSpPr/>
            <p:nvPr/>
          </p:nvSpPr>
          <p:spPr>
            <a:xfrm>
              <a:off x="3177588" y="4625969"/>
              <a:ext cx="217074" cy="103649"/>
            </a:xfrm>
            <a:custGeom>
              <a:avLst/>
              <a:gdLst/>
              <a:ahLst/>
              <a:cxnLst/>
              <a:rect l="l" t="t" r="r" b="b"/>
              <a:pathLst>
                <a:path w="217074" h="103649" extrusionOk="0">
                  <a:moveTo>
                    <a:pt x="53109" y="92583"/>
                  </a:moveTo>
                  <a:cubicBezTo>
                    <a:pt x="73287" y="88297"/>
                    <a:pt x="110216" y="63246"/>
                    <a:pt x="160755" y="51054"/>
                  </a:cubicBezTo>
                  <a:cubicBezTo>
                    <a:pt x="179791" y="46387"/>
                    <a:pt x="213388" y="25241"/>
                    <a:pt x="216720" y="0"/>
                  </a:cubicBezTo>
                  <a:cubicBezTo>
                    <a:pt x="221193" y="28575"/>
                    <a:pt x="182265" y="54483"/>
                    <a:pt x="160755" y="59722"/>
                  </a:cubicBezTo>
                  <a:cubicBezTo>
                    <a:pt x="110216" y="71914"/>
                    <a:pt x="72811" y="97060"/>
                    <a:pt x="53109" y="101155"/>
                  </a:cubicBezTo>
                  <a:cubicBezTo>
                    <a:pt x="38071" y="104394"/>
                    <a:pt x="18560" y="106394"/>
                    <a:pt x="6567" y="94583"/>
                  </a:cubicBezTo>
                  <a:cubicBezTo>
                    <a:pt x="3481" y="91145"/>
                    <a:pt x="1233" y="87039"/>
                    <a:pt x="0" y="82582"/>
                  </a:cubicBezTo>
                  <a:cubicBezTo>
                    <a:pt x="15132" y="94116"/>
                    <a:pt x="34821" y="97831"/>
                    <a:pt x="53109" y="9258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1" name="Google Shape;2131;p34">
              <a:extLst>
                <a:ext uri="{FF2B5EF4-FFF2-40B4-BE49-F238E27FC236}">
                  <a16:creationId xmlns:a16="http://schemas.microsoft.com/office/drawing/2014/main" id="{22317E8D-8B9C-F9F9-0FBA-19F4C04DC448}"/>
                </a:ext>
              </a:extLst>
            </p:cNvPr>
            <p:cNvSpPr/>
            <p:nvPr/>
          </p:nvSpPr>
          <p:spPr>
            <a:xfrm>
              <a:off x="2766014" y="4132721"/>
              <a:ext cx="711887" cy="612953"/>
            </a:xfrm>
            <a:custGeom>
              <a:avLst/>
              <a:gdLst/>
              <a:ahLst/>
              <a:cxnLst/>
              <a:rect l="l" t="t" r="r" b="b"/>
              <a:pathLst>
                <a:path w="711887" h="612953" extrusionOk="0">
                  <a:moveTo>
                    <a:pt x="139081" y="378472"/>
                  </a:moveTo>
                  <a:cubicBezTo>
                    <a:pt x="216746" y="412572"/>
                    <a:pt x="289937" y="418001"/>
                    <a:pt x="349804" y="385806"/>
                  </a:cubicBezTo>
                  <a:lnTo>
                    <a:pt x="411670" y="350088"/>
                  </a:lnTo>
                  <a:cubicBezTo>
                    <a:pt x="415381" y="430002"/>
                    <a:pt x="418903" y="506774"/>
                    <a:pt x="418903" y="506774"/>
                  </a:cubicBezTo>
                  <a:cubicBezTo>
                    <a:pt x="418903" y="506774"/>
                    <a:pt x="466492" y="542683"/>
                    <a:pt x="503231" y="510679"/>
                  </a:cubicBezTo>
                  <a:cubicBezTo>
                    <a:pt x="503231" y="510679"/>
                    <a:pt x="510940" y="398475"/>
                    <a:pt x="518744" y="288175"/>
                  </a:cubicBezTo>
                  <a:lnTo>
                    <a:pt x="583656" y="250742"/>
                  </a:lnTo>
                  <a:cubicBezTo>
                    <a:pt x="582151" y="256628"/>
                    <a:pt x="581321" y="262667"/>
                    <a:pt x="581181" y="268744"/>
                  </a:cubicBezTo>
                  <a:cubicBezTo>
                    <a:pt x="581657" y="289699"/>
                    <a:pt x="596219" y="601262"/>
                    <a:pt x="596219" y="601262"/>
                  </a:cubicBezTo>
                  <a:cubicBezTo>
                    <a:pt x="596219" y="601262"/>
                    <a:pt x="643808" y="629837"/>
                    <a:pt x="680927" y="597642"/>
                  </a:cubicBezTo>
                  <a:cubicBezTo>
                    <a:pt x="680927" y="597642"/>
                    <a:pt x="705769" y="236645"/>
                    <a:pt x="711479" y="179019"/>
                  </a:cubicBezTo>
                  <a:cubicBezTo>
                    <a:pt x="717951" y="114153"/>
                    <a:pt x="645997" y="82149"/>
                    <a:pt x="600407" y="98818"/>
                  </a:cubicBezTo>
                  <a:cubicBezTo>
                    <a:pt x="589842" y="102628"/>
                    <a:pt x="563764" y="112344"/>
                    <a:pt x="530832" y="124631"/>
                  </a:cubicBezTo>
                  <a:cubicBezTo>
                    <a:pt x="532260" y="106629"/>
                    <a:pt x="533402" y="92532"/>
                    <a:pt x="534258" y="84531"/>
                  </a:cubicBezTo>
                  <a:cubicBezTo>
                    <a:pt x="540635" y="19665"/>
                    <a:pt x="468681" y="-12243"/>
                    <a:pt x="423186" y="4330"/>
                  </a:cubicBezTo>
                  <a:cubicBezTo>
                    <a:pt x="381689" y="19475"/>
                    <a:pt x="101581" y="124631"/>
                    <a:pt x="101581" y="124631"/>
                  </a:cubicBezTo>
                  <a:cubicBezTo>
                    <a:pt x="103236" y="151558"/>
                    <a:pt x="106414" y="178362"/>
                    <a:pt x="111098" y="204927"/>
                  </a:cubicBezTo>
                  <a:lnTo>
                    <a:pt x="407" y="195402"/>
                  </a:lnTo>
                  <a:cubicBezTo>
                    <a:pt x="-5875" y="299700"/>
                    <a:pt x="61511" y="344277"/>
                    <a:pt x="139081" y="378472"/>
                  </a:cubicBezTo>
                  <a:close/>
                  <a:moveTo>
                    <a:pt x="332291" y="199021"/>
                  </a:moveTo>
                  <a:lnTo>
                    <a:pt x="406340" y="156254"/>
                  </a:lnTo>
                  <a:cubicBezTo>
                    <a:pt x="405118" y="161483"/>
                    <a:pt x="404323" y="166798"/>
                    <a:pt x="403960" y="172161"/>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2" name="Google Shape;2132;p34">
              <a:extLst>
                <a:ext uri="{FF2B5EF4-FFF2-40B4-BE49-F238E27FC236}">
                  <a16:creationId xmlns:a16="http://schemas.microsoft.com/office/drawing/2014/main" id="{D01532CB-D05C-775B-3522-20ED36ADAFFD}"/>
                </a:ext>
              </a:extLst>
            </p:cNvPr>
            <p:cNvSpPr/>
            <p:nvPr/>
          </p:nvSpPr>
          <p:spPr>
            <a:xfrm>
              <a:off x="2706078" y="4012750"/>
              <a:ext cx="153426" cy="268033"/>
            </a:xfrm>
            <a:custGeom>
              <a:avLst/>
              <a:gdLst/>
              <a:ahLst/>
              <a:cxnLst/>
              <a:rect l="l" t="t" r="r" b="b"/>
              <a:pathLst>
                <a:path w="153426" h="268033" extrusionOk="0">
                  <a:moveTo>
                    <a:pt x="0" y="0"/>
                  </a:moveTo>
                  <a:cubicBezTo>
                    <a:pt x="0" y="0"/>
                    <a:pt x="9518" y="137731"/>
                    <a:pt x="27221" y="157544"/>
                  </a:cubicBezTo>
                  <a:cubicBezTo>
                    <a:pt x="44924" y="177355"/>
                    <a:pt x="106313" y="190500"/>
                    <a:pt x="106313" y="190500"/>
                  </a:cubicBezTo>
                  <a:lnTo>
                    <a:pt x="153426" y="268034"/>
                  </a:lnTo>
                  <a:cubicBezTo>
                    <a:pt x="153426" y="268034"/>
                    <a:pt x="110501" y="21717"/>
                    <a:pt x="101174" y="15812"/>
                  </a:cubicBezTo>
                  <a:cubicBezTo>
                    <a:pt x="91846" y="9906"/>
                    <a:pt x="0" y="0"/>
                    <a:pt x="0"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3" name="Google Shape;2133;p34">
              <a:extLst>
                <a:ext uri="{FF2B5EF4-FFF2-40B4-BE49-F238E27FC236}">
                  <a16:creationId xmlns:a16="http://schemas.microsoft.com/office/drawing/2014/main" id="{09D46916-E562-EC2A-F5E0-D4EBF589D12D}"/>
                </a:ext>
              </a:extLst>
            </p:cNvPr>
            <p:cNvSpPr/>
            <p:nvPr/>
          </p:nvSpPr>
          <p:spPr>
            <a:xfrm>
              <a:off x="2694181" y="3854621"/>
              <a:ext cx="102411" cy="197244"/>
            </a:xfrm>
            <a:custGeom>
              <a:avLst/>
              <a:gdLst/>
              <a:ahLst/>
              <a:cxnLst/>
              <a:rect l="l" t="t" r="r" b="b"/>
              <a:pathLst>
                <a:path w="102411" h="197244" extrusionOk="0">
                  <a:moveTo>
                    <a:pt x="102411" y="4776"/>
                  </a:moveTo>
                  <a:cubicBezTo>
                    <a:pt x="78681" y="-6244"/>
                    <a:pt x="50468" y="2376"/>
                    <a:pt x="36929" y="24778"/>
                  </a:cubicBezTo>
                  <a:cubicBezTo>
                    <a:pt x="19607" y="53353"/>
                    <a:pt x="1618" y="151842"/>
                    <a:pt x="0" y="168701"/>
                  </a:cubicBezTo>
                  <a:cubicBezTo>
                    <a:pt x="0" y="168701"/>
                    <a:pt x="24270" y="202229"/>
                    <a:pt x="60723" y="196609"/>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4" name="Google Shape;2134;p34">
              <a:extLst>
                <a:ext uri="{FF2B5EF4-FFF2-40B4-BE49-F238E27FC236}">
                  <a16:creationId xmlns:a16="http://schemas.microsoft.com/office/drawing/2014/main" id="{7E301A49-D595-9FB5-763D-879908754F9E}"/>
                </a:ext>
              </a:extLst>
            </p:cNvPr>
            <p:cNvSpPr/>
            <p:nvPr/>
          </p:nvSpPr>
          <p:spPr>
            <a:xfrm>
              <a:off x="2799755" y="3593223"/>
              <a:ext cx="234442" cy="375527"/>
            </a:xfrm>
            <a:custGeom>
              <a:avLst/>
              <a:gdLst/>
              <a:ahLst/>
              <a:cxnLst/>
              <a:rect l="l" t="t" r="r" b="b"/>
              <a:pathLst>
                <a:path w="234442" h="375527" extrusionOk="0">
                  <a:moveTo>
                    <a:pt x="13397" y="267888"/>
                  </a:moveTo>
                  <a:cubicBezTo>
                    <a:pt x="37192" y="269032"/>
                    <a:pt x="54895" y="275127"/>
                    <a:pt x="57845" y="267888"/>
                  </a:cubicBezTo>
                  <a:cubicBezTo>
                    <a:pt x="60387" y="255592"/>
                    <a:pt x="62198" y="243152"/>
                    <a:pt x="63271" y="230646"/>
                  </a:cubicBezTo>
                  <a:cubicBezTo>
                    <a:pt x="60510" y="223693"/>
                    <a:pt x="58131" y="216263"/>
                    <a:pt x="58131" y="216263"/>
                  </a:cubicBezTo>
                  <a:cubicBezTo>
                    <a:pt x="28245" y="197880"/>
                    <a:pt x="18823" y="165590"/>
                    <a:pt x="14920" y="127966"/>
                  </a:cubicBezTo>
                  <a:cubicBezTo>
                    <a:pt x="8258" y="63673"/>
                    <a:pt x="42903" y="7380"/>
                    <a:pt x="107243" y="617"/>
                  </a:cubicBezTo>
                  <a:cubicBezTo>
                    <a:pt x="167585" y="-5670"/>
                    <a:pt x="211938" y="36812"/>
                    <a:pt x="223931" y="95200"/>
                  </a:cubicBezTo>
                  <a:cubicBezTo>
                    <a:pt x="230307" y="123775"/>
                    <a:pt x="242966" y="178449"/>
                    <a:pt x="225834" y="225788"/>
                  </a:cubicBezTo>
                  <a:cubicBezTo>
                    <a:pt x="216316" y="252268"/>
                    <a:pt x="203848" y="273413"/>
                    <a:pt x="191475" y="277413"/>
                  </a:cubicBezTo>
                  <a:cubicBezTo>
                    <a:pt x="179496" y="277042"/>
                    <a:pt x="167548" y="275994"/>
                    <a:pt x="155688" y="274270"/>
                  </a:cubicBezTo>
                  <a:lnTo>
                    <a:pt x="155688" y="274270"/>
                  </a:lnTo>
                  <a:cubicBezTo>
                    <a:pt x="155688" y="274270"/>
                    <a:pt x="152452" y="292177"/>
                    <a:pt x="150263" y="303607"/>
                  </a:cubicBezTo>
                  <a:cubicBezTo>
                    <a:pt x="148074" y="315037"/>
                    <a:pt x="148930" y="321133"/>
                    <a:pt x="171678" y="335230"/>
                  </a:cubicBezTo>
                  <a:cubicBezTo>
                    <a:pt x="194425" y="349327"/>
                    <a:pt x="137224" y="378188"/>
                    <a:pt x="99819" y="375330"/>
                  </a:cubicBezTo>
                  <a:cubicBezTo>
                    <a:pt x="62414" y="372473"/>
                    <a:pt x="20250" y="349899"/>
                    <a:pt x="8734" y="325705"/>
                  </a:cubicBezTo>
                  <a:cubicBezTo>
                    <a:pt x="-4115" y="298940"/>
                    <a:pt x="-2973" y="267126"/>
                    <a:pt x="13397" y="267888"/>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85" name="Google Shape;2135;p34">
              <a:extLst>
                <a:ext uri="{FF2B5EF4-FFF2-40B4-BE49-F238E27FC236}">
                  <a16:creationId xmlns:a16="http://schemas.microsoft.com/office/drawing/2014/main" id="{DD9F3B5A-D704-C427-404F-2282B994F6CE}"/>
                </a:ext>
              </a:extLst>
            </p:cNvPr>
            <p:cNvGrpSpPr/>
            <p:nvPr/>
          </p:nvGrpSpPr>
          <p:grpSpPr>
            <a:xfrm>
              <a:off x="2941619" y="3895613"/>
              <a:ext cx="483621" cy="510995"/>
              <a:chOff x="4345944" y="4626313"/>
              <a:chExt cx="483621" cy="510995"/>
            </a:xfrm>
          </p:grpSpPr>
          <p:grpSp>
            <p:nvGrpSpPr>
              <p:cNvPr id="592" name="Google Shape;2136;p34">
                <a:extLst>
                  <a:ext uri="{FF2B5EF4-FFF2-40B4-BE49-F238E27FC236}">
                    <a16:creationId xmlns:a16="http://schemas.microsoft.com/office/drawing/2014/main" id="{F454CA20-64B7-6A6F-9CB2-F5338D440D05}"/>
                  </a:ext>
                </a:extLst>
              </p:cNvPr>
              <p:cNvGrpSpPr/>
              <p:nvPr/>
            </p:nvGrpSpPr>
            <p:grpSpPr>
              <a:xfrm>
                <a:off x="4345944" y="4852987"/>
                <a:ext cx="474200" cy="284321"/>
                <a:chOff x="4345944" y="4852987"/>
                <a:chExt cx="474200" cy="284321"/>
              </a:xfrm>
            </p:grpSpPr>
            <p:sp>
              <p:nvSpPr>
                <p:cNvPr id="604" name="Google Shape;2137;p34">
                  <a:extLst>
                    <a:ext uri="{FF2B5EF4-FFF2-40B4-BE49-F238E27FC236}">
                      <a16:creationId xmlns:a16="http://schemas.microsoft.com/office/drawing/2014/main" id="{2742F747-0ED0-3147-B513-062CEF21C15B}"/>
                    </a:ext>
                  </a:extLst>
                </p:cNvPr>
                <p:cNvSpPr/>
                <p:nvPr/>
              </p:nvSpPr>
              <p:spPr>
                <a:xfrm>
                  <a:off x="4346061" y="4969668"/>
                  <a:ext cx="474083" cy="167618"/>
                </a:xfrm>
                <a:custGeom>
                  <a:avLst/>
                  <a:gdLst/>
                  <a:ahLst/>
                  <a:cxnLst/>
                  <a:rect l="l" t="t" r="r" b="b"/>
                  <a:pathLst>
                    <a:path w="474083" h="167618" extrusionOk="0">
                      <a:moveTo>
                        <a:pt x="474082" y="43529"/>
                      </a:moveTo>
                      <a:lnTo>
                        <a:pt x="474082" y="43529"/>
                      </a:lnTo>
                      <a:cubicBezTo>
                        <a:pt x="474178" y="50425"/>
                        <a:pt x="470537" y="56845"/>
                        <a:pt x="464564" y="60293"/>
                      </a:cubicBezTo>
                      <a:lnTo>
                        <a:pt x="283155" y="165068"/>
                      </a:lnTo>
                      <a:cubicBezTo>
                        <a:pt x="277266" y="168469"/>
                        <a:pt x="270009" y="168469"/>
                        <a:pt x="264120" y="165068"/>
                      </a:cubicBezTo>
                      <a:lnTo>
                        <a:pt x="9520" y="18193"/>
                      </a:lnTo>
                      <a:cubicBezTo>
                        <a:pt x="3547" y="14745"/>
                        <a:pt x="-94" y="8334"/>
                        <a:pt x="2" y="1429"/>
                      </a:cubicBezTo>
                      <a:lnTo>
                        <a:pt x="2" y="0"/>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5" name="Google Shape;2138;p34">
                  <a:extLst>
                    <a:ext uri="{FF2B5EF4-FFF2-40B4-BE49-F238E27FC236}">
                      <a16:creationId xmlns:a16="http://schemas.microsoft.com/office/drawing/2014/main" id="{4EF1ECA2-689C-3C38-4AA7-192650716F7B}"/>
                    </a:ext>
                  </a:extLst>
                </p:cNvPr>
                <p:cNvSpPr/>
                <p:nvPr/>
              </p:nvSpPr>
              <p:spPr>
                <a:xfrm>
                  <a:off x="4619603" y="5013483"/>
                  <a:ext cx="200539" cy="123825"/>
                </a:xfrm>
                <a:custGeom>
                  <a:avLst/>
                  <a:gdLst/>
                  <a:ahLst/>
                  <a:cxnLst/>
                  <a:rect l="l" t="t" r="r" b="b"/>
                  <a:pathLst>
                    <a:path w="200539" h="123825" extrusionOk="0">
                      <a:moveTo>
                        <a:pt x="190926" y="16478"/>
                      </a:moveTo>
                      <a:lnTo>
                        <a:pt x="9518" y="121253"/>
                      </a:lnTo>
                      <a:cubicBezTo>
                        <a:pt x="6626" y="122930"/>
                        <a:pt x="3344" y="123815"/>
                        <a:pt x="0" y="123825"/>
                      </a:cubicBezTo>
                      <a:lnTo>
                        <a:pt x="0" y="0"/>
                      </a:lnTo>
                      <a:lnTo>
                        <a:pt x="200539" y="0"/>
                      </a:lnTo>
                      <a:cubicBezTo>
                        <a:pt x="200513" y="6820"/>
                        <a:pt x="196846" y="13106"/>
                        <a:pt x="190926" y="16478"/>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6" name="Google Shape;2139;p34">
                  <a:extLst>
                    <a:ext uri="{FF2B5EF4-FFF2-40B4-BE49-F238E27FC236}">
                      <a16:creationId xmlns:a16="http://schemas.microsoft.com/office/drawing/2014/main" id="{3B94CCFB-924C-EB50-3D16-E257F4C2D7D8}"/>
                    </a:ext>
                  </a:extLst>
                </p:cNvPr>
                <p:cNvSpPr/>
                <p:nvPr/>
              </p:nvSpPr>
              <p:spPr>
                <a:xfrm>
                  <a:off x="4345944" y="4852987"/>
                  <a:ext cx="474198" cy="274003"/>
                </a:xfrm>
                <a:custGeom>
                  <a:avLst/>
                  <a:gdLst/>
                  <a:ahLst/>
                  <a:cxnLst/>
                  <a:rect l="l" t="t" r="r" b="b"/>
                  <a:pathLst>
                    <a:path w="474198" h="274003" extrusionOk="0">
                      <a:moveTo>
                        <a:pt x="280322" y="272224"/>
                      </a:moveTo>
                      <a:cubicBezTo>
                        <a:pt x="276096" y="274596"/>
                        <a:pt x="270938" y="274596"/>
                        <a:pt x="266712" y="272224"/>
                      </a:cubicBezTo>
                      <a:lnTo>
                        <a:pt x="2498" y="119824"/>
                      </a:lnTo>
                      <a:cubicBezTo>
                        <a:pt x="-833" y="117824"/>
                        <a:pt x="-833" y="114681"/>
                        <a:pt x="2498" y="112776"/>
                      </a:cubicBezTo>
                      <a:lnTo>
                        <a:pt x="197137" y="0"/>
                      </a:lnTo>
                      <a:lnTo>
                        <a:pt x="474199" y="16021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2140;p34">
                  <a:extLst>
                    <a:ext uri="{FF2B5EF4-FFF2-40B4-BE49-F238E27FC236}">
                      <a16:creationId xmlns:a16="http://schemas.microsoft.com/office/drawing/2014/main" id="{2FFA3575-B51F-3ED9-7972-349FCC7772CF}"/>
                    </a:ext>
                  </a:extLst>
                </p:cNvPr>
                <p:cNvGrpSpPr/>
                <p:nvPr/>
              </p:nvGrpSpPr>
              <p:grpSpPr>
                <a:xfrm>
                  <a:off x="4457040" y="4985575"/>
                  <a:ext cx="133724" cy="77247"/>
                  <a:chOff x="4457040" y="4985575"/>
                  <a:chExt cx="133724" cy="77247"/>
                </a:xfrm>
              </p:grpSpPr>
              <p:sp>
                <p:nvSpPr>
                  <p:cNvPr id="1057" name="Google Shape;2141;p34">
                    <a:extLst>
                      <a:ext uri="{FF2B5EF4-FFF2-40B4-BE49-F238E27FC236}">
                        <a16:creationId xmlns:a16="http://schemas.microsoft.com/office/drawing/2014/main" id="{EE19E56F-9C5B-7183-FFC4-7F24B3E20C54}"/>
                      </a:ext>
                    </a:extLst>
                  </p:cNvPr>
                  <p:cNvSpPr/>
                  <p:nvPr/>
                </p:nvSpPr>
                <p:spPr>
                  <a:xfrm>
                    <a:off x="4457040" y="4985575"/>
                    <a:ext cx="133724" cy="77247"/>
                  </a:xfrm>
                  <a:custGeom>
                    <a:avLst/>
                    <a:gdLst/>
                    <a:ahLst/>
                    <a:cxnLst/>
                    <a:rect l="l" t="t" r="r" b="b"/>
                    <a:pathLst>
                      <a:path w="133724" h="77247" extrusionOk="0">
                        <a:moveTo>
                          <a:pt x="0" y="27622"/>
                        </a:moveTo>
                        <a:lnTo>
                          <a:pt x="1332" y="28384"/>
                        </a:lnTo>
                        <a:lnTo>
                          <a:pt x="85945" y="77248"/>
                        </a:lnTo>
                        <a:lnTo>
                          <a:pt x="132487" y="50387"/>
                        </a:lnTo>
                        <a:lnTo>
                          <a:pt x="133725" y="49625"/>
                        </a:lnTo>
                        <a:lnTo>
                          <a:pt x="47779" y="0"/>
                        </a:lnTo>
                        <a:lnTo>
                          <a:pt x="0" y="27622"/>
                        </a:lnTo>
                        <a:close/>
                      </a:path>
                    </a:pathLst>
                  </a:cu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2142;p34">
                    <a:extLst>
                      <a:ext uri="{FF2B5EF4-FFF2-40B4-BE49-F238E27FC236}">
                        <a16:creationId xmlns:a16="http://schemas.microsoft.com/office/drawing/2014/main" id="{F926EFB5-6179-CFC4-0296-08B731098B0E}"/>
                      </a:ext>
                    </a:extLst>
                  </p:cNvPr>
                  <p:cNvSpPr/>
                  <p:nvPr/>
                </p:nvSpPr>
                <p:spPr>
                  <a:xfrm>
                    <a:off x="4458372" y="4987099"/>
                    <a:ext cx="131154" cy="75723"/>
                  </a:xfrm>
                  <a:custGeom>
                    <a:avLst/>
                    <a:gdLst/>
                    <a:ahLst/>
                    <a:cxnLst/>
                    <a:rect l="l" t="t" r="r" b="b"/>
                    <a:pathLst>
                      <a:path w="131154" h="75723" extrusionOk="0">
                        <a:moveTo>
                          <a:pt x="0" y="26861"/>
                        </a:moveTo>
                        <a:lnTo>
                          <a:pt x="84613" y="75724"/>
                        </a:lnTo>
                        <a:lnTo>
                          <a:pt x="131155" y="48863"/>
                        </a:lnTo>
                        <a:lnTo>
                          <a:pt x="46447" y="0"/>
                        </a:lnTo>
                        <a:lnTo>
                          <a:pt x="0" y="26861"/>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8" name="Google Shape;2143;p34">
                  <a:extLst>
                    <a:ext uri="{FF2B5EF4-FFF2-40B4-BE49-F238E27FC236}">
                      <a16:creationId xmlns:a16="http://schemas.microsoft.com/office/drawing/2014/main" id="{DE17B700-39D6-EB04-5DF8-A6CAAD3BA614}"/>
                    </a:ext>
                  </a:extLst>
                </p:cNvPr>
                <p:cNvSpPr/>
                <p:nvPr/>
              </p:nvSpPr>
              <p:spPr>
                <a:xfrm>
                  <a:off x="4747605" y="5011693"/>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0" y="9696"/>
                      </a:lnTo>
                      <a:cubicBezTo>
                        <a:pt x="29613" y="9030"/>
                        <a:pt x="29708" y="8077"/>
                        <a:pt x="28470" y="7506"/>
                      </a:cubicBezTo>
                      <a:lnTo>
                        <a:pt x="16288" y="457"/>
                      </a:lnTo>
                      <a:cubicBezTo>
                        <a:pt x="15059" y="-152"/>
                        <a:pt x="13614" y="-152"/>
                        <a:pt x="12385" y="457"/>
                      </a:cubicBezTo>
                      <a:lnTo>
                        <a:pt x="679" y="7220"/>
                      </a:lnTo>
                      <a:cubicBezTo>
                        <a:pt x="-178" y="798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2144;p34">
                  <a:extLst>
                    <a:ext uri="{FF2B5EF4-FFF2-40B4-BE49-F238E27FC236}">
                      <a16:creationId xmlns:a16="http://schemas.microsoft.com/office/drawing/2014/main" id="{AE90FACF-A4A0-5853-7DB7-DEEB31E7912F}"/>
                    </a:ext>
                  </a:extLst>
                </p:cNvPr>
                <p:cNvSpPr/>
                <p:nvPr/>
              </p:nvSpPr>
              <p:spPr>
                <a:xfrm>
                  <a:off x="4730414" y="5001691"/>
                  <a:ext cx="29303" cy="16916"/>
                </a:xfrm>
                <a:custGeom>
                  <a:avLst/>
                  <a:gdLst/>
                  <a:ahLst/>
                  <a:cxnLst/>
                  <a:rect l="l" t="t" r="r" b="b"/>
                  <a:pathLst>
                    <a:path w="29303" h="16916" extrusionOk="0">
                      <a:moveTo>
                        <a:pt x="642" y="9411"/>
                      </a:moveTo>
                      <a:lnTo>
                        <a:pt x="12825" y="16459"/>
                      </a:lnTo>
                      <a:cubicBezTo>
                        <a:pt x="14054" y="17069"/>
                        <a:pt x="15499" y="17069"/>
                        <a:pt x="16727" y="16459"/>
                      </a:cubicBezTo>
                      <a:lnTo>
                        <a:pt x="28339" y="9696"/>
                      </a:lnTo>
                      <a:cubicBezTo>
                        <a:pt x="29576" y="9030"/>
                        <a:pt x="29672" y="8077"/>
                        <a:pt x="28339" y="7506"/>
                      </a:cubicBezTo>
                      <a:lnTo>
                        <a:pt x="16156" y="457"/>
                      </a:lnTo>
                      <a:cubicBezTo>
                        <a:pt x="14928" y="-152"/>
                        <a:pt x="13483" y="-152"/>
                        <a:pt x="12254" y="457"/>
                      </a:cubicBezTo>
                      <a:lnTo>
                        <a:pt x="642" y="7124"/>
                      </a:lnTo>
                      <a:cubicBezTo>
                        <a:pt x="-214" y="7791"/>
                        <a:pt x="-214" y="8458"/>
                        <a:pt x="642"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2145;p34">
                  <a:extLst>
                    <a:ext uri="{FF2B5EF4-FFF2-40B4-BE49-F238E27FC236}">
                      <a16:creationId xmlns:a16="http://schemas.microsoft.com/office/drawing/2014/main" id="{34B4CA8C-4570-E416-0A7B-C274C4D678F1}"/>
                    </a:ext>
                  </a:extLst>
                </p:cNvPr>
                <p:cNvSpPr/>
                <p:nvPr/>
              </p:nvSpPr>
              <p:spPr>
                <a:xfrm>
                  <a:off x="4713055" y="4991690"/>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792"/>
                      </a:lnTo>
                      <a:cubicBezTo>
                        <a:pt x="29613" y="9125"/>
                        <a:pt x="29708" y="8077"/>
                        <a:pt x="28471" y="7506"/>
                      </a:cubicBezTo>
                      <a:lnTo>
                        <a:pt x="16193" y="457"/>
                      </a:lnTo>
                      <a:cubicBezTo>
                        <a:pt x="14997" y="-152"/>
                        <a:pt x="13581" y="-152"/>
                        <a:pt x="12385" y="457"/>
                      </a:cubicBezTo>
                      <a:lnTo>
                        <a:pt x="679" y="7125"/>
                      </a:lnTo>
                      <a:cubicBezTo>
                        <a:pt x="-178" y="7792"/>
                        <a:pt x="-273" y="8935"/>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2146;p34">
                  <a:extLst>
                    <a:ext uri="{FF2B5EF4-FFF2-40B4-BE49-F238E27FC236}">
                      <a16:creationId xmlns:a16="http://schemas.microsoft.com/office/drawing/2014/main" id="{59632B63-5212-1380-A113-7A56329F4103}"/>
                    </a:ext>
                  </a:extLst>
                </p:cNvPr>
                <p:cNvSpPr/>
                <p:nvPr/>
              </p:nvSpPr>
              <p:spPr>
                <a:xfrm>
                  <a:off x="4695787" y="4981117"/>
                  <a:ext cx="29345" cy="17487"/>
                </a:xfrm>
                <a:custGeom>
                  <a:avLst/>
                  <a:gdLst/>
                  <a:ahLst/>
                  <a:cxnLst/>
                  <a:rect l="l" t="t" r="r" b="b"/>
                  <a:pathLst>
                    <a:path w="29345" h="17487" extrusionOk="0">
                      <a:moveTo>
                        <a:pt x="720" y="9982"/>
                      </a:moveTo>
                      <a:lnTo>
                        <a:pt x="12903" y="17031"/>
                      </a:lnTo>
                      <a:cubicBezTo>
                        <a:pt x="14131" y="17640"/>
                        <a:pt x="15576" y="17640"/>
                        <a:pt x="16805" y="17031"/>
                      </a:cubicBezTo>
                      <a:lnTo>
                        <a:pt x="28417" y="10363"/>
                      </a:lnTo>
                      <a:cubicBezTo>
                        <a:pt x="29559" y="9696"/>
                        <a:pt x="29749" y="8649"/>
                        <a:pt x="28417" y="8077"/>
                      </a:cubicBezTo>
                      <a:lnTo>
                        <a:pt x="16519" y="457"/>
                      </a:lnTo>
                      <a:cubicBezTo>
                        <a:pt x="15291" y="-152"/>
                        <a:pt x="13846" y="-152"/>
                        <a:pt x="12617" y="457"/>
                      </a:cubicBezTo>
                      <a:lnTo>
                        <a:pt x="1005" y="7125"/>
                      </a:lnTo>
                      <a:cubicBezTo>
                        <a:pt x="-232" y="8363"/>
                        <a:pt x="-327" y="9411"/>
                        <a:pt x="720"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2147;p34">
                  <a:extLst>
                    <a:ext uri="{FF2B5EF4-FFF2-40B4-BE49-F238E27FC236}">
                      <a16:creationId xmlns:a16="http://schemas.microsoft.com/office/drawing/2014/main" id="{8C16AE73-CDCE-C72A-CE3E-357F888E91AD}"/>
                    </a:ext>
                  </a:extLst>
                </p:cNvPr>
                <p:cNvSpPr/>
                <p:nvPr/>
              </p:nvSpPr>
              <p:spPr>
                <a:xfrm>
                  <a:off x="4678497" y="4971592"/>
                  <a:ext cx="29372" cy="17487"/>
                </a:xfrm>
                <a:custGeom>
                  <a:avLst/>
                  <a:gdLst/>
                  <a:ahLst/>
                  <a:cxnLst/>
                  <a:rect l="l" t="t" r="r" b="b"/>
                  <a:pathLst>
                    <a:path w="29372" h="17487" extrusionOk="0">
                      <a:moveTo>
                        <a:pt x="688" y="9982"/>
                      </a:moveTo>
                      <a:lnTo>
                        <a:pt x="12871" y="17031"/>
                      </a:lnTo>
                      <a:cubicBezTo>
                        <a:pt x="14099" y="17640"/>
                        <a:pt x="15544" y="17640"/>
                        <a:pt x="16773" y="17031"/>
                      </a:cubicBezTo>
                      <a:lnTo>
                        <a:pt x="28480" y="10268"/>
                      </a:lnTo>
                      <a:cubicBezTo>
                        <a:pt x="29622" y="9601"/>
                        <a:pt x="29717" y="8553"/>
                        <a:pt x="28480" y="7982"/>
                      </a:cubicBezTo>
                      <a:lnTo>
                        <a:pt x="16487" y="457"/>
                      </a:lnTo>
                      <a:cubicBezTo>
                        <a:pt x="15259" y="-152"/>
                        <a:pt x="13814" y="-152"/>
                        <a:pt x="12585" y="457"/>
                      </a:cubicBezTo>
                      <a:lnTo>
                        <a:pt x="973" y="7220"/>
                      </a:lnTo>
                      <a:cubicBezTo>
                        <a:pt x="-169" y="7982"/>
                        <a:pt x="-359" y="8935"/>
                        <a:pt x="688"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2148;p34">
                  <a:extLst>
                    <a:ext uri="{FF2B5EF4-FFF2-40B4-BE49-F238E27FC236}">
                      <a16:creationId xmlns:a16="http://schemas.microsoft.com/office/drawing/2014/main" id="{22FFB508-8FED-AC5F-9118-DC51DB378794}"/>
                    </a:ext>
                  </a:extLst>
                </p:cNvPr>
                <p:cNvSpPr/>
                <p:nvPr/>
              </p:nvSpPr>
              <p:spPr>
                <a:xfrm>
                  <a:off x="4661184" y="4961591"/>
                  <a:ext cx="29363" cy="17011"/>
                </a:xfrm>
                <a:custGeom>
                  <a:avLst/>
                  <a:gdLst/>
                  <a:ahLst/>
                  <a:cxnLst/>
                  <a:rect l="l" t="t" r="r" b="b"/>
                  <a:pathLst>
                    <a:path w="29363" h="17011" extrusionOk="0">
                      <a:moveTo>
                        <a:pt x="679" y="9506"/>
                      </a:moveTo>
                      <a:lnTo>
                        <a:pt x="12957" y="16555"/>
                      </a:lnTo>
                      <a:cubicBezTo>
                        <a:pt x="14152" y="17164"/>
                        <a:pt x="15568" y="17164"/>
                        <a:pt x="16764" y="16555"/>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4"/>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4" name="Google Shape;2149;p34">
                  <a:extLst>
                    <a:ext uri="{FF2B5EF4-FFF2-40B4-BE49-F238E27FC236}">
                      <a16:creationId xmlns:a16="http://schemas.microsoft.com/office/drawing/2014/main" id="{916E8B7F-23B7-9F95-5BD6-8F7D807F5A20}"/>
                    </a:ext>
                  </a:extLst>
                </p:cNvPr>
                <p:cNvSpPr/>
                <p:nvPr/>
              </p:nvSpPr>
              <p:spPr>
                <a:xfrm>
                  <a:off x="4643896" y="4951685"/>
                  <a:ext cx="29270" cy="17011"/>
                </a:xfrm>
                <a:custGeom>
                  <a:avLst/>
                  <a:gdLst/>
                  <a:ahLst/>
                  <a:cxnLst/>
                  <a:rect l="l" t="t" r="r" b="b"/>
                  <a:pathLst>
                    <a:path w="29270" h="17011" extrusionOk="0">
                      <a:moveTo>
                        <a:pt x="644" y="9411"/>
                      </a:moveTo>
                      <a:lnTo>
                        <a:pt x="12827" y="16554"/>
                      </a:lnTo>
                      <a:cubicBezTo>
                        <a:pt x="14056" y="17164"/>
                        <a:pt x="15501" y="17164"/>
                        <a:pt x="16729" y="16554"/>
                      </a:cubicBezTo>
                      <a:lnTo>
                        <a:pt x="28341" y="9792"/>
                      </a:lnTo>
                      <a:cubicBezTo>
                        <a:pt x="29483" y="9125"/>
                        <a:pt x="29674" y="8172"/>
                        <a:pt x="28341" y="7601"/>
                      </a:cubicBezTo>
                      <a:lnTo>
                        <a:pt x="16158" y="457"/>
                      </a:lnTo>
                      <a:cubicBezTo>
                        <a:pt x="14930" y="-152"/>
                        <a:pt x="13485" y="-152"/>
                        <a:pt x="12256" y="457"/>
                      </a:cubicBezTo>
                      <a:lnTo>
                        <a:pt x="644" y="7220"/>
                      </a:lnTo>
                      <a:cubicBezTo>
                        <a:pt x="-117" y="7887"/>
                        <a:pt x="-307" y="8839"/>
                        <a:pt x="644"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5" name="Google Shape;2150;p34">
                  <a:extLst>
                    <a:ext uri="{FF2B5EF4-FFF2-40B4-BE49-F238E27FC236}">
                      <a16:creationId xmlns:a16="http://schemas.microsoft.com/office/drawing/2014/main" id="{E00D5ACB-0451-B2D0-AF28-7B5D70C4FE3C}"/>
                    </a:ext>
                  </a:extLst>
                </p:cNvPr>
                <p:cNvSpPr/>
                <p:nvPr/>
              </p:nvSpPr>
              <p:spPr>
                <a:xfrm>
                  <a:off x="4626634" y="494177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2151;p34">
                  <a:extLst>
                    <a:ext uri="{FF2B5EF4-FFF2-40B4-BE49-F238E27FC236}">
                      <a16:creationId xmlns:a16="http://schemas.microsoft.com/office/drawing/2014/main" id="{BC2E2A29-ADAC-2396-8C35-831E88935EB5}"/>
                    </a:ext>
                  </a:extLst>
                </p:cNvPr>
                <p:cNvSpPr/>
                <p:nvPr/>
              </p:nvSpPr>
              <p:spPr>
                <a:xfrm>
                  <a:off x="4609300" y="4931587"/>
                  <a:ext cx="29374" cy="17106"/>
                </a:xfrm>
                <a:custGeom>
                  <a:avLst/>
                  <a:gdLst/>
                  <a:ahLst/>
                  <a:cxnLst/>
                  <a:rect l="l" t="t" r="r" b="b"/>
                  <a:pathLst>
                    <a:path w="29374" h="17106" extrusionOk="0">
                      <a:moveTo>
                        <a:pt x="690" y="9601"/>
                      </a:moveTo>
                      <a:lnTo>
                        <a:pt x="12968" y="16650"/>
                      </a:lnTo>
                      <a:cubicBezTo>
                        <a:pt x="14197" y="17259"/>
                        <a:pt x="15642" y="17259"/>
                        <a:pt x="16870" y="16650"/>
                      </a:cubicBezTo>
                      <a:lnTo>
                        <a:pt x="28482" y="9887"/>
                      </a:lnTo>
                      <a:cubicBezTo>
                        <a:pt x="29624" y="9220"/>
                        <a:pt x="29719" y="8268"/>
                        <a:pt x="28482" y="7696"/>
                      </a:cubicBezTo>
                      <a:lnTo>
                        <a:pt x="16204" y="457"/>
                      </a:lnTo>
                      <a:cubicBezTo>
                        <a:pt x="14975" y="-152"/>
                        <a:pt x="13530" y="-152"/>
                        <a:pt x="12302"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2152;p34">
                  <a:extLst>
                    <a:ext uri="{FF2B5EF4-FFF2-40B4-BE49-F238E27FC236}">
                      <a16:creationId xmlns:a16="http://schemas.microsoft.com/office/drawing/2014/main" id="{0A7B08BB-A392-9005-4C4B-717C81547AEC}"/>
                    </a:ext>
                  </a:extLst>
                </p:cNvPr>
                <p:cNvSpPr/>
                <p:nvPr/>
              </p:nvSpPr>
              <p:spPr>
                <a:xfrm>
                  <a:off x="4592048" y="4921776"/>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2153;p34">
                  <a:extLst>
                    <a:ext uri="{FF2B5EF4-FFF2-40B4-BE49-F238E27FC236}">
                      <a16:creationId xmlns:a16="http://schemas.microsoft.com/office/drawing/2014/main" id="{FF1BF7C1-58FC-E5EE-4085-D9589BFA36F5}"/>
                    </a:ext>
                  </a:extLst>
                </p:cNvPr>
                <p:cNvSpPr/>
                <p:nvPr/>
              </p:nvSpPr>
              <p:spPr>
                <a:xfrm>
                  <a:off x="4574762" y="491177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125"/>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9" name="Google Shape;2154;p34">
                  <a:extLst>
                    <a:ext uri="{FF2B5EF4-FFF2-40B4-BE49-F238E27FC236}">
                      <a16:creationId xmlns:a16="http://schemas.microsoft.com/office/drawing/2014/main" id="{AC40AFEB-29F4-5BD0-A7EE-059196853065}"/>
                    </a:ext>
                  </a:extLst>
                </p:cNvPr>
                <p:cNvSpPr/>
                <p:nvPr/>
              </p:nvSpPr>
              <p:spPr>
                <a:xfrm>
                  <a:off x="4557452" y="4901679"/>
                  <a:ext cx="29387" cy="16983"/>
                </a:xfrm>
                <a:custGeom>
                  <a:avLst/>
                  <a:gdLst/>
                  <a:ahLst/>
                  <a:cxnLst/>
                  <a:rect l="l" t="t" r="r" b="b"/>
                  <a:pathLst>
                    <a:path w="29387" h="16983" extrusionOk="0">
                      <a:moveTo>
                        <a:pt x="761" y="9506"/>
                      </a:moveTo>
                      <a:lnTo>
                        <a:pt x="12944" y="16554"/>
                      </a:lnTo>
                      <a:cubicBezTo>
                        <a:pt x="14182" y="17126"/>
                        <a:pt x="15608" y="17126"/>
                        <a:pt x="16846" y="16554"/>
                      </a:cubicBezTo>
                      <a:lnTo>
                        <a:pt x="28458" y="9792"/>
                      </a:lnTo>
                      <a:cubicBezTo>
                        <a:pt x="29600" y="9125"/>
                        <a:pt x="29791" y="8077"/>
                        <a:pt x="28458" y="7506"/>
                      </a:cubicBezTo>
                      <a:lnTo>
                        <a:pt x="16275" y="457"/>
                      </a:lnTo>
                      <a:cubicBezTo>
                        <a:pt x="15047" y="-152"/>
                        <a:pt x="13602" y="-152"/>
                        <a:pt x="12373" y="457"/>
                      </a:cubicBezTo>
                      <a:lnTo>
                        <a:pt x="666" y="7220"/>
                      </a:lnTo>
                      <a:cubicBezTo>
                        <a:pt x="-190" y="7982"/>
                        <a:pt x="-286" y="8934"/>
                        <a:pt x="761"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0" name="Google Shape;2155;p34">
                  <a:extLst>
                    <a:ext uri="{FF2B5EF4-FFF2-40B4-BE49-F238E27FC236}">
                      <a16:creationId xmlns:a16="http://schemas.microsoft.com/office/drawing/2014/main" id="{21454667-1556-A77B-6EEA-FC9D8C555970}"/>
                    </a:ext>
                  </a:extLst>
                </p:cNvPr>
                <p:cNvSpPr/>
                <p:nvPr/>
              </p:nvSpPr>
              <p:spPr>
                <a:xfrm>
                  <a:off x="4540118" y="4891677"/>
                  <a:ext cx="29458" cy="17011"/>
                </a:xfrm>
                <a:custGeom>
                  <a:avLst/>
                  <a:gdLst/>
                  <a:ahLst/>
                  <a:cxnLst/>
                  <a:rect l="l" t="t" r="r" b="b"/>
                  <a:pathLst>
                    <a:path w="29458" h="17011" extrusionOk="0">
                      <a:moveTo>
                        <a:pt x="774" y="9506"/>
                      </a:moveTo>
                      <a:lnTo>
                        <a:pt x="12956" y="16554"/>
                      </a:lnTo>
                      <a:cubicBezTo>
                        <a:pt x="14185" y="17164"/>
                        <a:pt x="15630" y="17164"/>
                        <a:pt x="16859" y="16554"/>
                      </a:cubicBezTo>
                      <a:lnTo>
                        <a:pt x="28566" y="9792"/>
                      </a:lnTo>
                      <a:cubicBezTo>
                        <a:pt x="29708" y="9125"/>
                        <a:pt x="29803" y="8077"/>
                        <a:pt x="28566" y="7506"/>
                      </a:cubicBezTo>
                      <a:lnTo>
                        <a:pt x="16383" y="457"/>
                      </a:lnTo>
                      <a:cubicBezTo>
                        <a:pt x="15154" y="-152"/>
                        <a:pt x="13709" y="-152"/>
                        <a:pt x="12481" y="457"/>
                      </a:cubicBezTo>
                      <a:lnTo>
                        <a:pt x="869" y="7220"/>
                      </a:lnTo>
                      <a:cubicBezTo>
                        <a:pt x="-273" y="7982"/>
                        <a:pt x="-273" y="8935"/>
                        <a:pt x="77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1" name="Google Shape;2156;p34">
                  <a:extLst>
                    <a:ext uri="{FF2B5EF4-FFF2-40B4-BE49-F238E27FC236}">
                      <a16:creationId xmlns:a16="http://schemas.microsoft.com/office/drawing/2014/main" id="{5BAD3028-F925-2F22-A0EC-19A58DF5B121}"/>
                    </a:ext>
                  </a:extLst>
                </p:cNvPr>
                <p:cNvSpPr/>
                <p:nvPr/>
              </p:nvSpPr>
              <p:spPr>
                <a:xfrm>
                  <a:off x="4514573" y="4876818"/>
                  <a:ext cx="37680" cy="21809"/>
                </a:xfrm>
                <a:custGeom>
                  <a:avLst/>
                  <a:gdLst/>
                  <a:ahLst/>
                  <a:cxnLst/>
                  <a:rect l="l" t="t" r="r" b="b"/>
                  <a:pathLst>
                    <a:path w="37680" h="21809" extrusionOk="0">
                      <a:moveTo>
                        <a:pt x="716" y="9506"/>
                      </a:moveTo>
                      <a:lnTo>
                        <a:pt x="21274" y="21317"/>
                      </a:lnTo>
                      <a:cubicBezTo>
                        <a:pt x="22457" y="21974"/>
                        <a:pt x="23898" y="21974"/>
                        <a:pt x="25081" y="21317"/>
                      </a:cubicBezTo>
                      <a:lnTo>
                        <a:pt x="36788" y="14554"/>
                      </a:lnTo>
                      <a:cubicBezTo>
                        <a:pt x="37930" y="13887"/>
                        <a:pt x="38025" y="12935"/>
                        <a:pt x="36788" y="12363"/>
                      </a:cubicBezTo>
                      <a:lnTo>
                        <a:pt x="16230" y="457"/>
                      </a:lnTo>
                      <a:cubicBezTo>
                        <a:pt x="15001" y="-152"/>
                        <a:pt x="13556" y="-152"/>
                        <a:pt x="12327" y="457"/>
                      </a:cubicBezTo>
                      <a:lnTo>
                        <a:pt x="716" y="7125"/>
                      </a:lnTo>
                      <a:cubicBezTo>
                        <a:pt x="-141" y="7982"/>
                        <a:pt x="-331" y="9506"/>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2" name="Google Shape;2157;p34">
                  <a:extLst>
                    <a:ext uri="{FF2B5EF4-FFF2-40B4-BE49-F238E27FC236}">
                      <a16:creationId xmlns:a16="http://schemas.microsoft.com/office/drawing/2014/main" id="{DD112C49-F4E5-1D40-48EA-FDF3DF59E138}"/>
                    </a:ext>
                  </a:extLst>
                </p:cNvPr>
                <p:cNvSpPr/>
                <p:nvPr/>
              </p:nvSpPr>
              <p:spPr>
                <a:xfrm>
                  <a:off x="4705251" y="500654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7"/>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3" name="Google Shape;2158;p34">
                  <a:extLst>
                    <a:ext uri="{FF2B5EF4-FFF2-40B4-BE49-F238E27FC236}">
                      <a16:creationId xmlns:a16="http://schemas.microsoft.com/office/drawing/2014/main" id="{D56C9433-30E8-1D4B-70A5-952AD99ACDE5}"/>
                    </a:ext>
                  </a:extLst>
                </p:cNvPr>
                <p:cNvSpPr/>
                <p:nvPr/>
              </p:nvSpPr>
              <p:spPr>
                <a:xfrm>
                  <a:off x="4687929" y="4996548"/>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4" name="Google Shape;2159;p34">
                  <a:extLst>
                    <a:ext uri="{FF2B5EF4-FFF2-40B4-BE49-F238E27FC236}">
                      <a16:creationId xmlns:a16="http://schemas.microsoft.com/office/drawing/2014/main" id="{9F349910-8AB1-CE5B-E5CD-66AFE91F57FE}"/>
                    </a:ext>
                  </a:extLst>
                </p:cNvPr>
                <p:cNvSpPr/>
                <p:nvPr/>
              </p:nvSpPr>
              <p:spPr>
                <a:xfrm>
                  <a:off x="4670606" y="4986547"/>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5" name="Google Shape;2160;p34">
                  <a:extLst>
                    <a:ext uri="{FF2B5EF4-FFF2-40B4-BE49-F238E27FC236}">
                      <a16:creationId xmlns:a16="http://schemas.microsoft.com/office/drawing/2014/main" id="{291C72AB-8A8A-03C3-0494-883E7D20939E}"/>
                    </a:ext>
                  </a:extLst>
                </p:cNvPr>
                <p:cNvSpPr/>
                <p:nvPr/>
              </p:nvSpPr>
              <p:spPr>
                <a:xfrm>
                  <a:off x="4653308" y="4976545"/>
                  <a:ext cx="29434" cy="16916"/>
                </a:xfrm>
                <a:custGeom>
                  <a:avLst/>
                  <a:gdLst/>
                  <a:ahLst/>
                  <a:cxnLst/>
                  <a:rect l="l" t="t" r="r" b="b"/>
                  <a:pathLst>
                    <a:path w="29434" h="16916" extrusionOk="0">
                      <a:moveTo>
                        <a:pt x="750" y="9411"/>
                      </a:moveTo>
                      <a:lnTo>
                        <a:pt x="12933" y="16459"/>
                      </a:lnTo>
                      <a:cubicBezTo>
                        <a:pt x="14161" y="17069"/>
                        <a:pt x="15606" y="17069"/>
                        <a:pt x="16835" y="16459"/>
                      </a:cubicBezTo>
                      <a:lnTo>
                        <a:pt x="28542" y="9696"/>
                      </a:lnTo>
                      <a:cubicBezTo>
                        <a:pt x="29684" y="9030"/>
                        <a:pt x="29779" y="8077"/>
                        <a:pt x="28542" y="7506"/>
                      </a:cubicBezTo>
                      <a:lnTo>
                        <a:pt x="16264" y="457"/>
                      </a:lnTo>
                      <a:cubicBezTo>
                        <a:pt x="15068" y="-152"/>
                        <a:pt x="13652" y="-152"/>
                        <a:pt x="12457" y="457"/>
                      </a:cubicBezTo>
                      <a:lnTo>
                        <a:pt x="750" y="7220"/>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2161;p34">
                  <a:extLst>
                    <a:ext uri="{FF2B5EF4-FFF2-40B4-BE49-F238E27FC236}">
                      <a16:creationId xmlns:a16="http://schemas.microsoft.com/office/drawing/2014/main" id="{5961176C-74EC-EF4B-1549-0424E4601C9F}"/>
                    </a:ext>
                  </a:extLst>
                </p:cNvPr>
                <p:cNvSpPr/>
                <p:nvPr/>
              </p:nvSpPr>
              <p:spPr>
                <a:xfrm>
                  <a:off x="4636115" y="4966449"/>
                  <a:ext cx="29341" cy="17047"/>
                </a:xfrm>
                <a:custGeom>
                  <a:avLst/>
                  <a:gdLst/>
                  <a:ahLst/>
                  <a:cxnLst/>
                  <a:rect l="l" t="t" r="r" b="b"/>
                  <a:pathLst>
                    <a:path w="29341" h="17047" extrusionOk="0">
                      <a:moveTo>
                        <a:pt x="716" y="9506"/>
                      </a:moveTo>
                      <a:lnTo>
                        <a:pt x="12898" y="16554"/>
                      </a:lnTo>
                      <a:cubicBezTo>
                        <a:pt x="14116" y="17212"/>
                        <a:pt x="15583" y="17212"/>
                        <a:pt x="16801" y="16554"/>
                      </a:cubicBezTo>
                      <a:lnTo>
                        <a:pt x="28412" y="9792"/>
                      </a:lnTo>
                      <a:cubicBezTo>
                        <a:pt x="29554" y="9125"/>
                        <a:pt x="29745" y="8172"/>
                        <a:pt x="28412" y="7601"/>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2162;p34">
                  <a:extLst>
                    <a:ext uri="{FF2B5EF4-FFF2-40B4-BE49-F238E27FC236}">
                      <a16:creationId xmlns:a16="http://schemas.microsoft.com/office/drawing/2014/main" id="{170981FB-CE05-62D7-9A92-235B87B59234}"/>
                    </a:ext>
                  </a:extLst>
                </p:cNvPr>
                <p:cNvSpPr/>
                <p:nvPr/>
              </p:nvSpPr>
              <p:spPr>
                <a:xfrm>
                  <a:off x="4618793" y="4956352"/>
                  <a:ext cx="29341" cy="17106"/>
                </a:xfrm>
                <a:custGeom>
                  <a:avLst/>
                  <a:gdLst/>
                  <a:ahLst/>
                  <a:cxnLst/>
                  <a:rect l="l" t="t" r="r" b="b"/>
                  <a:pathLst>
                    <a:path w="29341" h="17106" extrusionOk="0">
                      <a:moveTo>
                        <a:pt x="716" y="9601"/>
                      </a:moveTo>
                      <a:lnTo>
                        <a:pt x="12898" y="16650"/>
                      </a:lnTo>
                      <a:cubicBezTo>
                        <a:pt x="14127" y="17259"/>
                        <a:pt x="15572" y="17259"/>
                        <a:pt x="16801" y="16650"/>
                      </a:cubicBezTo>
                      <a:lnTo>
                        <a:pt x="28412" y="9887"/>
                      </a:lnTo>
                      <a:cubicBezTo>
                        <a:pt x="29554" y="9220"/>
                        <a:pt x="29745" y="8268"/>
                        <a:pt x="28412" y="7601"/>
                      </a:cubicBezTo>
                      <a:lnTo>
                        <a:pt x="16230" y="457"/>
                      </a:lnTo>
                      <a:cubicBezTo>
                        <a:pt x="15001" y="-152"/>
                        <a:pt x="13556" y="-152"/>
                        <a:pt x="12327" y="457"/>
                      </a:cubicBezTo>
                      <a:lnTo>
                        <a:pt x="716" y="7220"/>
                      </a:lnTo>
                      <a:cubicBezTo>
                        <a:pt x="-141" y="8077"/>
                        <a:pt x="-331" y="9030"/>
                        <a:pt x="716"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8" name="Google Shape;2163;p34">
                  <a:extLst>
                    <a:ext uri="{FF2B5EF4-FFF2-40B4-BE49-F238E27FC236}">
                      <a16:creationId xmlns:a16="http://schemas.microsoft.com/office/drawing/2014/main" id="{85DAC5EF-7082-AD12-5028-1D879D4FA6E6}"/>
                    </a:ext>
                  </a:extLst>
                </p:cNvPr>
                <p:cNvSpPr/>
                <p:nvPr/>
              </p:nvSpPr>
              <p:spPr>
                <a:xfrm>
                  <a:off x="4601470" y="4946446"/>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077"/>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9" name="Google Shape;2164;p34">
                  <a:extLst>
                    <a:ext uri="{FF2B5EF4-FFF2-40B4-BE49-F238E27FC236}">
                      <a16:creationId xmlns:a16="http://schemas.microsoft.com/office/drawing/2014/main" id="{F0BEAF46-BF54-0AC7-B5E3-723ABFBF3758}"/>
                    </a:ext>
                  </a:extLst>
                </p:cNvPr>
                <p:cNvSpPr/>
                <p:nvPr/>
              </p:nvSpPr>
              <p:spPr>
                <a:xfrm>
                  <a:off x="4584137" y="4936445"/>
                  <a:ext cx="29291" cy="17011"/>
                </a:xfrm>
                <a:custGeom>
                  <a:avLst/>
                  <a:gdLst/>
                  <a:ahLst/>
                  <a:cxnLst/>
                  <a:rect l="l" t="t" r="r" b="b"/>
                  <a:pathLst>
                    <a:path w="29291" h="17011" extrusionOk="0">
                      <a:moveTo>
                        <a:pt x="726" y="9506"/>
                      </a:moveTo>
                      <a:lnTo>
                        <a:pt x="12814" y="16554"/>
                      </a:lnTo>
                      <a:cubicBezTo>
                        <a:pt x="14043" y="17164"/>
                        <a:pt x="15487" y="17164"/>
                        <a:pt x="16716" y="16554"/>
                      </a:cubicBezTo>
                      <a:lnTo>
                        <a:pt x="28328" y="9792"/>
                      </a:lnTo>
                      <a:cubicBezTo>
                        <a:pt x="29565" y="9125"/>
                        <a:pt x="29660" y="8077"/>
                        <a:pt x="28328" y="7506"/>
                      </a:cubicBezTo>
                      <a:lnTo>
                        <a:pt x="16145" y="457"/>
                      </a:lnTo>
                      <a:cubicBezTo>
                        <a:pt x="14916" y="-152"/>
                        <a:pt x="13471" y="-152"/>
                        <a:pt x="12243" y="457"/>
                      </a:cubicBezTo>
                      <a:lnTo>
                        <a:pt x="631" y="7220"/>
                      </a:lnTo>
                      <a:cubicBezTo>
                        <a:pt x="-130" y="7982"/>
                        <a:pt x="-321" y="8935"/>
                        <a:pt x="72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0" name="Google Shape;2165;p34">
                  <a:extLst>
                    <a:ext uri="{FF2B5EF4-FFF2-40B4-BE49-F238E27FC236}">
                      <a16:creationId xmlns:a16="http://schemas.microsoft.com/office/drawing/2014/main" id="{9894BA44-7DC2-635F-A219-17AB28CD266D}"/>
                    </a:ext>
                  </a:extLst>
                </p:cNvPr>
                <p:cNvSpPr/>
                <p:nvPr/>
              </p:nvSpPr>
              <p:spPr>
                <a:xfrm>
                  <a:off x="4566835" y="4926444"/>
                  <a:ext cx="29390" cy="17011"/>
                </a:xfrm>
                <a:custGeom>
                  <a:avLst/>
                  <a:gdLst/>
                  <a:ahLst/>
                  <a:cxnLst/>
                  <a:rect l="l" t="t" r="r" b="b"/>
                  <a:pathLst>
                    <a:path w="29390" h="17011" extrusionOk="0">
                      <a:moveTo>
                        <a:pt x="706" y="9506"/>
                      </a:moveTo>
                      <a:lnTo>
                        <a:pt x="12888" y="16554"/>
                      </a:lnTo>
                      <a:cubicBezTo>
                        <a:pt x="14117" y="17164"/>
                        <a:pt x="15562" y="17164"/>
                        <a:pt x="16791" y="16554"/>
                      </a:cubicBezTo>
                      <a:lnTo>
                        <a:pt x="28498" y="9791"/>
                      </a:lnTo>
                      <a:cubicBezTo>
                        <a:pt x="29640" y="9125"/>
                        <a:pt x="29735" y="8077"/>
                        <a:pt x="28498" y="7506"/>
                      </a:cubicBezTo>
                      <a:lnTo>
                        <a:pt x="16315" y="457"/>
                      </a:lnTo>
                      <a:cubicBezTo>
                        <a:pt x="15086" y="-152"/>
                        <a:pt x="13641" y="-152"/>
                        <a:pt x="12413" y="457"/>
                      </a:cubicBezTo>
                      <a:lnTo>
                        <a:pt x="801" y="7220"/>
                      </a:lnTo>
                      <a:cubicBezTo>
                        <a:pt x="-151" y="7982"/>
                        <a:pt x="-341" y="8934"/>
                        <a:pt x="70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1" name="Google Shape;2166;p34">
                  <a:extLst>
                    <a:ext uri="{FF2B5EF4-FFF2-40B4-BE49-F238E27FC236}">
                      <a16:creationId xmlns:a16="http://schemas.microsoft.com/office/drawing/2014/main" id="{6CA25B1E-7054-3C92-E485-C4C87047121B}"/>
                    </a:ext>
                  </a:extLst>
                </p:cNvPr>
                <p:cNvSpPr/>
                <p:nvPr/>
              </p:nvSpPr>
              <p:spPr>
                <a:xfrm>
                  <a:off x="4549576" y="4916443"/>
                  <a:ext cx="29326" cy="17011"/>
                </a:xfrm>
                <a:custGeom>
                  <a:avLst/>
                  <a:gdLst/>
                  <a:ahLst/>
                  <a:cxnLst/>
                  <a:rect l="l" t="t" r="r" b="b"/>
                  <a:pathLst>
                    <a:path w="29326" h="17011" extrusionOk="0">
                      <a:moveTo>
                        <a:pt x="642" y="9506"/>
                      </a:moveTo>
                      <a:lnTo>
                        <a:pt x="12825" y="16554"/>
                      </a:lnTo>
                      <a:cubicBezTo>
                        <a:pt x="14054" y="17164"/>
                        <a:pt x="15499" y="17164"/>
                        <a:pt x="16727" y="16554"/>
                      </a:cubicBezTo>
                      <a:lnTo>
                        <a:pt x="28434" y="9792"/>
                      </a:lnTo>
                      <a:cubicBezTo>
                        <a:pt x="29576" y="9125"/>
                        <a:pt x="29672" y="8077"/>
                        <a:pt x="28434" y="7506"/>
                      </a:cubicBezTo>
                      <a:lnTo>
                        <a:pt x="16156" y="457"/>
                      </a:lnTo>
                      <a:cubicBezTo>
                        <a:pt x="14928" y="-152"/>
                        <a:pt x="13483" y="-152"/>
                        <a:pt x="12254" y="457"/>
                      </a:cubicBezTo>
                      <a:lnTo>
                        <a:pt x="642" y="7220"/>
                      </a:lnTo>
                      <a:cubicBezTo>
                        <a:pt x="-214" y="7982"/>
                        <a:pt x="-214" y="8935"/>
                        <a:pt x="642"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2" name="Google Shape;2167;p34">
                  <a:extLst>
                    <a:ext uri="{FF2B5EF4-FFF2-40B4-BE49-F238E27FC236}">
                      <a16:creationId xmlns:a16="http://schemas.microsoft.com/office/drawing/2014/main" id="{12B0EDBD-803C-B89E-7A3B-C3614DB19899}"/>
                    </a:ext>
                  </a:extLst>
                </p:cNvPr>
                <p:cNvSpPr/>
                <p:nvPr/>
              </p:nvSpPr>
              <p:spPr>
                <a:xfrm>
                  <a:off x="4532218" y="4906536"/>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220"/>
                      </a:lnTo>
                      <a:cubicBezTo>
                        <a:pt x="-178" y="8363"/>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2168;p34">
                  <a:extLst>
                    <a:ext uri="{FF2B5EF4-FFF2-40B4-BE49-F238E27FC236}">
                      <a16:creationId xmlns:a16="http://schemas.microsoft.com/office/drawing/2014/main" id="{C3D1DDD0-5430-DE4D-83C9-80BFC07800B5}"/>
                    </a:ext>
                  </a:extLst>
                </p:cNvPr>
                <p:cNvSpPr/>
                <p:nvPr/>
              </p:nvSpPr>
              <p:spPr>
                <a:xfrm>
                  <a:off x="4514896" y="4896535"/>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64" y="-152"/>
                        <a:pt x="13519" y="-152"/>
                        <a:pt x="12290" y="457"/>
                      </a:cubicBezTo>
                      <a:lnTo>
                        <a:pt x="679" y="7125"/>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4" name="Google Shape;2169;p34">
                  <a:extLst>
                    <a:ext uri="{FF2B5EF4-FFF2-40B4-BE49-F238E27FC236}">
                      <a16:creationId xmlns:a16="http://schemas.microsoft.com/office/drawing/2014/main" id="{0185A5E3-B153-560D-D98B-96419C5740FF}"/>
                    </a:ext>
                  </a:extLst>
                </p:cNvPr>
                <p:cNvSpPr/>
                <p:nvPr/>
              </p:nvSpPr>
              <p:spPr>
                <a:xfrm>
                  <a:off x="4722536" y="5016484"/>
                  <a:ext cx="37680" cy="21745"/>
                </a:xfrm>
                <a:custGeom>
                  <a:avLst/>
                  <a:gdLst/>
                  <a:ahLst/>
                  <a:cxnLst/>
                  <a:rect l="l" t="t" r="r" b="b"/>
                  <a:pathLst>
                    <a:path w="37680" h="21745" extrusionOk="0">
                      <a:moveTo>
                        <a:pt x="716" y="9477"/>
                      </a:moveTo>
                      <a:lnTo>
                        <a:pt x="21274" y="21288"/>
                      </a:lnTo>
                      <a:cubicBezTo>
                        <a:pt x="22503" y="21898"/>
                        <a:pt x="23948" y="21898"/>
                        <a:pt x="25176" y="21288"/>
                      </a:cubicBezTo>
                      <a:lnTo>
                        <a:pt x="36788" y="14526"/>
                      </a:lnTo>
                      <a:cubicBezTo>
                        <a:pt x="37930" y="13859"/>
                        <a:pt x="38025" y="12811"/>
                        <a:pt x="36788" y="12240"/>
                      </a:cubicBezTo>
                      <a:lnTo>
                        <a:pt x="16230" y="429"/>
                      </a:lnTo>
                      <a:cubicBezTo>
                        <a:pt x="14991" y="-143"/>
                        <a:pt x="13566" y="-143"/>
                        <a:pt x="12327" y="429"/>
                      </a:cubicBezTo>
                      <a:lnTo>
                        <a:pt x="716" y="7192"/>
                      </a:lnTo>
                      <a:cubicBezTo>
                        <a:pt x="-141" y="7858"/>
                        <a:pt x="-331" y="8906"/>
                        <a:pt x="716" y="947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5" name="Google Shape;2170;p34">
                  <a:extLst>
                    <a:ext uri="{FF2B5EF4-FFF2-40B4-BE49-F238E27FC236}">
                      <a16:creationId xmlns:a16="http://schemas.microsoft.com/office/drawing/2014/main" id="{C5EE09E9-8E9A-AAF2-E543-EA30E9857092}"/>
                    </a:ext>
                  </a:extLst>
                </p:cNvPr>
                <p:cNvSpPr/>
                <p:nvPr/>
              </p:nvSpPr>
              <p:spPr>
                <a:xfrm>
                  <a:off x="4481005" y="4886460"/>
                  <a:ext cx="46109" cy="24112"/>
                </a:xfrm>
                <a:custGeom>
                  <a:avLst/>
                  <a:gdLst/>
                  <a:ahLst/>
                  <a:cxnLst/>
                  <a:rect l="l" t="t" r="r" b="b"/>
                  <a:pathLst>
                    <a:path w="46109" h="24112" extrusionOk="0">
                      <a:moveTo>
                        <a:pt x="33141" y="436"/>
                      </a:moveTo>
                      <a:lnTo>
                        <a:pt x="45324" y="7484"/>
                      </a:lnTo>
                      <a:cubicBezTo>
                        <a:pt x="46371" y="8056"/>
                        <a:pt x="46371" y="9008"/>
                        <a:pt x="45324" y="9580"/>
                      </a:cubicBezTo>
                      <a:lnTo>
                        <a:pt x="33046" y="16723"/>
                      </a:lnTo>
                      <a:cubicBezTo>
                        <a:pt x="31910" y="17305"/>
                        <a:pt x="30566" y="17305"/>
                        <a:pt x="29429" y="16723"/>
                      </a:cubicBezTo>
                      <a:lnTo>
                        <a:pt x="28478" y="16152"/>
                      </a:lnTo>
                      <a:cubicBezTo>
                        <a:pt x="27408" y="15581"/>
                        <a:pt x="26121" y="15581"/>
                        <a:pt x="25051" y="16152"/>
                      </a:cubicBezTo>
                      <a:lnTo>
                        <a:pt x="12107" y="23677"/>
                      </a:lnTo>
                      <a:cubicBezTo>
                        <a:pt x="10971" y="24258"/>
                        <a:pt x="9627" y="24258"/>
                        <a:pt x="8490" y="23677"/>
                      </a:cubicBezTo>
                      <a:lnTo>
                        <a:pt x="686" y="19200"/>
                      </a:lnTo>
                      <a:cubicBezTo>
                        <a:pt x="107" y="18952"/>
                        <a:pt x="-157" y="18276"/>
                        <a:pt x="96" y="17695"/>
                      </a:cubicBezTo>
                      <a:cubicBezTo>
                        <a:pt x="211" y="17428"/>
                        <a:pt x="421" y="17219"/>
                        <a:pt x="686" y="17105"/>
                      </a:cubicBezTo>
                      <a:lnTo>
                        <a:pt x="12868" y="10056"/>
                      </a:lnTo>
                      <a:lnTo>
                        <a:pt x="15438" y="8627"/>
                      </a:lnTo>
                      <a:lnTo>
                        <a:pt x="17247" y="7580"/>
                      </a:lnTo>
                      <a:lnTo>
                        <a:pt x="19055" y="6532"/>
                      </a:lnTo>
                      <a:lnTo>
                        <a:pt x="29525" y="436"/>
                      </a:lnTo>
                      <a:cubicBezTo>
                        <a:pt x="30661" y="-145"/>
                        <a:pt x="32005" y="-145"/>
                        <a:pt x="33141" y="43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2171;p34">
                  <a:extLst>
                    <a:ext uri="{FF2B5EF4-FFF2-40B4-BE49-F238E27FC236}">
                      <a16:creationId xmlns:a16="http://schemas.microsoft.com/office/drawing/2014/main" id="{F84B4B93-2C6F-3390-4CB5-172B75ABC85F}"/>
                    </a:ext>
                  </a:extLst>
                </p:cNvPr>
                <p:cNvSpPr/>
                <p:nvPr/>
              </p:nvSpPr>
              <p:spPr>
                <a:xfrm>
                  <a:off x="4680529" y="5050364"/>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125"/>
                      </a:lnTo>
                      <a:cubicBezTo>
                        <a:pt x="-202" y="7411"/>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7" name="Google Shape;2172;p34">
                  <a:extLst>
                    <a:ext uri="{FF2B5EF4-FFF2-40B4-BE49-F238E27FC236}">
                      <a16:creationId xmlns:a16="http://schemas.microsoft.com/office/drawing/2014/main" id="{1F4D1B0A-4F83-021E-EF6F-9E3E06628FB4}"/>
                    </a:ext>
                  </a:extLst>
                </p:cNvPr>
                <p:cNvSpPr/>
                <p:nvPr/>
              </p:nvSpPr>
              <p:spPr>
                <a:xfrm>
                  <a:off x="4663322" y="5040268"/>
                  <a:ext cx="28938" cy="17011"/>
                </a:xfrm>
                <a:custGeom>
                  <a:avLst/>
                  <a:gdLst/>
                  <a:ahLst/>
                  <a:cxnLst/>
                  <a:rect l="l" t="t" r="r" b="b"/>
                  <a:pathLst>
                    <a:path w="28938" h="17011" extrusionOk="0">
                      <a:moveTo>
                        <a:pt x="254" y="9506"/>
                      </a:moveTo>
                      <a:lnTo>
                        <a:pt x="12532" y="16554"/>
                      </a:lnTo>
                      <a:cubicBezTo>
                        <a:pt x="13760" y="17164"/>
                        <a:pt x="15205" y="17164"/>
                        <a:pt x="16434" y="16554"/>
                      </a:cubicBezTo>
                      <a:lnTo>
                        <a:pt x="28046" y="9792"/>
                      </a:lnTo>
                      <a:cubicBezTo>
                        <a:pt x="29188" y="9125"/>
                        <a:pt x="29283" y="8077"/>
                        <a:pt x="28046" y="7506"/>
                      </a:cubicBezTo>
                      <a:lnTo>
                        <a:pt x="15863" y="457"/>
                      </a:lnTo>
                      <a:cubicBezTo>
                        <a:pt x="14634" y="-152"/>
                        <a:pt x="13189" y="-152"/>
                        <a:pt x="11961" y="457"/>
                      </a:cubicBezTo>
                      <a:lnTo>
                        <a:pt x="254" y="7220"/>
                      </a:lnTo>
                      <a:cubicBezTo>
                        <a:pt x="254" y="7982"/>
                        <a:pt x="-317" y="8935"/>
                        <a:pt x="254"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8" name="Google Shape;2173;p34">
                  <a:extLst>
                    <a:ext uri="{FF2B5EF4-FFF2-40B4-BE49-F238E27FC236}">
                      <a16:creationId xmlns:a16="http://schemas.microsoft.com/office/drawing/2014/main" id="{1BDF4CAA-53BE-A49C-FB4C-615D28B69CF3}"/>
                    </a:ext>
                  </a:extLst>
                </p:cNvPr>
                <p:cNvSpPr/>
                <p:nvPr/>
              </p:nvSpPr>
              <p:spPr>
                <a:xfrm>
                  <a:off x="4646050" y="5030457"/>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1" y="9696"/>
                      </a:lnTo>
                      <a:cubicBezTo>
                        <a:pt x="29613" y="9030"/>
                        <a:pt x="29708" y="8077"/>
                        <a:pt x="28471" y="7506"/>
                      </a:cubicBezTo>
                      <a:lnTo>
                        <a:pt x="16288" y="457"/>
                      </a:lnTo>
                      <a:cubicBezTo>
                        <a:pt x="15059" y="-152"/>
                        <a:pt x="13614" y="-152"/>
                        <a:pt x="12385" y="457"/>
                      </a:cubicBezTo>
                      <a:lnTo>
                        <a:pt x="679" y="7220"/>
                      </a:lnTo>
                      <a:cubicBezTo>
                        <a:pt x="-178" y="8268"/>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2174;p34">
                  <a:extLst>
                    <a:ext uri="{FF2B5EF4-FFF2-40B4-BE49-F238E27FC236}">
                      <a16:creationId xmlns:a16="http://schemas.microsoft.com/office/drawing/2014/main" id="{C13413E7-C59A-59F7-6772-41F17C68CF37}"/>
                    </a:ext>
                  </a:extLst>
                </p:cNvPr>
                <p:cNvSpPr/>
                <p:nvPr/>
              </p:nvSpPr>
              <p:spPr>
                <a:xfrm>
                  <a:off x="4499297" y="4945494"/>
                  <a:ext cx="29352" cy="17011"/>
                </a:xfrm>
                <a:custGeom>
                  <a:avLst/>
                  <a:gdLst/>
                  <a:ahLst/>
                  <a:cxnLst/>
                  <a:rect l="l" t="t" r="r" b="b"/>
                  <a:pathLst>
                    <a:path w="29352" h="17011" extrusionOk="0">
                      <a:moveTo>
                        <a:pt x="668" y="9506"/>
                      </a:moveTo>
                      <a:lnTo>
                        <a:pt x="12851" y="16554"/>
                      </a:lnTo>
                      <a:cubicBezTo>
                        <a:pt x="14080" y="17164"/>
                        <a:pt x="15524" y="17164"/>
                        <a:pt x="16753" y="16554"/>
                      </a:cubicBezTo>
                      <a:lnTo>
                        <a:pt x="28460" y="9791"/>
                      </a:lnTo>
                      <a:cubicBezTo>
                        <a:pt x="29602" y="9125"/>
                        <a:pt x="29697" y="8077"/>
                        <a:pt x="28460" y="7506"/>
                      </a:cubicBezTo>
                      <a:lnTo>
                        <a:pt x="16277" y="457"/>
                      </a:lnTo>
                      <a:cubicBezTo>
                        <a:pt x="15048" y="-152"/>
                        <a:pt x="13604" y="-152"/>
                        <a:pt x="12375" y="457"/>
                      </a:cubicBezTo>
                      <a:lnTo>
                        <a:pt x="763" y="7220"/>
                      </a:lnTo>
                      <a:cubicBezTo>
                        <a:pt x="-189" y="7982"/>
                        <a:pt x="-284" y="8934"/>
                        <a:pt x="66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2175;p34">
                  <a:extLst>
                    <a:ext uri="{FF2B5EF4-FFF2-40B4-BE49-F238E27FC236}">
                      <a16:creationId xmlns:a16="http://schemas.microsoft.com/office/drawing/2014/main" id="{F45EA9C0-EA88-84BD-091A-4922642C854B}"/>
                    </a:ext>
                  </a:extLst>
                </p:cNvPr>
                <p:cNvSpPr/>
                <p:nvPr/>
              </p:nvSpPr>
              <p:spPr>
                <a:xfrm>
                  <a:off x="4482022" y="493568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7"/>
                      </a:lnTo>
                      <a:cubicBezTo>
                        <a:pt x="29650" y="9030"/>
                        <a:pt x="29745" y="8077"/>
                        <a:pt x="28412" y="7506"/>
                      </a:cubicBezTo>
                      <a:lnTo>
                        <a:pt x="16230" y="457"/>
                      </a:lnTo>
                      <a:cubicBezTo>
                        <a:pt x="15001" y="-152"/>
                        <a:pt x="13556" y="-152"/>
                        <a:pt x="12327" y="457"/>
                      </a:cubicBezTo>
                      <a:lnTo>
                        <a:pt x="716" y="7220"/>
                      </a:lnTo>
                      <a:cubicBezTo>
                        <a:pt x="-141" y="779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5" name="Google Shape;2176;p34">
                  <a:extLst>
                    <a:ext uri="{FF2B5EF4-FFF2-40B4-BE49-F238E27FC236}">
                      <a16:creationId xmlns:a16="http://schemas.microsoft.com/office/drawing/2014/main" id="{EE82B29F-1AA6-DB31-A682-17C0A16E7C68}"/>
                    </a:ext>
                  </a:extLst>
                </p:cNvPr>
                <p:cNvSpPr/>
                <p:nvPr/>
              </p:nvSpPr>
              <p:spPr>
                <a:xfrm>
                  <a:off x="4464795" y="4925682"/>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8268"/>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2177;p34">
                  <a:extLst>
                    <a:ext uri="{FF2B5EF4-FFF2-40B4-BE49-F238E27FC236}">
                      <a16:creationId xmlns:a16="http://schemas.microsoft.com/office/drawing/2014/main" id="{BD536B88-3A40-F225-9CE4-EE9CADBE68AD}"/>
                    </a:ext>
                  </a:extLst>
                </p:cNvPr>
                <p:cNvSpPr/>
                <p:nvPr/>
              </p:nvSpPr>
              <p:spPr>
                <a:xfrm>
                  <a:off x="4447522" y="4915490"/>
                  <a:ext cx="29387" cy="17202"/>
                </a:xfrm>
                <a:custGeom>
                  <a:avLst/>
                  <a:gdLst/>
                  <a:ahLst/>
                  <a:cxnLst/>
                  <a:rect l="l" t="t" r="r" b="b"/>
                  <a:pathLst>
                    <a:path w="29387" h="17202" extrusionOk="0">
                      <a:moveTo>
                        <a:pt x="761" y="9601"/>
                      </a:moveTo>
                      <a:lnTo>
                        <a:pt x="12944" y="16745"/>
                      </a:lnTo>
                      <a:cubicBezTo>
                        <a:pt x="14173" y="17355"/>
                        <a:pt x="15618" y="17355"/>
                        <a:pt x="16846" y="16745"/>
                      </a:cubicBezTo>
                      <a:lnTo>
                        <a:pt x="28458" y="9982"/>
                      </a:lnTo>
                      <a:cubicBezTo>
                        <a:pt x="29600" y="9316"/>
                        <a:pt x="29791" y="8363"/>
                        <a:pt x="28458" y="7792"/>
                      </a:cubicBezTo>
                      <a:lnTo>
                        <a:pt x="16180" y="457"/>
                      </a:lnTo>
                      <a:cubicBezTo>
                        <a:pt x="14951" y="-152"/>
                        <a:pt x="13507" y="-152"/>
                        <a:pt x="12278" y="457"/>
                      </a:cubicBezTo>
                      <a:lnTo>
                        <a:pt x="666" y="7220"/>
                      </a:lnTo>
                      <a:cubicBezTo>
                        <a:pt x="-190" y="8077"/>
                        <a:pt x="-286" y="8935"/>
                        <a:pt x="761"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8" name="Google Shape;2178;p34">
                  <a:extLst>
                    <a:ext uri="{FF2B5EF4-FFF2-40B4-BE49-F238E27FC236}">
                      <a16:creationId xmlns:a16="http://schemas.microsoft.com/office/drawing/2014/main" id="{BB97F2A5-8BE3-1053-9AF9-1D5334EC9557}"/>
                    </a:ext>
                  </a:extLst>
                </p:cNvPr>
                <p:cNvSpPr/>
                <p:nvPr/>
              </p:nvSpPr>
              <p:spPr>
                <a:xfrm>
                  <a:off x="4624469" y="5017884"/>
                  <a:ext cx="34098" cy="19393"/>
                </a:xfrm>
                <a:custGeom>
                  <a:avLst/>
                  <a:gdLst/>
                  <a:ahLst/>
                  <a:cxnLst/>
                  <a:rect l="l" t="t" r="r" b="b"/>
                  <a:pathLst>
                    <a:path w="34098" h="19393" extrusionOk="0">
                      <a:moveTo>
                        <a:pt x="1035" y="9411"/>
                      </a:moveTo>
                      <a:lnTo>
                        <a:pt x="17691" y="18936"/>
                      </a:lnTo>
                      <a:cubicBezTo>
                        <a:pt x="18887" y="19546"/>
                        <a:pt x="20303" y="19546"/>
                        <a:pt x="21499" y="18936"/>
                      </a:cubicBezTo>
                      <a:lnTo>
                        <a:pt x="33205" y="12268"/>
                      </a:lnTo>
                      <a:cubicBezTo>
                        <a:pt x="34348" y="11602"/>
                        <a:pt x="34443" y="10554"/>
                        <a:pt x="33205" y="9982"/>
                      </a:cubicBezTo>
                      <a:lnTo>
                        <a:pt x="16549" y="457"/>
                      </a:lnTo>
                      <a:cubicBezTo>
                        <a:pt x="15321" y="-152"/>
                        <a:pt x="13876" y="-152"/>
                        <a:pt x="12647" y="457"/>
                      </a:cubicBezTo>
                      <a:lnTo>
                        <a:pt x="1035" y="7220"/>
                      </a:lnTo>
                      <a:cubicBezTo>
                        <a:pt x="-297" y="7887"/>
                        <a:pt x="-392" y="8839"/>
                        <a:pt x="1035"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9" name="Google Shape;2179;p34">
                  <a:extLst>
                    <a:ext uri="{FF2B5EF4-FFF2-40B4-BE49-F238E27FC236}">
                      <a16:creationId xmlns:a16="http://schemas.microsoft.com/office/drawing/2014/main" id="{E7B1BFB5-B4C3-E755-4E45-F6CC661A9199}"/>
                    </a:ext>
                  </a:extLst>
                </p:cNvPr>
                <p:cNvSpPr/>
                <p:nvPr/>
              </p:nvSpPr>
              <p:spPr>
                <a:xfrm>
                  <a:off x="4516514" y="4955590"/>
                  <a:ext cx="33778" cy="19392"/>
                </a:xfrm>
                <a:custGeom>
                  <a:avLst/>
                  <a:gdLst/>
                  <a:ahLst/>
                  <a:cxnLst/>
                  <a:rect l="l" t="t" r="r" b="b"/>
                  <a:pathLst>
                    <a:path w="33778" h="19392" extrusionOk="0">
                      <a:moveTo>
                        <a:pt x="679" y="9411"/>
                      </a:moveTo>
                      <a:lnTo>
                        <a:pt x="17335" y="18936"/>
                      </a:lnTo>
                      <a:cubicBezTo>
                        <a:pt x="18563" y="19545"/>
                        <a:pt x="20008" y="19545"/>
                        <a:pt x="21237" y="18936"/>
                      </a:cubicBezTo>
                      <a:lnTo>
                        <a:pt x="32849" y="12173"/>
                      </a:lnTo>
                      <a:cubicBezTo>
                        <a:pt x="33991" y="11506"/>
                        <a:pt x="34181" y="10554"/>
                        <a:pt x="32849" y="9982"/>
                      </a:cubicBezTo>
                      <a:lnTo>
                        <a:pt x="16193" y="457"/>
                      </a:lnTo>
                      <a:cubicBezTo>
                        <a:pt x="14964" y="-152"/>
                        <a:pt x="13519" y="-152"/>
                        <a:pt x="12290"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2180;p34">
                  <a:extLst>
                    <a:ext uri="{FF2B5EF4-FFF2-40B4-BE49-F238E27FC236}">
                      <a16:creationId xmlns:a16="http://schemas.microsoft.com/office/drawing/2014/main" id="{1C6E5AD3-473B-FA71-83E0-AA6C57E0D64A}"/>
                    </a:ext>
                  </a:extLst>
                </p:cNvPr>
                <p:cNvSpPr/>
                <p:nvPr/>
              </p:nvSpPr>
              <p:spPr>
                <a:xfrm>
                  <a:off x="4538177" y="4968068"/>
                  <a:ext cx="98308" cy="56826"/>
                </a:xfrm>
                <a:custGeom>
                  <a:avLst/>
                  <a:gdLst/>
                  <a:ahLst/>
                  <a:cxnLst/>
                  <a:rect l="l" t="t" r="r" b="b"/>
                  <a:pathLst>
                    <a:path w="98308" h="56826" extrusionOk="0">
                      <a:moveTo>
                        <a:pt x="716" y="9411"/>
                      </a:moveTo>
                      <a:lnTo>
                        <a:pt x="81902" y="56369"/>
                      </a:lnTo>
                      <a:cubicBezTo>
                        <a:pt x="83131" y="56978"/>
                        <a:pt x="84576" y="56978"/>
                        <a:pt x="85804" y="56369"/>
                      </a:cubicBezTo>
                      <a:lnTo>
                        <a:pt x="97416" y="49606"/>
                      </a:lnTo>
                      <a:cubicBezTo>
                        <a:pt x="98558" y="48939"/>
                        <a:pt x="98653" y="47987"/>
                        <a:pt x="97416" y="47415"/>
                      </a:cubicBezTo>
                      <a:lnTo>
                        <a:pt x="16230" y="457"/>
                      </a:lnTo>
                      <a:cubicBezTo>
                        <a:pt x="15001" y="-152"/>
                        <a:pt x="13556" y="-152"/>
                        <a:pt x="12327" y="457"/>
                      </a:cubicBezTo>
                      <a:lnTo>
                        <a:pt x="716" y="7220"/>
                      </a:lnTo>
                      <a:cubicBezTo>
                        <a:pt x="-141" y="7887"/>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2181;p34">
                  <a:extLst>
                    <a:ext uri="{FF2B5EF4-FFF2-40B4-BE49-F238E27FC236}">
                      <a16:creationId xmlns:a16="http://schemas.microsoft.com/office/drawing/2014/main" id="{F1D5AFF8-884F-1E0E-4DF4-53F1A83BF6D3}"/>
                    </a:ext>
                  </a:extLst>
                </p:cNvPr>
                <p:cNvSpPr/>
                <p:nvPr/>
              </p:nvSpPr>
              <p:spPr>
                <a:xfrm>
                  <a:off x="4683753" y="5013502"/>
                  <a:ext cx="29387" cy="16916"/>
                </a:xfrm>
                <a:custGeom>
                  <a:avLst/>
                  <a:gdLst/>
                  <a:ahLst/>
                  <a:cxnLst/>
                  <a:rect l="l" t="t" r="r" b="b"/>
                  <a:pathLst>
                    <a:path w="29387" h="16916" extrusionOk="0">
                      <a:moveTo>
                        <a:pt x="761" y="9411"/>
                      </a:moveTo>
                      <a:lnTo>
                        <a:pt x="12944" y="16459"/>
                      </a:lnTo>
                      <a:cubicBezTo>
                        <a:pt x="14173" y="17069"/>
                        <a:pt x="15618" y="17069"/>
                        <a:pt x="16846" y="16459"/>
                      </a:cubicBezTo>
                      <a:lnTo>
                        <a:pt x="28458" y="9792"/>
                      </a:lnTo>
                      <a:cubicBezTo>
                        <a:pt x="29600" y="9125"/>
                        <a:pt x="29791" y="8077"/>
                        <a:pt x="28458" y="7506"/>
                      </a:cubicBezTo>
                      <a:lnTo>
                        <a:pt x="16275" y="457"/>
                      </a:lnTo>
                      <a:cubicBezTo>
                        <a:pt x="15047" y="-152"/>
                        <a:pt x="13602" y="-152"/>
                        <a:pt x="12373" y="457"/>
                      </a:cubicBezTo>
                      <a:lnTo>
                        <a:pt x="666" y="7125"/>
                      </a:lnTo>
                      <a:cubicBezTo>
                        <a:pt x="-190" y="7792"/>
                        <a:pt x="-286" y="8839"/>
                        <a:pt x="761"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2182;p34">
                  <a:extLst>
                    <a:ext uri="{FF2B5EF4-FFF2-40B4-BE49-F238E27FC236}">
                      <a16:creationId xmlns:a16="http://schemas.microsoft.com/office/drawing/2014/main" id="{1E33A234-1FA2-FEE2-F3E3-56833E0ADCF3}"/>
                    </a:ext>
                  </a:extLst>
                </p:cNvPr>
                <p:cNvSpPr/>
                <p:nvPr/>
              </p:nvSpPr>
              <p:spPr>
                <a:xfrm>
                  <a:off x="4666502" y="5003310"/>
                  <a:ext cx="29374" cy="17106"/>
                </a:xfrm>
                <a:custGeom>
                  <a:avLst/>
                  <a:gdLst/>
                  <a:ahLst/>
                  <a:cxnLst/>
                  <a:rect l="l" t="t" r="r" b="b"/>
                  <a:pathLst>
                    <a:path w="29374" h="17106" extrusionOk="0">
                      <a:moveTo>
                        <a:pt x="690" y="9601"/>
                      </a:moveTo>
                      <a:lnTo>
                        <a:pt x="12873" y="16650"/>
                      </a:lnTo>
                      <a:cubicBezTo>
                        <a:pt x="14102" y="17259"/>
                        <a:pt x="15546" y="17259"/>
                        <a:pt x="16775" y="16650"/>
                      </a:cubicBezTo>
                      <a:lnTo>
                        <a:pt x="28482" y="9982"/>
                      </a:lnTo>
                      <a:cubicBezTo>
                        <a:pt x="29624" y="9316"/>
                        <a:pt x="29719" y="8268"/>
                        <a:pt x="28482" y="7696"/>
                      </a:cubicBezTo>
                      <a:lnTo>
                        <a:pt x="16109" y="457"/>
                      </a:lnTo>
                      <a:cubicBezTo>
                        <a:pt x="14880" y="-152"/>
                        <a:pt x="13435" y="-152"/>
                        <a:pt x="12207" y="457"/>
                      </a:cubicBezTo>
                      <a:lnTo>
                        <a:pt x="595" y="7220"/>
                      </a:lnTo>
                      <a:cubicBezTo>
                        <a:pt x="-167" y="7982"/>
                        <a:pt x="-262" y="9030"/>
                        <a:pt x="69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3" name="Google Shape;2183;p34">
                  <a:extLst>
                    <a:ext uri="{FF2B5EF4-FFF2-40B4-BE49-F238E27FC236}">
                      <a16:creationId xmlns:a16="http://schemas.microsoft.com/office/drawing/2014/main" id="{2CFB3054-301A-CE20-CFFA-781AD996194F}"/>
                    </a:ext>
                  </a:extLst>
                </p:cNvPr>
                <p:cNvSpPr/>
                <p:nvPr/>
              </p:nvSpPr>
              <p:spPr>
                <a:xfrm>
                  <a:off x="4649277" y="4993405"/>
                  <a:ext cx="29313" cy="17011"/>
                </a:xfrm>
                <a:custGeom>
                  <a:avLst/>
                  <a:gdLst/>
                  <a:ahLst/>
                  <a:cxnLst/>
                  <a:rect l="l" t="t" r="r" b="b"/>
                  <a:pathLst>
                    <a:path w="29313" h="17011" extrusionOk="0">
                      <a:moveTo>
                        <a:pt x="688" y="9506"/>
                      </a:moveTo>
                      <a:lnTo>
                        <a:pt x="12871" y="16554"/>
                      </a:lnTo>
                      <a:cubicBezTo>
                        <a:pt x="14099" y="17164"/>
                        <a:pt x="15544" y="17164"/>
                        <a:pt x="16773" y="16554"/>
                      </a:cubicBezTo>
                      <a:lnTo>
                        <a:pt x="28385" y="9791"/>
                      </a:lnTo>
                      <a:cubicBezTo>
                        <a:pt x="29527" y="9125"/>
                        <a:pt x="29717" y="8077"/>
                        <a:pt x="28385" y="7506"/>
                      </a:cubicBezTo>
                      <a:lnTo>
                        <a:pt x="16202" y="457"/>
                      </a:lnTo>
                      <a:cubicBezTo>
                        <a:pt x="14973" y="-152"/>
                        <a:pt x="13528" y="-152"/>
                        <a:pt x="12299" y="457"/>
                      </a:cubicBezTo>
                      <a:lnTo>
                        <a:pt x="973" y="7220"/>
                      </a:lnTo>
                      <a:cubicBezTo>
                        <a:pt x="-169" y="7982"/>
                        <a:pt x="-359" y="8934"/>
                        <a:pt x="688"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4" name="Google Shape;2184;p34">
                  <a:extLst>
                    <a:ext uri="{FF2B5EF4-FFF2-40B4-BE49-F238E27FC236}">
                      <a16:creationId xmlns:a16="http://schemas.microsoft.com/office/drawing/2014/main" id="{AE091FF1-8D0F-66DF-7F49-7106FB17EB6E}"/>
                    </a:ext>
                  </a:extLst>
                </p:cNvPr>
                <p:cNvSpPr/>
                <p:nvPr/>
              </p:nvSpPr>
              <p:spPr>
                <a:xfrm>
                  <a:off x="4631964" y="4983594"/>
                  <a:ext cx="29363" cy="16916"/>
                </a:xfrm>
                <a:custGeom>
                  <a:avLst/>
                  <a:gdLst/>
                  <a:ahLst/>
                  <a:cxnLst/>
                  <a:rect l="l" t="t" r="r" b="b"/>
                  <a:pathLst>
                    <a:path w="29363" h="16916" extrusionOk="0">
                      <a:moveTo>
                        <a:pt x="679" y="9411"/>
                      </a:moveTo>
                      <a:lnTo>
                        <a:pt x="12957" y="16459"/>
                      </a:lnTo>
                      <a:cubicBezTo>
                        <a:pt x="14152" y="17069"/>
                        <a:pt x="15568" y="17069"/>
                        <a:pt x="16764" y="16459"/>
                      </a:cubicBezTo>
                      <a:lnTo>
                        <a:pt x="28470" y="9696"/>
                      </a:lnTo>
                      <a:cubicBezTo>
                        <a:pt x="29613" y="9030"/>
                        <a:pt x="29708" y="8077"/>
                        <a:pt x="28470" y="7506"/>
                      </a:cubicBezTo>
                      <a:lnTo>
                        <a:pt x="16193" y="457"/>
                      </a:lnTo>
                      <a:cubicBezTo>
                        <a:pt x="14997" y="-152"/>
                        <a:pt x="13581" y="-152"/>
                        <a:pt x="12385" y="457"/>
                      </a:cubicBezTo>
                      <a:lnTo>
                        <a:pt x="679" y="7220"/>
                      </a:lnTo>
                      <a:cubicBezTo>
                        <a:pt x="-178" y="7506"/>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2185;p34">
                  <a:extLst>
                    <a:ext uri="{FF2B5EF4-FFF2-40B4-BE49-F238E27FC236}">
                      <a16:creationId xmlns:a16="http://schemas.microsoft.com/office/drawing/2014/main" id="{33E8A23E-1712-E091-37FD-3DEA32BF269C}"/>
                    </a:ext>
                  </a:extLst>
                </p:cNvPr>
                <p:cNvSpPr/>
                <p:nvPr/>
              </p:nvSpPr>
              <p:spPr>
                <a:xfrm>
                  <a:off x="4614700" y="4973593"/>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792"/>
                      </a:lnTo>
                      <a:cubicBezTo>
                        <a:pt x="29650" y="9125"/>
                        <a:pt x="29745" y="8077"/>
                        <a:pt x="28412" y="7506"/>
                      </a:cubicBezTo>
                      <a:lnTo>
                        <a:pt x="16230" y="457"/>
                      </a:lnTo>
                      <a:cubicBezTo>
                        <a:pt x="15001" y="-152"/>
                        <a:pt x="13556" y="-152"/>
                        <a:pt x="12327" y="457"/>
                      </a:cubicBezTo>
                      <a:lnTo>
                        <a:pt x="716" y="7125"/>
                      </a:lnTo>
                      <a:cubicBezTo>
                        <a:pt x="-141" y="7982"/>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2186;p34">
                  <a:extLst>
                    <a:ext uri="{FF2B5EF4-FFF2-40B4-BE49-F238E27FC236}">
                      <a16:creationId xmlns:a16="http://schemas.microsoft.com/office/drawing/2014/main" id="{0B21B309-2E6F-4128-1BD8-E566E97970D3}"/>
                    </a:ext>
                  </a:extLst>
                </p:cNvPr>
                <p:cNvSpPr/>
                <p:nvPr/>
              </p:nvSpPr>
              <p:spPr>
                <a:xfrm>
                  <a:off x="4597237" y="4963591"/>
                  <a:ext cx="29541" cy="16916"/>
                </a:xfrm>
                <a:custGeom>
                  <a:avLst/>
                  <a:gdLst/>
                  <a:ahLst/>
                  <a:cxnLst/>
                  <a:rect l="l" t="t" r="r" b="b"/>
                  <a:pathLst>
                    <a:path w="29541" h="16916" extrusionOk="0">
                      <a:moveTo>
                        <a:pt x="857" y="9411"/>
                      </a:moveTo>
                      <a:lnTo>
                        <a:pt x="13135" y="16459"/>
                      </a:lnTo>
                      <a:cubicBezTo>
                        <a:pt x="14363" y="17069"/>
                        <a:pt x="15808" y="17069"/>
                        <a:pt x="17037" y="16459"/>
                      </a:cubicBezTo>
                      <a:lnTo>
                        <a:pt x="28648" y="9792"/>
                      </a:lnTo>
                      <a:cubicBezTo>
                        <a:pt x="29791" y="9125"/>
                        <a:pt x="29886" y="8077"/>
                        <a:pt x="28648" y="7506"/>
                      </a:cubicBezTo>
                      <a:lnTo>
                        <a:pt x="16466" y="457"/>
                      </a:lnTo>
                      <a:cubicBezTo>
                        <a:pt x="15237" y="-152"/>
                        <a:pt x="13792" y="-152"/>
                        <a:pt x="12563" y="457"/>
                      </a:cubicBezTo>
                      <a:lnTo>
                        <a:pt x="857" y="7220"/>
                      </a:lnTo>
                      <a:cubicBezTo>
                        <a:pt x="-286" y="7791"/>
                        <a:pt x="-286" y="8458"/>
                        <a:pt x="85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2187;p34">
                  <a:extLst>
                    <a:ext uri="{FF2B5EF4-FFF2-40B4-BE49-F238E27FC236}">
                      <a16:creationId xmlns:a16="http://schemas.microsoft.com/office/drawing/2014/main" id="{0E81DDD5-1F99-7CD6-FE61-1183F1F31F8B}"/>
                    </a:ext>
                  </a:extLst>
                </p:cNvPr>
                <p:cNvSpPr/>
                <p:nvPr/>
              </p:nvSpPr>
              <p:spPr>
                <a:xfrm>
                  <a:off x="4580242" y="4953400"/>
                  <a:ext cx="29308" cy="17106"/>
                </a:xfrm>
                <a:custGeom>
                  <a:avLst/>
                  <a:gdLst/>
                  <a:ahLst/>
                  <a:cxnLst/>
                  <a:rect l="l" t="t" r="r" b="b"/>
                  <a:pathLst>
                    <a:path w="29308" h="17106" extrusionOk="0">
                      <a:moveTo>
                        <a:pt x="624" y="9601"/>
                      </a:moveTo>
                      <a:lnTo>
                        <a:pt x="12807" y="16650"/>
                      </a:lnTo>
                      <a:cubicBezTo>
                        <a:pt x="14036" y="17259"/>
                        <a:pt x="15481" y="17259"/>
                        <a:pt x="16709" y="16650"/>
                      </a:cubicBezTo>
                      <a:lnTo>
                        <a:pt x="28416" y="9887"/>
                      </a:lnTo>
                      <a:cubicBezTo>
                        <a:pt x="29558" y="9220"/>
                        <a:pt x="29654" y="8268"/>
                        <a:pt x="28416" y="7601"/>
                      </a:cubicBezTo>
                      <a:lnTo>
                        <a:pt x="16709" y="457"/>
                      </a:lnTo>
                      <a:cubicBezTo>
                        <a:pt x="15481" y="-152"/>
                        <a:pt x="14036" y="-152"/>
                        <a:pt x="12807" y="457"/>
                      </a:cubicBezTo>
                      <a:lnTo>
                        <a:pt x="1195" y="7220"/>
                      </a:lnTo>
                      <a:cubicBezTo>
                        <a:pt x="-232" y="8077"/>
                        <a:pt x="-327" y="9125"/>
                        <a:pt x="624"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2188;p34">
                  <a:extLst>
                    <a:ext uri="{FF2B5EF4-FFF2-40B4-BE49-F238E27FC236}">
                      <a16:creationId xmlns:a16="http://schemas.microsoft.com/office/drawing/2014/main" id="{73DD5717-7757-5CDD-207C-E21EF3AFE10F}"/>
                    </a:ext>
                  </a:extLst>
                </p:cNvPr>
                <p:cNvSpPr/>
                <p:nvPr/>
              </p:nvSpPr>
              <p:spPr>
                <a:xfrm>
                  <a:off x="4562889" y="4943589"/>
                  <a:ext cx="29375" cy="16916"/>
                </a:xfrm>
                <a:custGeom>
                  <a:avLst/>
                  <a:gdLst/>
                  <a:ahLst/>
                  <a:cxnLst/>
                  <a:rect l="l" t="t" r="r" b="b"/>
                  <a:pathLst>
                    <a:path w="29375" h="16916" extrusionOk="0">
                      <a:moveTo>
                        <a:pt x="750" y="9411"/>
                      </a:moveTo>
                      <a:lnTo>
                        <a:pt x="12933" y="16459"/>
                      </a:lnTo>
                      <a:cubicBezTo>
                        <a:pt x="14161" y="17069"/>
                        <a:pt x="15606" y="17069"/>
                        <a:pt x="16835" y="16459"/>
                      </a:cubicBezTo>
                      <a:lnTo>
                        <a:pt x="28447" y="9696"/>
                      </a:lnTo>
                      <a:cubicBezTo>
                        <a:pt x="29589" y="9030"/>
                        <a:pt x="29779" y="8077"/>
                        <a:pt x="28447" y="7506"/>
                      </a:cubicBezTo>
                      <a:lnTo>
                        <a:pt x="16264" y="457"/>
                      </a:lnTo>
                      <a:cubicBezTo>
                        <a:pt x="15035" y="-152"/>
                        <a:pt x="13590" y="-152"/>
                        <a:pt x="12362" y="457"/>
                      </a:cubicBezTo>
                      <a:lnTo>
                        <a:pt x="750" y="7220"/>
                      </a:lnTo>
                      <a:cubicBezTo>
                        <a:pt x="-202" y="7887"/>
                        <a:pt x="-297" y="9411"/>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2189;p34">
                  <a:extLst>
                    <a:ext uri="{FF2B5EF4-FFF2-40B4-BE49-F238E27FC236}">
                      <a16:creationId xmlns:a16="http://schemas.microsoft.com/office/drawing/2014/main" id="{705A4AC0-AC88-8996-00B9-C2B4F2AC85A4}"/>
                    </a:ext>
                  </a:extLst>
                </p:cNvPr>
                <p:cNvSpPr/>
                <p:nvPr/>
              </p:nvSpPr>
              <p:spPr>
                <a:xfrm>
                  <a:off x="4545668" y="4933492"/>
                  <a:ext cx="29333" cy="17487"/>
                </a:xfrm>
                <a:custGeom>
                  <a:avLst/>
                  <a:gdLst/>
                  <a:ahLst/>
                  <a:cxnLst/>
                  <a:rect l="l" t="t" r="r" b="b"/>
                  <a:pathLst>
                    <a:path w="29333" h="17487" extrusionOk="0">
                      <a:moveTo>
                        <a:pt x="649" y="9982"/>
                      </a:moveTo>
                      <a:lnTo>
                        <a:pt x="12832" y="17031"/>
                      </a:lnTo>
                      <a:cubicBezTo>
                        <a:pt x="14060" y="17640"/>
                        <a:pt x="15505" y="17640"/>
                        <a:pt x="16734" y="17031"/>
                      </a:cubicBezTo>
                      <a:lnTo>
                        <a:pt x="28441" y="10363"/>
                      </a:lnTo>
                      <a:cubicBezTo>
                        <a:pt x="29583" y="9696"/>
                        <a:pt x="29678" y="8649"/>
                        <a:pt x="28441" y="8077"/>
                      </a:cubicBezTo>
                      <a:lnTo>
                        <a:pt x="16448" y="457"/>
                      </a:lnTo>
                      <a:cubicBezTo>
                        <a:pt x="15253" y="-152"/>
                        <a:pt x="13837" y="-152"/>
                        <a:pt x="12641" y="457"/>
                      </a:cubicBezTo>
                      <a:lnTo>
                        <a:pt x="934" y="7125"/>
                      </a:lnTo>
                      <a:cubicBezTo>
                        <a:pt x="-208" y="7982"/>
                        <a:pt x="-303" y="9030"/>
                        <a:pt x="649" y="9982"/>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2190;p34">
                  <a:extLst>
                    <a:ext uri="{FF2B5EF4-FFF2-40B4-BE49-F238E27FC236}">
                      <a16:creationId xmlns:a16="http://schemas.microsoft.com/office/drawing/2014/main" id="{8F04A895-4C43-29D0-F2BF-C90D5B591126}"/>
                    </a:ext>
                  </a:extLst>
                </p:cNvPr>
                <p:cNvSpPr/>
                <p:nvPr/>
              </p:nvSpPr>
              <p:spPr>
                <a:xfrm>
                  <a:off x="4528402" y="4923967"/>
                  <a:ext cx="29313" cy="16630"/>
                </a:xfrm>
                <a:custGeom>
                  <a:avLst/>
                  <a:gdLst/>
                  <a:ahLst/>
                  <a:cxnLst/>
                  <a:rect l="l" t="t" r="r" b="b"/>
                  <a:pathLst>
                    <a:path w="29313" h="16630" extrusionOk="0">
                      <a:moveTo>
                        <a:pt x="688" y="9125"/>
                      </a:moveTo>
                      <a:lnTo>
                        <a:pt x="12871" y="16173"/>
                      </a:lnTo>
                      <a:cubicBezTo>
                        <a:pt x="14099" y="16783"/>
                        <a:pt x="15544" y="16783"/>
                        <a:pt x="16773" y="16173"/>
                      </a:cubicBezTo>
                      <a:lnTo>
                        <a:pt x="28384" y="9506"/>
                      </a:lnTo>
                      <a:cubicBezTo>
                        <a:pt x="29527" y="8839"/>
                        <a:pt x="29717" y="7791"/>
                        <a:pt x="28384" y="7220"/>
                      </a:cubicBezTo>
                      <a:lnTo>
                        <a:pt x="16487" y="457"/>
                      </a:lnTo>
                      <a:cubicBezTo>
                        <a:pt x="15259" y="-152"/>
                        <a:pt x="13814" y="-152"/>
                        <a:pt x="12585" y="457"/>
                      </a:cubicBezTo>
                      <a:lnTo>
                        <a:pt x="973" y="7220"/>
                      </a:lnTo>
                      <a:cubicBezTo>
                        <a:pt x="-169" y="7601"/>
                        <a:pt x="-359" y="8553"/>
                        <a:pt x="688" y="9125"/>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2191;p34">
                  <a:extLst>
                    <a:ext uri="{FF2B5EF4-FFF2-40B4-BE49-F238E27FC236}">
                      <a16:creationId xmlns:a16="http://schemas.microsoft.com/office/drawing/2014/main" id="{59EC4F8E-1218-F3E3-9299-B945D3804E85}"/>
                    </a:ext>
                  </a:extLst>
                </p:cNvPr>
                <p:cNvSpPr/>
                <p:nvPr/>
              </p:nvSpPr>
              <p:spPr>
                <a:xfrm>
                  <a:off x="4511410" y="4913585"/>
                  <a:ext cx="29041" cy="17011"/>
                </a:xfrm>
                <a:custGeom>
                  <a:avLst/>
                  <a:gdLst/>
                  <a:ahLst/>
                  <a:cxnLst/>
                  <a:rect l="l" t="t" r="r" b="b"/>
                  <a:pathLst>
                    <a:path w="29041" h="17011" extrusionOk="0">
                      <a:moveTo>
                        <a:pt x="357" y="9506"/>
                      </a:moveTo>
                      <a:lnTo>
                        <a:pt x="12635" y="16554"/>
                      </a:lnTo>
                      <a:cubicBezTo>
                        <a:pt x="13830" y="17164"/>
                        <a:pt x="15247" y="17164"/>
                        <a:pt x="16442" y="16554"/>
                      </a:cubicBezTo>
                      <a:lnTo>
                        <a:pt x="28149" y="9792"/>
                      </a:lnTo>
                      <a:cubicBezTo>
                        <a:pt x="29291" y="9125"/>
                        <a:pt x="29386" y="8172"/>
                        <a:pt x="28149" y="7506"/>
                      </a:cubicBezTo>
                      <a:lnTo>
                        <a:pt x="15966" y="457"/>
                      </a:lnTo>
                      <a:cubicBezTo>
                        <a:pt x="14737" y="-152"/>
                        <a:pt x="13293" y="-152"/>
                        <a:pt x="12064" y="457"/>
                      </a:cubicBezTo>
                      <a:lnTo>
                        <a:pt x="357" y="7220"/>
                      </a:lnTo>
                      <a:cubicBezTo>
                        <a:pt x="-119" y="7982"/>
                        <a:pt x="-119" y="8934"/>
                        <a:pt x="357"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2192;p34">
                  <a:extLst>
                    <a:ext uri="{FF2B5EF4-FFF2-40B4-BE49-F238E27FC236}">
                      <a16:creationId xmlns:a16="http://schemas.microsoft.com/office/drawing/2014/main" id="{16B64734-3543-D4EE-AD31-DDF5588CFD11}"/>
                    </a:ext>
                  </a:extLst>
                </p:cNvPr>
                <p:cNvSpPr/>
                <p:nvPr/>
              </p:nvSpPr>
              <p:spPr>
                <a:xfrm>
                  <a:off x="4493824" y="4903774"/>
                  <a:ext cx="29376" cy="16916"/>
                </a:xfrm>
                <a:custGeom>
                  <a:avLst/>
                  <a:gdLst/>
                  <a:ahLst/>
                  <a:cxnLst/>
                  <a:rect l="l" t="t" r="r" b="b"/>
                  <a:pathLst>
                    <a:path w="29376" h="16916" extrusionOk="0">
                      <a:moveTo>
                        <a:pt x="716" y="9411"/>
                      </a:moveTo>
                      <a:lnTo>
                        <a:pt x="12898" y="16459"/>
                      </a:lnTo>
                      <a:cubicBezTo>
                        <a:pt x="14127" y="17069"/>
                        <a:pt x="15572" y="17069"/>
                        <a:pt x="16801" y="16459"/>
                      </a:cubicBezTo>
                      <a:lnTo>
                        <a:pt x="28412" y="9696"/>
                      </a:lnTo>
                      <a:cubicBezTo>
                        <a:pt x="29650" y="9030"/>
                        <a:pt x="29745" y="8077"/>
                        <a:pt x="28412" y="7506"/>
                      </a:cubicBezTo>
                      <a:lnTo>
                        <a:pt x="16230" y="457"/>
                      </a:lnTo>
                      <a:cubicBezTo>
                        <a:pt x="15001" y="-152"/>
                        <a:pt x="13556" y="-152"/>
                        <a:pt x="12327" y="457"/>
                      </a:cubicBezTo>
                      <a:lnTo>
                        <a:pt x="716" y="7220"/>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2193;p34">
                  <a:extLst>
                    <a:ext uri="{FF2B5EF4-FFF2-40B4-BE49-F238E27FC236}">
                      <a16:creationId xmlns:a16="http://schemas.microsoft.com/office/drawing/2014/main" id="{CEAA0662-F3DF-A21A-642B-2C07818DBCF3}"/>
                    </a:ext>
                  </a:extLst>
                </p:cNvPr>
                <p:cNvSpPr/>
                <p:nvPr/>
              </p:nvSpPr>
              <p:spPr>
                <a:xfrm>
                  <a:off x="4701039" y="5023503"/>
                  <a:ext cx="42331" cy="24441"/>
                </a:xfrm>
                <a:custGeom>
                  <a:avLst/>
                  <a:gdLst/>
                  <a:ahLst/>
                  <a:cxnLst/>
                  <a:rect l="l" t="t" r="r" b="b"/>
                  <a:pathLst>
                    <a:path w="42331" h="24441" extrusionOk="0">
                      <a:moveTo>
                        <a:pt x="607" y="9411"/>
                      </a:moveTo>
                      <a:lnTo>
                        <a:pt x="25829" y="23984"/>
                      </a:lnTo>
                      <a:cubicBezTo>
                        <a:pt x="27058" y="24594"/>
                        <a:pt x="28503" y="24594"/>
                        <a:pt x="29732" y="23984"/>
                      </a:cubicBezTo>
                      <a:lnTo>
                        <a:pt x="41439" y="17221"/>
                      </a:lnTo>
                      <a:cubicBezTo>
                        <a:pt x="42581" y="16555"/>
                        <a:pt x="42676" y="15602"/>
                        <a:pt x="41439" y="15031"/>
                      </a:cubicBezTo>
                      <a:lnTo>
                        <a:pt x="16121" y="457"/>
                      </a:lnTo>
                      <a:cubicBezTo>
                        <a:pt x="14892" y="-152"/>
                        <a:pt x="13448" y="-152"/>
                        <a:pt x="12219" y="457"/>
                      </a:cubicBezTo>
                      <a:lnTo>
                        <a:pt x="607" y="7220"/>
                      </a:lnTo>
                      <a:cubicBezTo>
                        <a:pt x="-154" y="7792"/>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4" name="Google Shape;2194;p34">
                  <a:extLst>
                    <a:ext uri="{FF2B5EF4-FFF2-40B4-BE49-F238E27FC236}">
                      <a16:creationId xmlns:a16="http://schemas.microsoft.com/office/drawing/2014/main" id="{6CE74543-0ECB-D9B2-37F1-2CC186FD2168}"/>
                    </a:ext>
                  </a:extLst>
                </p:cNvPr>
                <p:cNvSpPr/>
                <p:nvPr/>
              </p:nvSpPr>
              <p:spPr>
                <a:xfrm>
                  <a:off x="4675609" y="5027945"/>
                  <a:ext cx="29345" cy="17142"/>
                </a:xfrm>
                <a:custGeom>
                  <a:avLst/>
                  <a:gdLst/>
                  <a:ahLst/>
                  <a:cxnLst/>
                  <a:rect l="l" t="t" r="r" b="b"/>
                  <a:pathLst>
                    <a:path w="29345" h="17142" extrusionOk="0">
                      <a:moveTo>
                        <a:pt x="720" y="9541"/>
                      </a:moveTo>
                      <a:lnTo>
                        <a:pt x="12903" y="16685"/>
                      </a:lnTo>
                      <a:cubicBezTo>
                        <a:pt x="14131" y="17295"/>
                        <a:pt x="15576" y="17295"/>
                        <a:pt x="16805" y="16685"/>
                      </a:cubicBezTo>
                      <a:lnTo>
                        <a:pt x="28416" y="9923"/>
                      </a:lnTo>
                      <a:cubicBezTo>
                        <a:pt x="29559" y="9256"/>
                        <a:pt x="29749" y="8303"/>
                        <a:pt x="28416" y="7732"/>
                      </a:cubicBezTo>
                      <a:lnTo>
                        <a:pt x="16519" y="493"/>
                      </a:lnTo>
                      <a:cubicBezTo>
                        <a:pt x="15302" y="-164"/>
                        <a:pt x="13834" y="-164"/>
                        <a:pt x="12617" y="493"/>
                      </a:cubicBezTo>
                      <a:lnTo>
                        <a:pt x="1005" y="7256"/>
                      </a:lnTo>
                      <a:cubicBezTo>
                        <a:pt x="-232" y="8017"/>
                        <a:pt x="-327" y="8970"/>
                        <a:pt x="720" y="954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5" name="Google Shape;2195;p34">
                  <a:extLst>
                    <a:ext uri="{FF2B5EF4-FFF2-40B4-BE49-F238E27FC236}">
                      <a16:creationId xmlns:a16="http://schemas.microsoft.com/office/drawing/2014/main" id="{945C51D9-31CF-9A41-BDD2-282EE971187B}"/>
                    </a:ext>
                  </a:extLst>
                </p:cNvPr>
                <p:cNvSpPr/>
                <p:nvPr/>
              </p:nvSpPr>
              <p:spPr>
                <a:xfrm>
                  <a:off x="4658328" y="5018170"/>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1" y="9696"/>
                      </a:lnTo>
                      <a:cubicBezTo>
                        <a:pt x="29613" y="9030"/>
                        <a:pt x="29708" y="8077"/>
                        <a:pt x="28471"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2196;p34">
                  <a:extLst>
                    <a:ext uri="{FF2B5EF4-FFF2-40B4-BE49-F238E27FC236}">
                      <a16:creationId xmlns:a16="http://schemas.microsoft.com/office/drawing/2014/main" id="{04242F81-37D0-0DF1-63D4-405548157F38}"/>
                    </a:ext>
                  </a:extLst>
                </p:cNvPr>
                <p:cNvSpPr/>
                <p:nvPr/>
              </p:nvSpPr>
              <p:spPr>
                <a:xfrm>
                  <a:off x="4641064" y="5008168"/>
                  <a:ext cx="29341" cy="16916"/>
                </a:xfrm>
                <a:custGeom>
                  <a:avLst/>
                  <a:gdLst/>
                  <a:ahLst/>
                  <a:cxnLst/>
                  <a:rect l="l" t="t" r="r" b="b"/>
                  <a:pathLst>
                    <a:path w="29341" h="16916" extrusionOk="0">
                      <a:moveTo>
                        <a:pt x="716" y="9411"/>
                      </a:moveTo>
                      <a:lnTo>
                        <a:pt x="12898" y="16459"/>
                      </a:lnTo>
                      <a:cubicBezTo>
                        <a:pt x="14127" y="17069"/>
                        <a:pt x="15572" y="17069"/>
                        <a:pt x="16801" y="16459"/>
                      </a:cubicBezTo>
                      <a:lnTo>
                        <a:pt x="28412" y="9792"/>
                      </a:lnTo>
                      <a:cubicBezTo>
                        <a:pt x="29554" y="9125"/>
                        <a:pt x="29745" y="8077"/>
                        <a:pt x="28412" y="7506"/>
                      </a:cubicBezTo>
                      <a:lnTo>
                        <a:pt x="16230" y="457"/>
                      </a:lnTo>
                      <a:cubicBezTo>
                        <a:pt x="15001" y="-152"/>
                        <a:pt x="13556" y="-152"/>
                        <a:pt x="12327" y="457"/>
                      </a:cubicBezTo>
                      <a:lnTo>
                        <a:pt x="716" y="7125"/>
                      </a:lnTo>
                      <a:cubicBezTo>
                        <a:pt x="-141" y="7791"/>
                        <a:pt x="-331" y="8839"/>
                        <a:pt x="716"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2197;p34">
                  <a:extLst>
                    <a:ext uri="{FF2B5EF4-FFF2-40B4-BE49-F238E27FC236}">
                      <a16:creationId xmlns:a16="http://schemas.microsoft.com/office/drawing/2014/main" id="{1560190B-E4E9-D2E1-D2DE-BAB2421F05D9}"/>
                    </a:ext>
                  </a:extLst>
                </p:cNvPr>
                <p:cNvSpPr/>
                <p:nvPr/>
              </p:nvSpPr>
              <p:spPr>
                <a:xfrm>
                  <a:off x="4623779" y="4998072"/>
                  <a:ext cx="29363" cy="17011"/>
                </a:xfrm>
                <a:custGeom>
                  <a:avLst/>
                  <a:gdLst/>
                  <a:ahLst/>
                  <a:cxnLst/>
                  <a:rect l="l" t="t" r="r" b="b"/>
                  <a:pathLst>
                    <a:path w="29363" h="17011" extrusionOk="0">
                      <a:moveTo>
                        <a:pt x="679" y="9506"/>
                      </a:moveTo>
                      <a:lnTo>
                        <a:pt x="12957" y="16554"/>
                      </a:lnTo>
                      <a:cubicBezTo>
                        <a:pt x="14185" y="17164"/>
                        <a:pt x="15630" y="17164"/>
                        <a:pt x="16859" y="16554"/>
                      </a:cubicBezTo>
                      <a:lnTo>
                        <a:pt x="28470" y="9792"/>
                      </a:lnTo>
                      <a:cubicBezTo>
                        <a:pt x="29613" y="9125"/>
                        <a:pt x="29708" y="8077"/>
                        <a:pt x="28470" y="7506"/>
                      </a:cubicBezTo>
                      <a:lnTo>
                        <a:pt x="16288" y="457"/>
                      </a:lnTo>
                      <a:cubicBezTo>
                        <a:pt x="15059" y="-152"/>
                        <a:pt x="13614" y="-152"/>
                        <a:pt x="12385" y="457"/>
                      </a:cubicBezTo>
                      <a:lnTo>
                        <a:pt x="679" y="7220"/>
                      </a:lnTo>
                      <a:cubicBezTo>
                        <a:pt x="-178" y="7982"/>
                        <a:pt x="-273" y="8935"/>
                        <a:pt x="679"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2198;p34">
                  <a:extLst>
                    <a:ext uri="{FF2B5EF4-FFF2-40B4-BE49-F238E27FC236}">
                      <a16:creationId xmlns:a16="http://schemas.microsoft.com/office/drawing/2014/main" id="{B242C5C4-83AB-4F52-F8E0-970127C9457D}"/>
                    </a:ext>
                  </a:extLst>
                </p:cNvPr>
                <p:cNvSpPr/>
                <p:nvPr/>
              </p:nvSpPr>
              <p:spPr>
                <a:xfrm>
                  <a:off x="4606671" y="4988070"/>
                  <a:ext cx="29244" cy="17106"/>
                </a:xfrm>
                <a:custGeom>
                  <a:avLst/>
                  <a:gdLst/>
                  <a:ahLst/>
                  <a:cxnLst/>
                  <a:rect l="l" t="t" r="r" b="b"/>
                  <a:pathLst>
                    <a:path w="29244" h="17106" extrusionOk="0">
                      <a:moveTo>
                        <a:pt x="560" y="9601"/>
                      </a:moveTo>
                      <a:lnTo>
                        <a:pt x="12742" y="16650"/>
                      </a:lnTo>
                      <a:cubicBezTo>
                        <a:pt x="13971" y="17259"/>
                        <a:pt x="15416" y="17259"/>
                        <a:pt x="16645" y="16650"/>
                      </a:cubicBezTo>
                      <a:lnTo>
                        <a:pt x="28352" y="9697"/>
                      </a:lnTo>
                      <a:cubicBezTo>
                        <a:pt x="29494" y="9030"/>
                        <a:pt x="29589" y="8077"/>
                        <a:pt x="28352" y="7506"/>
                      </a:cubicBezTo>
                      <a:lnTo>
                        <a:pt x="16169" y="457"/>
                      </a:lnTo>
                      <a:cubicBezTo>
                        <a:pt x="14940" y="-152"/>
                        <a:pt x="13495" y="-152"/>
                        <a:pt x="12267" y="457"/>
                      </a:cubicBezTo>
                      <a:lnTo>
                        <a:pt x="655" y="7220"/>
                      </a:lnTo>
                      <a:cubicBezTo>
                        <a:pt x="-202" y="7982"/>
                        <a:pt x="-202" y="9030"/>
                        <a:pt x="560" y="960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2199;p34">
                  <a:extLst>
                    <a:ext uri="{FF2B5EF4-FFF2-40B4-BE49-F238E27FC236}">
                      <a16:creationId xmlns:a16="http://schemas.microsoft.com/office/drawing/2014/main" id="{ECAE323D-6DDD-ACA3-5602-40BE9F751DF2}"/>
                    </a:ext>
                  </a:extLst>
                </p:cNvPr>
                <p:cNvSpPr/>
                <p:nvPr/>
              </p:nvSpPr>
              <p:spPr>
                <a:xfrm>
                  <a:off x="4589253" y="4978260"/>
                  <a:ext cx="29376" cy="16916"/>
                </a:xfrm>
                <a:custGeom>
                  <a:avLst/>
                  <a:gdLst/>
                  <a:ahLst/>
                  <a:cxnLst/>
                  <a:rect l="l" t="t" r="r" b="b"/>
                  <a:pathLst>
                    <a:path w="29376" h="16916" extrusionOk="0">
                      <a:moveTo>
                        <a:pt x="750" y="9411"/>
                      </a:moveTo>
                      <a:lnTo>
                        <a:pt x="12933" y="16459"/>
                      </a:lnTo>
                      <a:cubicBezTo>
                        <a:pt x="14161" y="17069"/>
                        <a:pt x="15606" y="17069"/>
                        <a:pt x="16835" y="16459"/>
                      </a:cubicBezTo>
                      <a:lnTo>
                        <a:pt x="28447" y="9792"/>
                      </a:lnTo>
                      <a:cubicBezTo>
                        <a:pt x="29589" y="9125"/>
                        <a:pt x="29779" y="8077"/>
                        <a:pt x="28447" y="7506"/>
                      </a:cubicBezTo>
                      <a:lnTo>
                        <a:pt x="16264" y="457"/>
                      </a:lnTo>
                      <a:cubicBezTo>
                        <a:pt x="15035" y="-152"/>
                        <a:pt x="13590" y="-152"/>
                        <a:pt x="12362" y="457"/>
                      </a:cubicBezTo>
                      <a:lnTo>
                        <a:pt x="750" y="7125"/>
                      </a:lnTo>
                      <a:cubicBezTo>
                        <a:pt x="-202" y="7792"/>
                        <a:pt x="-297" y="8839"/>
                        <a:pt x="75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2200;p34">
                  <a:extLst>
                    <a:ext uri="{FF2B5EF4-FFF2-40B4-BE49-F238E27FC236}">
                      <a16:creationId xmlns:a16="http://schemas.microsoft.com/office/drawing/2014/main" id="{9C90788E-5DA0-6532-D486-C8D6FF5E4F16}"/>
                    </a:ext>
                  </a:extLst>
                </p:cNvPr>
                <p:cNvSpPr/>
                <p:nvPr/>
              </p:nvSpPr>
              <p:spPr>
                <a:xfrm>
                  <a:off x="4572002" y="4968259"/>
                  <a:ext cx="29363" cy="16916"/>
                </a:xfrm>
                <a:custGeom>
                  <a:avLst/>
                  <a:gdLst/>
                  <a:ahLst/>
                  <a:cxnLst/>
                  <a:rect l="l" t="t" r="r" b="b"/>
                  <a:pathLst>
                    <a:path w="29363" h="16916" extrusionOk="0">
                      <a:moveTo>
                        <a:pt x="679" y="9411"/>
                      </a:moveTo>
                      <a:lnTo>
                        <a:pt x="12861" y="16459"/>
                      </a:lnTo>
                      <a:cubicBezTo>
                        <a:pt x="14090" y="17069"/>
                        <a:pt x="15535" y="17069"/>
                        <a:pt x="16764" y="16459"/>
                      </a:cubicBezTo>
                      <a:lnTo>
                        <a:pt x="28470" y="9792"/>
                      </a:lnTo>
                      <a:cubicBezTo>
                        <a:pt x="29613" y="9125"/>
                        <a:pt x="29708" y="8077"/>
                        <a:pt x="28470" y="7506"/>
                      </a:cubicBezTo>
                      <a:lnTo>
                        <a:pt x="16193" y="457"/>
                      </a:lnTo>
                      <a:cubicBezTo>
                        <a:pt x="14997" y="-152"/>
                        <a:pt x="13581" y="-152"/>
                        <a:pt x="12385" y="457"/>
                      </a:cubicBezTo>
                      <a:lnTo>
                        <a:pt x="679" y="7220"/>
                      </a:lnTo>
                      <a:cubicBezTo>
                        <a:pt x="-178" y="7792"/>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2201;p34">
                  <a:extLst>
                    <a:ext uri="{FF2B5EF4-FFF2-40B4-BE49-F238E27FC236}">
                      <a16:creationId xmlns:a16="http://schemas.microsoft.com/office/drawing/2014/main" id="{D6319F28-1E0F-F576-0B56-31EC84B52011}"/>
                    </a:ext>
                  </a:extLst>
                </p:cNvPr>
                <p:cNvSpPr/>
                <p:nvPr/>
              </p:nvSpPr>
              <p:spPr>
                <a:xfrm>
                  <a:off x="4554738" y="4958162"/>
                  <a:ext cx="29341" cy="17011"/>
                </a:xfrm>
                <a:custGeom>
                  <a:avLst/>
                  <a:gdLst/>
                  <a:ahLst/>
                  <a:cxnLst/>
                  <a:rect l="l" t="t" r="r" b="b"/>
                  <a:pathLst>
                    <a:path w="29341" h="17011" extrusionOk="0">
                      <a:moveTo>
                        <a:pt x="716" y="9506"/>
                      </a:moveTo>
                      <a:lnTo>
                        <a:pt x="12898" y="16554"/>
                      </a:lnTo>
                      <a:cubicBezTo>
                        <a:pt x="14127" y="17164"/>
                        <a:pt x="15572" y="17164"/>
                        <a:pt x="16801" y="16554"/>
                      </a:cubicBezTo>
                      <a:lnTo>
                        <a:pt x="28412" y="9792"/>
                      </a:lnTo>
                      <a:cubicBezTo>
                        <a:pt x="29554" y="9125"/>
                        <a:pt x="29745" y="8172"/>
                        <a:pt x="28412" y="7506"/>
                      </a:cubicBezTo>
                      <a:lnTo>
                        <a:pt x="16230" y="457"/>
                      </a:lnTo>
                      <a:cubicBezTo>
                        <a:pt x="15001" y="-152"/>
                        <a:pt x="13556" y="-152"/>
                        <a:pt x="12327" y="457"/>
                      </a:cubicBezTo>
                      <a:lnTo>
                        <a:pt x="716" y="7220"/>
                      </a:lnTo>
                      <a:cubicBezTo>
                        <a:pt x="-141" y="7982"/>
                        <a:pt x="-331" y="8935"/>
                        <a:pt x="716"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2202;p34">
                  <a:extLst>
                    <a:ext uri="{FF2B5EF4-FFF2-40B4-BE49-F238E27FC236}">
                      <a16:creationId xmlns:a16="http://schemas.microsoft.com/office/drawing/2014/main" id="{F42B435A-C019-2043-1B67-F70F1995A963}"/>
                    </a:ext>
                  </a:extLst>
                </p:cNvPr>
                <p:cNvSpPr/>
                <p:nvPr/>
              </p:nvSpPr>
              <p:spPr>
                <a:xfrm>
                  <a:off x="4537453" y="4948351"/>
                  <a:ext cx="29363" cy="16916"/>
                </a:xfrm>
                <a:custGeom>
                  <a:avLst/>
                  <a:gdLst/>
                  <a:ahLst/>
                  <a:cxnLst/>
                  <a:rect l="l" t="t" r="r" b="b"/>
                  <a:pathLst>
                    <a:path w="29363" h="16916" extrusionOk="0">
                      <a:moveTo>
                        <a:pt x="679" y="9411"/>
                      </a:moveTo>
                      <a:lnTo>
                        <a:pt x="12957" y="16459"/>
                      </a:lnTo>
                      <a:cubicBezTo>
                        <a:pt x="14185" y="17069"/>
                        <a:pt x="15630" y="17069"/>
                        <a:pt x="16859" y="16459"/>
                      </a:cubicBezTo>
                      <a:lnTo>
                        <a:pt x="28471" y="9696"/>
                      </a:lnTo>
                      <a:cubicBezTo>
                        <a:pt x="29613" y="9030"/>
                        <a:pt x="29708" y="8077"/>
                        <a:pt x="28471" y="7506"/>
                      </a:cubicBezTo>
                      <a:lnTo>
                        <a:pt x="16288" y="457"/>
                      </a:lnTo>
                      <a:cubicBezTo>
                        <a:pt x="15059" y="-152"/>
                        <a:pt x="13614" y="-152"/>
                        <a:pt x="12385" y="457"/>
                      </a:cubicBezTo>
                      <a:lnTo>
                        <a:pt x="679" y="7220"/>
                      </a:lnTo>
                      <a:cubicBezTo>
                        <a:pt x="-178" y="7791"/>
                        <a:pt x="-273" y="8839"/>
                        <a:pt x="679"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2203;p34">
                  <a:extLst>
                    <a:ext uri="{FF2B5EF4-FFF2-40B4-BE49-F238E27FC236}">
                      <a16:creationId xmlns:a16="http://schemas.microsoft.com/office/drawing/2014/main" id="{E753A5B8-21EA-CCC2-8C88-A7947AED750E}"/>
                    </a:ext>
                  </a:extLst>
                </p:cNvPr>
                <p:cNvSpPr/>
                <p:nvPr/>
              </p:nvSpPr>
              <p:spPr>
                <a:xfrm>
                  <a:off x="4520202" y="4938350"/>
                  <a:ext cx="29291" cy="16916"/>
                </a:xfrm>
                <a:custGeom>
                  <a:avLst/>
                  <a:gdLst/>
                  <a:ahLst/>
                  <a:cxnLst/>
                  <a:rect l="l" t="t" r="r" b="b"/>
                  <a:pathLst>
                    <a:path w="29291" h="16916" extrusionOk="0">
                      <a:moveTo>
                        <a:pt x="607" y="9411"/>
                      </a:moveTo>
                      <a:lnTo>
                        <a:pt x="12790" y="16459"/>
                      </a:lnTo>
                      <a:cubicBezTo>
                        <a:pt x="14019" y="17069"/>
                        <a:pt x="15464" y="17069"/>
                        <a:pt x="16692" y="16459"/>
                      </a:cubicBezTo>
                      <a:lnTo>
                        <a:pt x="28399" y="9791"/>
                      </a:lnTo>
                      <a:cubicBezTo>
                        <a:pt x="29541" y="9125"/>
                        <a:pt x="29636" y="8077"/>
                        <a:pt x="28399" y="7506"/>
                      </a:cubicBezTo>
                      <a:lnTo>
                        <a:pt x="16121" y="457"/>
                      </a:lnTo>
                      <a:cubicBezTo>
                        <a:pt x="14893" y="-152"/>
                        <a:pt x="13448" y="-152"/>
                        <a:pt x="12219" y="457"/>
                      </a:cubicBezTo>
                      <a:lnTo>
                        <a:pt x="607" y="7124"/>
                      </a:lnTo>
                      <a:cubicBezTo>
                        <a:pt x="-154" y="7791"/>
                        <a:pt x="-249" y="8839"/>
                        <a:pt x="607"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2204;p34">
                  <a:extLst>
                    <a:ext uri="{FF2B5EF4-FFF2-40B4-BE49-F238E27FC236}">
                      <a16:creationId xmlns:a16="http://schemas.microsoft.com/office/drawing/2014/main" id="{95510F9C-9465-2269-8937-AD2697080363}"/>
                    </a:ext>
                  </a:extLst>
                </p:cNvPr>
                <p:cNvSpPr/>
                <p:nvPr/>
              </p:nvSpPr>
              <p:spPr>
                <a:xfrm>
                  <a:off x="4502927" y="4928253"/>
                  <a:ext cx="29376" cy="17011"/>
                </a:xfrm>
                <a:custGeom>
                  <a:avLst/>
                  <a:gdLst/>
                  <a:ahLst/>
                  <a:cxnLst/>
                  <a:rect l="l" t="t" r="r" b="b"/>
                  <a:pathLst>
                    <a:path w="29376" h="17011" extrusionOk="0">
                      <a:moveTo>
                        <a:pt x="750" y="9506"/>
                      </a:moveTo>
                      <a:lnTo>
                        <a:pt x="12933" y="16555"/>
                      </a:lnTo>
                      <a:cubicBezTo>
                        <a:pt x="14161" y="17164"/>
                        <a:pt x="15606" y="17164"/>
                        <a:pt x="16835" y="16555"/>
                      </a:cubicBezTo>
                      <a:lnTo>
                        <a:pt x="28447" y="9792"/>
                      </a:lnTo>
                      <a:cubicBezTo>
                        <a:pt x="29589" y="9125"/>
                        <a:pt x="29779" y="8077"/>
                        <a:pt x="28447" y="7506"/>
                      </a:cubicBezTo>
                      <a:lnTo>
                        <a:pt x="16264" y="457"/>
                      </a:lnTo>
                      <a:cubicBezTo>
                        <a:pt x="15035" y="-152"/>
                        <a:pt x="13590" y="-152"/>
                        <a:pt x="12362" y="457"/>
                      </a:cubicBezTo>
                      <a:lnTo>
                        <a:pt x="750" y="7220"/>
                      </a:lnTo>
                      <a:cubicBezTo>
                        <a:pt x="-202" y="7982"/>
                        <a:pt x="-297" y="8934"/>
                        <a:pt x="75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5" name="Google Shape;2205;p34">
                  <a:extLst>
                    <a:ext uri="{FF2B5EF4-FFF2-40B4-BE49-F238E27FC236}">
                      <a16:creationId xmlns:a16="http://schemas.microsoft.com/office/drawing/2014/main" id="{183CF4CE-783E-E053-C223-73B82FB48FF7}"/>
                    </a:ext>
                  </a:extLst>
                </p:cNvPr>
                <p:cNvSpPr/>
                <p:nvPr/>
              </p:nvSpPr>
              <p:spPr>
                <a:xfrm>
                  <a:off x="4464204" y="4906060"/>
                  <a:ext cx="50834" cy="28917"/>
                </a:xfrm>
                <a:custGeom>
                  <a:avLst/>
                  <a:gdLst/>
                  <a:ahLst/>
                  <a:cxnLst/>
                  <a:rect l="l" t="t" r="r" b="b"/>
                  <a:pathLst>
                    <a:path w="50834" h="28917" extrusionOk="0">
                      <a:moveTo>
                        <a:pt x="830" y="9411"/>
                      </a:moveTo>
                      <a:lnTo>
                        <a:pt x="34428" y="28461"/>
                      </a:lnTo>
                      <a:cubicBezTo>
                        <a:pt x="35624" y="29070"/>
                        <a:pt x="37040" y="29070"/>
                        <a:pt x="38235" y="28461"/>
                      </a:cubicBezTo>
                      <a:lnTo>
                        <a:pt x="49942" y="21698"/>
                      </a:lnTo>
                      <a:cubicBezTo>
                        <a:pt x="51084" y="21031"/>
                        <a:pt x="51179" y="20079"/>
                        <a:pt x="49942" y="19507"/>
                      </a:cubicBezTo>
                      <a:lnTo>
                        <a:pt x="16344" y="457"/>
                      </a:lnTo>
                      <a:cubicBezTo>
                        <a:pt x="15116" y="-152"/>
                        <a:pt x="13671" y="-152"/>
                        <a:pt x="12442" y="457"/>
                      </a:cubicBezTo>
                      <a:lnTo>
                        <a:pt x="830" y="7125"/>
                      </a:lnTo>
                      <a:cubicBezTo>
                        <a:pt x="-26" y="7792"/>
                        <a:pt x="-502" y="8839"/>
                        <a:pt x="830" y="941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6" name="Google Shape;2206;p34">
                  <a:extLst>
                    <a:ext uri="{FF2B5EF4-FFF2-40B4-BE49-F238E27FC236}">
                      <a16:creationId xmlns:a16="http://schemas.microsoft.com/office/drawing/2014/main" id="{CFC2F4FE-913E-A7C4-DE7E-F8602B412CCF}"/>
                    </a:ext>
                  </a:extLst>
                </p:cNvPr>
                <p:cNvSpPr/>
                <p:nvPr/>
              </p:nvSpPr>
              <p:spPr>
                <a:xfrm>
                  <a:off x="4692687" y="5037982"/>
                  <a:ext cx="33968" cy="19459"/>
                </a:xfrm>
                <a:custGeom>
                  <a:avLst/>
                  <a:gdLst/>
                  <a:ahLst/>
                  <a:cxnLst/>
                  <a:rect l="l" t="t" r="r" b="b"/>
                  <a:pathLst>
                    <a:path w="33968" h="19459" extrusionOk="0">
                      <a:moveTo>
                        <a:pt x="870" y="9506"/>
                      </a:moveTo>
                      <a:lnTo>
                        <a:pt x="17526" y="19031"/>
                      </a:lnTo>
                      <a:cubicBezTo>
                        <a:pt x="18764" y="19603"/>
                        <a:pt x="20190" y="19603"/>
                        <a:pt x="21428" y="19031"/>
                      </a:cubicBezTo>
                      <a:lnTo>
                        <a:pt x="33040" y="12268"/>
                      </a:lnTo>
                      <a:cubicBezTo>
                        <a:pt x="34182" y="11602"/>
                        <a:pt x="34372" y="10554"/>
                        <a:pt x="33040" y="9982"/>
                      </a:cubicBezTo>
                      <a:lnTo>
                        <a:pt x="16384" y="457"/>
                      </a:lnTo>
                      <a:cubicBezTo>
                        <a:pt x="15155" y="-152"/>
                        <a:pt x="13710" y="-152"/>
                        <a:pt x="12481" y="457"/>
                      </a:cubicBezTo>
                      <a:lnTo>
                        <a:pt x="870" y="7220"/>
                      </a:lnTo>
                      <a:cubicBezTo>
                        <a:pt x="13" y="7982"/>
                        <a:pt x="-558" y="8934"/>
                        <a:pt x="870" y="9506"/>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3" name="Google Shape;2207;p34">
                <a:extLst>
                  <a:ext uri="{FF2B5EF4-FFF2-40B4-BE49-F238E27FC236}">
                    <a16:creationId xmlns:a16="http://schemas.microsoft.com/office/drawing/2014/main" id="{D04B6E45-A171-EC7E-74F3-C8E023183A18}"/>
                  </a:ext>
                </a:extLst>
              </p:cNvPr>
              <p:cNvGrpSpPr/>
              <p:nvPr/>
            </p:nvGrpSpPr>
            <p:grpSpPr>
              <a:xfrm>
                <a:off x="4543079" y="4626313"/>
                <a:ext cx="286486" cy="386884"/>
                <a:chOff x="4543079" y="4626313"/>
                <a:chExt cx="286486" cy="386884"/>
              </a:xfrm>
            </p:grpSpPr>
            <p:grpSp>
              <p:nvGrpSpPr>
                <p:cNvPr id="594" name="Google Shape;2208;p34">
                  <a:extLst>
                    <a:ext uri="{FF2B5EF4-FFF2-40B4-BE49-F238E27FC236}">
                      <a16:creationId xmlns:a16="http://schemas.microsoft.com/office/drawing/2014/main" id="{54FCF144-BDEE-6CDE-987C-03D2F3EC2867}"/>
                    </a:ext>
                  </a:extLst>
                </p:cNvPr>
                <p:cNvGrpSpPr/>
                <p:nvPr/>
              </p:nvGrpSpPr>
              <p:grpSpPr>
                <a:xfrm>
                  <a:off x="4543079" y="4626313"/>
                  <a:ext cx="286486" cy="386884"/>
                  <a:chOff x="4543079" y="4626313"/>
                  <a:chExt cx="286486" cy="386884"/>
                </a:xfrm>
              </p:grpSpPr>
              <p:sp>
                <p:nvSpPr>
                  <p:cNvPr id="599" name="Google Shape;2209;p34">
                    <a:extLst>
                      <a:ext uri="{FF2B5EF4-FFF2-40B4-BE49-F238E27FC236}">
                        <a16:creationId xmlns:a16="http://schemas.microsoft.com/office/drawing/2014/main" id="{51571587-3EDA-A4BB-6C8C-F130D4BBCC58}"/>
                      </a:ext>
                    </a:extLst>
                  </p:cNvPr>
                  <p:cNvSpPr/>
                  <p:nvPr/>
                </p:nvSpPr>
                <p:spPr>
                  <a:xfrm>
                    <a:off x="4543081" y="4626313"/>
                    <a:ext cx="286484" cy="386884"/>
                  </a:xfrm>
                  <a:custGeom>
                    <a:avLst/>
                    <a:gdLst/>
                    <a:ahLst/>
                    <a:cxnLst/>
                    <a:rect l="l" t="t" r="r" b="b"/>
                    <a:pathLst>
                      <a:path w="286484" h="386884" extrusionOk="0">
                        <a:moveTo>
                          <a:pt x="277062" y="386884"/>
                        </a:moveTo>
                        <a:lnTo>
                          <a:pt x="277062" y="386884"/>
                        </a:lnTo>
                        <a:lnTo>
                          <a:pt x="0" y="226674"/>
                        </a:lnTo>
                        <a:lnTo>
                          <a:pt x="0" y="8646"/>
                        </a:lnTo>
                        <a:lnTo>
                          <a:pt x="2094" y="3693"/>
                        </a:lnTo>
                        <a:lnTo>
                          <a:pt x="4378" y="2550"/>
                        </a:lnTo>
                        <a:lnTo>
                          <a:pt x="4378" y="2550"/>
                        </a:lnTo>
                        <a:cubicBezTo>
                          <a:pt x="10268" y="-850"/>
                          <a:pt x="17524" y="-850"/>
                          <a:pt x="23414" y="2550"/>
                        </a:cubicBezTo>
                        <a:lnTo>
                          <a:pt x="276967" y="149140"/>
                        </a:lnTo>
                        <a:cubicBezTo>
                          <a:pt x="282880" y="152559"/>
                          <a:pt x="286511" y="158884"/>
                          <a:pt x="286485" y="165714"/>
                        </a:cubicBezTo>
                        <a:lnTo>
                          <a:pt x="286485" y="370310"/>
                        </a:lnTo>
                        <a:cubicBezTo>
                          <a:pt x="284867" y="380883"/>
                          <a:pt x="282963" y="383836"/>
                          <a:pt x="277062" y="386884"/>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0" name="Google Shape;2210;p34">
                    <a:extLst>
                      <a:ext uri="{FF2B5EF4-FFF2-40B4-BE49-F238E27FC236}">
                        <a16:creationId xmlns:a16="http://schemas.microsoft.com/office/drawing/2014/main" id="{A1F19B1E-3A37-DEAC-5A46-0F631D6996C3}"/>
                      </a:ext>
                    </a:extLst>
                  </p:cNvPr>
                  <p:cNvSpPr/>
                  <p:nvPr/>
                </p:nvSpPr>
                <p:spPr>
                  <a:xfrm>
                    <a:off x="4543081" y="4626313"/>
                    <a:ext cx="284295" cy="175524"/>
                  </a:xfrm>
                  <a:custGeom>
                    <a:avLst/>
                    <a:gdLst/>
                    <a:ahLst/>
                    <a:cxnLst/>
                    <a:rect l="l" t="t" r="r" b="b"/>
                    <a:pathLst>
                      <a:path w="284295" h="175524" extrusionOk="0">
                        <a:moveTo>
                          <a:pt x="251650" y="175524"/>
                        </a:moveTo>
                        <a:lnTo>
                          <a:pt x="0" y="15885"/>
                        </a:lnTo>
                        <a:lnTo>
                          <a:pt x="0" y="8646"/>
                        </a:lnTo>
                        <a:lnTo>
                          <a:pt x="2094" y="3693"/>
                        </a:lnTo>
                        <a:lnTo>
                          <a:pt x="4378" y="2550"/>
                        </a:lnTo>
                        <a:cubicBezTo>
                          <a:pt x="10268" y="-850"/>
                          <a:pt x="17524" y="-850"/>
                          <a:pt x="23414" y="2550"/>
                        </a:cubicBezTo>
                        <a:lnTo>
                          <a:pt x="276967" y="149140"/>
                        </a:lnTo>
                        <a:cubicBezTo>
                          <a:pt x="280042" y="150940"/>
                          <a:pt x="282574" y="153540"/>
                          <a:pt x="284296" y="156665"/>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2211;p34">
                    <a:extLst>
                      <a:ext uri="{FF2B5EF4-FFF2-40B4-BE49-F238E27FC236}">
                        <a16:creationId xmlns:a16="http://schemas.microsoft.com/office/drawing/2014/main" id="{F19B3424-C7E9-205D-1DD5-ED0190F15318}"/>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DCEEF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2212;p34">
                    <a:extLst>
                      <a:ext uri="{FF2B5EF4-FFF2-40B4-BE49-F238E27FC236}">
                        <a16:creationId xmlns:a16="http://schemas.microsoft.com/office/drawing/2014/main" id="{64BF1724-E8CA-00F6-FEB9-D4F25C3921EC}"/>
                      </a:ext>
                    </a:extLst>
                  </p:cNvPr>
                  <p:cNvSpPr/>
                  <p:nvPr/>
                </p:nvSpPr>
                <p:spPr>
                  <a:xfrm>
                    <a:off x="4543079" y="4629510"/>
                    <a:ext cx="277444" cy="383687"/>
                  </a:xfrm>
                  <a:custGeom>
                    <a:avLst/>
                    <a:gdLst/>
                    <a:ahLst/>
                    <a:cxnLst/>
                    <a:rect l="l" t="t" r="r" b="b"/>
                    <a:pathLst>
                      <a:path w="277444" h="383687" extrusionOk="0">
                        <a:moveTo>
                          <a:pt x="6283" y="497"/>
                        </a:moveTo>
                        <a:lnTo>
                          <a:pt x="272781" y="154230"/>
                        </a:lnTo>
                        <a:cubicBezTo>
                          <a:pt x="275643" y="155926"/>
                          <a:pt x="277410" y="159002"/>
                          <a:pt x="277445" y="162326"/>
                        </a:cubicBezTo>
                        <a:lnTo>
                          <a:pt x="277445" y="383688"/>
                        </a:lnTo>
                        <a:lnTo>
                          <a:pt x="2" y="223477"/>
                        </a:lnTo>
                        <a:lnTo>
                          <a:pt x="2" y="4402"/>
                        </a:lnTo>
                        <a:cubicBezTo>
                          <a:pt x="-62" y="2040"/>
                          <a:pt x="1803" y="68"/>
                          <a:pt x="4167" y="1"/>
                        </a:cubicBezTo>
                        <a:cubicBezTo>
                          <a:pt x="4904" y="-17"/>
                          <a:pt x="5632" y="154"/>
                          <a:pt x="6283" y="497"/>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2213;p34">
                    <a:extLst>
                      <a:ext uri="{FF2B5EF4-FFF2-40B4-BE49-F238E27FC236}">
                        <a16:creationId xmlns:a16="http://schemas.microsoft.com/office/drawing/2014/main" id="{693A8CA0-A04F-433B-A589-139145CA6115}"/>
                      </a:ext>
                    </a:extLst>
                  </p:cNvPr>
                  <p:cNvSpPr/>
                  <p:nvPr/>
                </p:nvSpPr>
                <p:spPr>
                  <a:xfrm>
                    <a:off x="4543081" y="4845081"/>
                    <a:ext cx="277062" cy="168020"/>
                  </a:xfrm>
                  <a:custGeom>
                    <a:avLst/>
                    <a:gdLst/>
                    <a:ahLst/>
                    <a:cxnLst/>
                    <a:rect l="l" t="t" r="r" b="b"/>
                    <a:pathLst>
                      <a:path w="277062" h="168020" extrusionOk="0">
                        <a:moveTo>
                          <a:pt x="277062" y="168021"/>
                        </a:moveTo>
                        <a:lnTo>
                          <a:pt x="277062" y="160210"/>
                        </a:lnTo>
                        <a:lnTo>
                          <a:pt x="0" y="0"/>
                        </a:lnTo>
                        <a:lnTo>
                          <a:pt x="0" y="7906"/>
                        </a:lnTo>
                        <a:lnTo>
                          <a:pt x="277062" y="168021"/>
                        </a:lnTo>
                        <a:close/>
                      </a:path>
                    </a:pathLst>
                  </a:custGeom>
                  <a:solidFill>
                    <a:srgbClr val="DBDBD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95" name="Google Shape;2214;p34">
                  <a:extLst>
                    <a:ext uri="{FF2B5EF4-FFF2-40B4-BE49-F238E27FC236}">
                      <a16:creationId xmlns:a16="http://schemas.microsoft.com/office/drawing/2014/main" id="{5679F2B6-CC24-1C8C-D161-59D2CDDE9A1B}"/>
                    </a:ext>
                  </a:extLst>
                </p:cNvPr>
                <p:cNvSpPr/>
                <p:nvPr/>
              </p:nvSpPr>
              <p:spPr>
                <a:xfrm>
                  <a:off x="4550219" y="4641437"/>
                  <a:ext cx="3426" cy="199929"/>
                </a:xfrm>
                <a:custGeom>
                  <a:avLst/>
                  <a:gdLst/>
                  <a:ahLst/>
                  <a:cxnLst/>
                  <a:rect l="l" t="t" r="r" b="b"/>
                  <a:pathLst>
                    <a:path w="3426" h="199929" extrusionOk="0">
                      <a:moveTo>
                        <a:pt x="0" y="199930"/>
                      </a:moveTo>
                      <a:lnTo>
                        <a:pt x="0" y="0"/>
                      </a:lnTo>
                      <a:lnTo>
                        <a:pt x="3426" y="2000"/>
                      </a:lnTo>
                      <a:lnTo>
                        <a:pt x="3426" y="198310"/>
                      </a:lnTo>
                      <a:lnTo>
                        <a:pt x="0" y="199930"/>
                      </a:lnTo>
                      <a:close/>
                    </a:path>
                  </a:pathLst>
                </a:custGeom>
                <a:solidFill>
                  <a:srgbClr val="1E377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2215;p34">
                  <a:extLst>
                    <a:ext uri="{FF2B5EF4-FFF2-40B4-BE49-F238E27FC236}">
                      <a16:creationId xmlns:a16="http://schemas.microsoft.com/office/drawing/2014/main" id="{D4BA35D7-EA10-464F-570B-F592A62A5C45}"/>
                    </a:ext>
                  </a:extLst>
                </p:cNvPr>
                <p:cNvSpPr/>
                <p:nvPr/>
              </p:nvSpPr>
              <p:spPr>
                <a:xfrm>
                  <a:off x="4553645" y="4643437"/>
                  <a:ext cx="257645" cy="344805"/>
                </a:xfrm>
                <a:custGeom>
                  <a:avLst/>
                  <a:gdLst/>
                  <a:ahLst/>
                  <a:cxnLst/>
                  <a:rect l="l" t="t" r="r" b="b"/>
                  <a:pathLst>
                    <a:path w="257645" h="344805" extrusionOk="0">
                      <a:moveTo>
                        <a:pt x="0" y="0"/>
                      </a:moveTo>
                      <a:lnTo>
                        <a:pt x="0" y="196310"/>
                      </a:lnTo>
                      <a:lnTo>
                        <a:pt x="257646" y="344805"/>
                      </a:lnTo>
                      <a:lnTo>
                        <a:pt x="257646" y="148876"/>
                      </a:lnTo>
                      <a:lnTo>
                        <a:pt x="0" y="0"/>
                      </a:ln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2216;p34">
                  <a:extLst>
                    <a:ext uri="{FF2B5EF4-FFF2-40B4-BE49-F238E27FC236}">
                      <a16:creationId xmlns:a16="http://schemas.microsoft.com/office/drawing/2014/main" id="{776DD724-D12D-D048-0012-1DDC018A9CEA}"/>
                    </a:ext>
                  </a:extLst>
                </p:cNvPr>
                <p:cNvSpPr/>
                <p:nvPr/>
              </p:nvSpPr>
              <p:spPr>
                <a:xfrm>
                  <a:off x="4550219" y="4839747"/>
                  <a:ext cx="261072" cy="152400"/>
                </a:xfrm>
                <a:custGeom>
                  <a:avLst/>
                  <a:gdLst/>
                  <a:ahLst/>
                  <a:cxnLst/>
                  <a:rect l="l" t="t" r="r" b="b"/>
                  <a:pathLst>
                    <a:path w="261072" h="152400" extrusionOk="0">
                      <a:moveTo>
                        <a:pt x="0" y="1619"/>
                      </a:moveTo>
                      <a:lnTo>
                        <a:pt x="261072" y="152400"/>
                      </a:lnTo>
                      <a:lnTo>
                        <a:pt x="261072" y="148495"/>
                      </a:lnTo>
                      <a:lnTo>
                        <a:pt x="3426" y="0"/>
                      </a:lnTo>
                      <a:lnTo>
                        <a:pt x="0" y="1619"/>
                      </a:lnTo>
                      <a:close/>
                    </a:path>
                  </a:pathLst>
                </a:custGeom>
                <a:solidFill>
                  <a:srgbClr val="031F60"/>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86" name="Google Shape;2217;p34">
              <a:extLst>
                <a:ext uri="{FF2B5EF4-FFF2-40B4-BE49-F238E27FC236}">
                  <a16:creationId xmlns:a16="http://schemas.microsoft.com/office/drawing/2014/main" id="{2CF0D26B-04B8-BAB1-DAC3-1573577C0B61}"/>
                </a:ext>
              </a:extLst>
            </p:cNvPr>
            <p:cNvSpPr/>
            <p:nvPr/>
          </p:nvSpPr>
          <p:spPr>
            <a:xfrm>
              <a:off x="2723181" y="3858886"/>
              <a:ext cx="360479" cy="597446"/>
            </a:xfrm>
            <a:custGeom>
              <a:avLst/>
              <a:gdLst/>
              <a:ahLst/>
              <a:cxnLst/>
              <a:rect l="l" t="t" r="r" b="b"/>
              <a:pathLst>
                <a:path w="360479" h="597446" extrusionOk="0">
                  <a:moveTo>
                    <a:pt x="124331" y="5750"/>
                  </a:moveTo>
                  <a:cubicBezTo>
                    <a:pt x="117764" y="22133"/>
                    <a:pt x="134515" y="42326"/>
                    <a:pt x="179153" y="56327"/>
                  </a:cubicBezTo>
                  <a:cubicBezTo>
                    <a:pt x="223792" y="70329"/>
                    <a:pt x="227884" y="52327"/>
                    <a:pt x="227884" y="52327"/>
                  </a:cubicBezTo>
                  <a:cubicBezTo>
                    <a:pt x="257639" y="65662"/>
                    <a:pt x="286647" y="80607"/>
                    <a:pt x="314781" y="97094"/>
                  </a:cubicBezTo>
                  <a:cubicBezTo>
                    <a:pt x="341526" y="116144"/>
                    <a:pt x="353424" y="170151"/>
                    <a:pt x="357040" y="261782"/>
                  </a:cubicBezTo>
                  <a:cubicBezTo>
                    <a:pt x="361228" y="367890"/>
                    <a:pt x="361609" y="525243"/>
                    <a:pt x="358087" y="552389"/>
                  </a:cubicBezTo>
                  <a:cubicBezTo>
                    <a:pt x="358087" y="552389"/>
                    <a:pt x="307929" y="602300"/>
                    <a:pt x="243874" y="597062"/>
                  </a:cubicBezTo>
                  <a:cubicBezTo>
                    <a:pt x="179820" y="591823"/>
                    <a:pt x="71793" y="534863"/>
                    <a:pt x="45619" y="491144"/>
                  </a:cubicBezTo>
                  <a:cubicBezTo>
                    <a:pt x="46285" y="398180"/>
                    <a:pt x="57231" y="383035"/>
                    <a:pt x="42193" y="329219"/>
                  </a:cubicBezTo>
                  <a:cubicBezTo>
                    <a:pt x="7738" y="206632"/>
                    <a:pt x="-10441" y="156340"/>
                    <a:pt x="6311" y="74901"/>
                  </a:cubicBezTo>
                  <a:cubicBezTo>
                    <a:pt x="20111" y="7750"/>
                    <a:pt x="39432" y="-632"/>
                    <a:pt x="65987" y="35"/>
                  </a:cubicBezTo>
                  <a:cubicBezTo>
                    <a:pt x="85522" y="901"/>
                    <a:pt x="104997" y="2816"/>
                    <a:pt x="124331" y="5750"/>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7" name="Google Shape;2218;p34">
              <a:extLst>
                <a:ext uri="{FF2B5EF4-FFF2-40B4-BE49-F238E27FC236}">
                  <a16:creationId xmlns:a16="http://schemas.microsoft.com/office/drawing/2014/main" id="{41D9C3A0-6F99-D032-8EDB-63E5C4FA8E0E}"/>
                </a:ext>
              </a:extLst>
            </p:cNvPr>
            <p:cNvSpPr/>
            <p:nvPr/>
          </p:nvSpPr>
          <p:spPr>
            <a:xfrm>
              <a:off x="2983060" y="3959444"/>
              <a:ext cx="457273" cy="356362"/>
            </a:xfrm>
            <a:custGeom>
              <a:avLst/>
              <a:gdLst/>
              <a:ahLst/>
              <a:cxnLst/>
              <a:rect l="l" t="t" r="r" b="b"/>
              <a:pathLst>
                <a:path w="457273" h="356362" extrusionOk="0">
                  <a:moveTo>
                    <a:pt x="202618" y="274952"/>
                  </a:moveTo>
                  <a:cubicBezTo>
                    <a:pt x="150080" y="288192"/>
                    <a:pt x="137707" y="255045"/>
                    <a:pt x="130759" y="227327"/>
                  </a:cubicBezTo>
                  <a:cubicBezTo>
                    <a:pt x="114388" y="160938"/>
                    <a:pt x="104870" y="100931"/>
                    <a:pt x="92497" y="62831"/>
                  </a:cubicBezTo>
                  <a:cubicBezTo>
                    <a:pt x="77840" y="18254"/>
                    <a:pt x="62421" y="11110"/>
                    <a:pt x="40721" y="2442"/>
                  </a:cubicBezTo>
                  <a:cubicBezTo>
                    <a:pt x="15308" y="-7750"/>
                    <a:pt x="-6868" y="13777"/>
                    <a:pt x="1983" y="70450"/>
                  </a:cubicBezTo>
                  <a:cubicBezTo>
                    <a:pt x="11977" y="137602"/>
                    <a:pt x="25112" y="184750"/>
                    <a:pt x="50143" y="264094"/>
                  </a:cubicBezTo>
                  <a:cubicBezTo>
                    <a:pt x="56711" y="284858"/>
                    <a:pt x="71368" y="321720"/>
                    <a:pt x="93354" y="339532"/>
                  </a:cubicBezTo>
                  <a:cubicBezTo>
                    <a:pt x="120575" y="361439"/>
                    <a:pt x="161406" y="360487"/>
                    <a:pt x="223367" y="345152"/>
                  </a:cubicBezTo>
                  <a:cubicBezTo>
                    <a:pt x="249731" y="338579"/>
                    <a:pt x="278665" y="322768"/>
                    <a:pt x="328062" y="299432"/>
                  </a:cubicBezTo>
                  <a:cubicBezTo>
                    <a:pt x="341482" y="293240"/>
                    <a:pt x="351952" y="289049"/>
                    <a:pt x="377650" y="277048"/>
                  </a:cubicBezTo>
                  <a:cubicBezTo>
                    <a:pt x="403454" y="265427"/>
                    <a:pt x="426079" y="247749"/>
                    <a:pt x="443608" y="225517"/>
                  </a:cubicBezTo>
                  <a:cubicBezTo>
                    <a:pt x="457123" y="205991"/>
                    <a:pt x="458931" y="196942"/>
                    <a:pt x="456171" y="192371"/>
                  </a:cubicBezTo>
                  <a:cubicBezTo>
                    <a:pt x="453411" y="187799"/>
                    <a:pt x="446654" y="187989"/>
                    <a:pt x="439420" y="196181"/>
                  </a:cubicBezTo>
                  <a:cubicBezTo>
                    <a:pt x="428946" y="210097"/>
                    <a:pt x="416049" y="222003"/>
                    <a:pt x="401349" y="231328"/>
                  </a:cubicBezTo>
                  <a:cubicBezTo>
                    <a:pt x="401349" y="231328"/>
                    <a:pt x="417910" y="214088"/>
                    <a:pt x="426952" y="202753"/>
                  </a:cubicBezTo>
                  <a:cubicBezTo>
                    <a:pt x="435249" y="193018"/>
                    <a:pt x="442167" y="182179"/>
                    <a:pt x="447510" y="170558"/>
                  </a:cubicBezTo>
                  <a:cubicBezTo>
                    <a:pt x="452269" y="159224"/>
                    <a:pt x="442466" y="143698"/>
                    <a:pt x="435042" y="151508"/>
                  </a:cubicBezTo>
                  <a:cubicBezTo>
                    <a:pt x="427618" y="159319"/>
                    <a:pt x="424001" y="167987"/>
                    <a:pt x="410391" y="184274"/>
                  </a:cubicBezTo>
                  <a:cubicBezTo>
                    <a:pt x="403232" y="192971"/>
                    <a:pt x="395051" y="200781"/>
                    <a:pt x="386025" y="207515"/>
                  </a:cubicBezTo>
                  <a:cubicBezTo>
                    <a:pt x="394480" y="196114"/>
                    <a:pt x="401992" y="184036"/>
                    <a:pt x="408487" y="171416"/>
                  </a:cubicBezTo>
                  <a:cubicBezTo>
                    <a:pt x="414319" y="161509"/>
                    <a:pt x="417162" y="150137"/>
                    <a:pt x="416673" y="138649"/>
                  </a:cubicBezTo>
                  <a:cubicBezTo>
                    <a:pt x="416673" y="132744"/>
                    <a:pt x="407916" y="125696"/>
                    <a:pt x="400016" y="136935"/>
                  </a:cubicBezTo>
                  <a:cubicBezTo>
                    <a:pt x="392117" y="148174"/>
                    <a:pt x="388310" y="162938"/>
                    <a:pt x="371463" y="180179"/>
                  </a:cubicBezTo>
                  <a:cubicBezTo>
                    <a:pt x="359471" y="192656"/>
                    <a:pt x="349287" y="199800"/>
                    <a:pt x="348906" y="196371"/>
                  </a:cubicBezTo>
                  <a:cubicBezTo>
                    <a:pt x="348525" y="192942"/>
                    <a:pt x="356235" y="185989"/>
                    <a:pt x="360518" y="171511"/>
                  </a:cubicBezTo>
                  <a:cubicBezTo>
                    <a:pt x="364801" y="157033"/>
                    <a:pt x="360518" y="141602"/>
                    <a:pt x="352428" y="139888"/>
                  </a:cubicBezTo>
                  <a:cubicBezTo>
                    <a:pt x="344338" y="138173"/>
                    <a:pt x="345956" y="138649"/>
                    <a:pt x="339579" y="152270"/>
                  </a:cubicBezTo>
                  <a:cubicBezTo>
                    <a:pt x="333202" y="165891"/>
                    <a:pt x="323779" y="176178"/>
                    <a:pt x="315879" y="196181"/>
                  </a:cubicBezTo>
                  <a:cubicBezTo>
                    <a:pt x="311874" y="210192"/>
                    <a:pt x="304450" y="222993"/>
                    <a:pt x="294274" y="233423"/>
                  </a:cubicBezTo>
                  <a:cubicBezTo>
                    <a:pt x="281330" y="247139"/>
                    <a:pt x="252681" y="262856"/>
                    <a:pt x="202618" y="274952"/>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8" name="Google Shape;2219;p34">
              <a:extLst>
                <a:ext uri="{FF2B5EF4-FFF2-40B4-BE49-F238E27FC236}">
                  <a16:creationId xmlns:a16="http://schemas.microsoft.com/office/drawing/2014/main" id="{3196AA38-7855-A85B-E6BE-A948D439CD70}"/>
                </a:ext>
              </a:extLst>
            </p:cNvPr>
            <p:cNvSpPr/>
            <p:nvPr/>
          </p:nvSpPr>
          <p:spPr>
            <a:xfrm>
              <a:off x="2966834" y="3952080"/>
              <a:ext cx="139371" cy="203905"/>
            </a:xfrm>
            <a:custGeom>
              <a:avLst/>
              <a:gdLst/>
              <a:ahLst/>
              <a:cxnLst/>
              <a:rect l="l" t="t" r="r" b="b"/>
              <a:pathLst>
                <a:path w="139371" h="203905" extrusionOk="0">
                  <a:moveTo>
                    <a:pt x="37531" y="948"/>
                  </a:moveTo>
                  <a:cubicBezTo>
                    <a:pt x="72652" y="-4291"/>
                    <a:pt x="97493" y="11521"/>
                    <a:pt x="113007" y="64861"/>
                  </a:cubicBezTo>
                  <a:cubicBezTo>
                    <a:pt x="128521" y="118201"/>
                    <a:pt x="139371" y="161921"/>
                    <a:pt x="139371" y="161921"/>
                  </a:cubicBezTo>
                  <a:cubicBezTo>
                    <a:pt x="125444" y="182018"/>
                    <a:pt x="104367" y="196020"/>
                    <a:pt x="80456" y="201068"/>
                  </a:cubicBezTo>
                  <a:cubicBezTo>
                    <a:pt x="38483" y="211165"/>
                    <a:pt x="23350" y="191067"/>
                    <a:pt x="23350" y="191067"/>
                  </a:cubicBezTo>
                  <a:cubicBezTo>
                    <a:pt x="23350" y="191067"/>
                    <a:pt x="11643" y="135251"/>
                    <a:pt x="4314" y="97246"/>
                  </a:cubicBezTo>
                  <a:cubicBezTo>
                    <a:pt x="-3015" y="59241"/>
                    <a:pt x="-5965" y="7330"/>
                    <a:pt x="37531" y="94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9" name="Google Shape;2220;p34">
              <a:extLst>
                <a:ext uri="{FF2B5EF4-FFF2-40B4-BE49-F238E27FC236}">
                  <a16:creationId xmlns:a16="http://schemas.microsoft.com/office/drawing/2014/main" id="{91B7E5AE-6ACF-5CCE-D5DC-C55128A60187}"/>
                </a:ext>
              </a:extLst>
            </p:cNvPr>
            <p:cNvSpPr/>
            <p:nvPr/>
          </p:nvSpPr>
          <p:spPr>
            <a:xfrm>
              <a:off x="2806828" y="3576743"/>
              <a:ext cx="227254" cy="250802"/>
            </a:xfrm>
            <a:custGeom>
              <a:avLst/>
              <a:gdLst/>
              <a:ahLst/>
              <a:cxnLst/>
              <a:rect l="l" t="t" r="r" b="b"/>
              <a:pathLst>
                <a:path w="227254" h="250802" extrusionOk="0">
                  <a:moveTo>
                    <a:pt x="214479" y="103393"/>
                  </a:moveTo>
                  <a:cubicBezTo>
                    <a:pt x="214479" y="103393"/>
                    <a:pt x="269967" y="18907"/>
                    <a:pt x="149663" y="1762"/>
                  </a:cubicBezTo>
                  <a:cubicBezTo>
                    <a:pt x="62861" y="-10716"/>
                    <a:pt x="6896" y="45100"/>
                    <a:pt x="710" y="105679"/>
                  </a:cubicBezTo>
                  <a:cubicBezTo>
                    <a:pt x="-5477" y="163496"/>
                    <a:pt x="30119" y="223599"/>
                    <a:pt x="55817" y="247411"/>
                  </a:cubicBezTo>
                  <a:cubicBezTo>
                    <a:pt x="68381" y="251888"/>
                    <a:pt x="95316" y="254460"/>
                    <a:pt x="130817" y="238363"/>
                  </a:cubicBezTo>
                  <a:cubicBezTo>
                    <a:pt x="132258" y="222532"/>
                    <a:pt x="132799" y="206635"/>
                    <a:pt x="132435" y="190738"/>
                  </a:cubicBezTo>
                  <a:cubicBezTo>
                    <a:pt x="132435" y="190738"/>
                    <a:pt x="90748" y="101869"/>
                    <a:pt x="214479" y="10339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0" name="Google Shape;2221;p34">
              <a:extLst>
                <a:ext uri="{FF2B5EF4-FFF2-40B4-BE49-F238E27FC236}">
                  <a16:creationId xmlns:a16="http://schemas.microsoft.com/office/drawing/2014/main" id="{08B77637-C070-F81A-4A18-21C445A6DAF6}"/>
                </a:ext>
              </a:extLst>
            </p:cNvPr>
            <p:cNvSpPr/>
            <p:nvPr/>
          </p:nvSpPr>
          <p:spPr>
            <a:xfrm>
              <a:off x="3061186" y="4495381"/>
              <a:ext cx="201300" cy="278129"/>
            </a:xfrm>
            <a:custGeom>
              <a:avLst/>
              <a:gdLst/>
              <a:ahLst/>
              <a:cxnLst/>
              <a:rect l="l" t="t" r="r" b="b"/>
              <a:pathLst>
                <a:path w="201300" h="278129" extrusionOk="0">
                  <a:moveTo>
                    <a:pt x="201301" y="253746"/>
                  </a:moveTo>
                  <a:lnTo>
                    <a:pt x="201301" y="0"/>
                  </a:lnTo>
                  <a:lnTo>
                    <a:pt x="0" y="117634"/>
                  </a:lnTo>
                  <a:lnTo>
                    <a:pt x="77570" y="278130"/>
                  </a:lnTo>
                  <a:lnTo>
                    <a:pt x="201301" y="253746"/>
                  </a:lnTo>
                  <a:close/>
                </a:path>
              </a:pathLst>
            </a:custGeom>
            <a:solidFill>
              <a:srgbClr val="C4C7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1" name="Google Shape;2222;p34">
              <a:extLst>
                <a:ext uri="{FF2B5EF4-FFF2-40B4-BE49-F238E27FC236}">
                  <a16:creationId xmlns:a16="http://schemas.microsoft.com/office/drawing/2014/main" id="{F1863207-97A7-3DF1-E98C-D3BA69F1DFEC}"/>
                </a:ext>
              </a:extLst>
            </p:cNvPr>
            <p:cNvSpPr/>
            <p:nvPr/>
          </p:nvSpPr>
          <p:spPr>
            <a:xfrm>
              <a:off x="3130570" y="4465187"/>
              <a:ext cx="131916" cy="77057"/>
            </a:xfrm>
            <a:custGeom>
              <a:avLst/>
              <a:gdLst/>
              <a:ahLst/>
              <a:cxnLst/>
              <a:rect l="l" t="t" r="r" b="b"/>
              <a:pathLst>
                <a:path w="131916" h="77057" extrusionOk="0">
                  <a:moveTo>
                    <a:pt x="0" y="44863"/>
                  </a:moveTo>
                  <a:lnTo>
                    <a:pt x="77284" y="0"/>
                  </a:lnTo>
                  <a:lnTo>
                    <a:pt x="131916" y="31528"/>
                  </a:lnTo>
                  <a:lnTo>
                    <a:pt x="51777" y="77057"/>
                  </a:lnTo>
                  <a:lnTo>
                    <a:pt x="0" y="44863"/>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 name="Google Shape;2223;p34">
            <a:extLst>
              <a:ext uri="{FF2B5EF4-FFF2-40B4-BE49-F238E27FC236}">
                <a16:creationId xmlns:a16="http://schemas.microsoft.com/office/drawing/2014/main" id="{E8BB6884-FCA9-584E-4815-BA5B30B367BA}"/>
              </a:ext>
            </a:extLst>
          </p:cNvPr>
          <p:cNvSpPr txBox="1">
            <a:spLocks/>
          </p:cNvSpPr>
          <p:nvPr/>
        </p:nvSpPr>
        <p:spPr>
          <a:xfrm>
            <a:off x="432113" y="457865"/>
            <a:ext cx="7293634" cy="707759"/>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5400"/>
              <a:t>FOR MORE GUIDANCE</a:t>
            </a:r>
            <a:endParaRPr lang="en-MY" sz="5400"/>
          </a:p>
        </p:txBody>
      </p:sp>
      <p:pic>
        <p:nvPicPr>
          <p:cNvPr id="10" name="Online Media 9" title="Excel: Conditional Formatting">
            <a:hlinkClick r:id="" action="ppaction://media"/>
            <a:extLst>
              <a:ext uri="{FF2B5EF4-FFF2-40B4-BE49-F238E27FC236}">
                <a16:creationId xmlns:a16="http://schemas.microsoft.com/office/drawing/2014/main" id="{995453B0-931A-B245-274B-6EA9B8545DFF}"/>
              </a:ext>
            </a:extLst>
          </p:cNvPr>
          <p:cNvPicPr>
            <a:picLocks noRot="1" noChangeAspect="1"/>
          </p:cNvPicPr>
          <p:nvPr>
            <a:videoFile r:link="rId2"/>
          </p:nvPr>
        </p:nvPicPr>
        <p:blipFill>
          <a:blip r:embed="rId6"/>
          <a:stretch>
            <a:fillRect/>
          </a:stretch>
        </p:blipFill>
        <p:spPr>
          <a:xfrm>
            <a:off x="427255" y="1872926"/>
            <a:ext cx="3025072" cy="1885624"/>
          </a:xfrm>
          <a:prstGeom prst="rect">
            <a:avLst/>
          </a:prstGeom>
          <a:solidFill>
            <a:schemeClr val="accent1">
              <a:lumMod val="20000"/>
              <a:lumOff val="80000"/>
            </a:schemeClr>
          </a:solidFill>
          <a:ln>
            <a:solidFill>
              <a:schemeClr val="accent1">
                <a:lumMod val="60000"/>
                <a:lumOff val="40000"/>
              </a:schemeClr>
            </a:solidFill>
          </a:ln>
        </p:spPr>
      </p:pic>
      <p:graphicFrame>
        <p:nvGraphicFramePr>
          <p:cNvPr id="18" name="Object 17">
            <a:extLst>
              <a:ext uri="{FF2B5EF4-FFF2-40B4-BE49-F238E27FC236}">
                <a16:creationId xmlns:a16="http://schemas.microsoft.com/office/drawing/2014/main" id="{7C1276F4-A0AD-7103-9190-9B751D4AAE63}"/>
              </a:ext>
            </a:extLst>
          </p:cNvPr>
          <p:cNvGraphicFramePr>
            <a:graphicFrameLocks noChangeAspect="1"/>
          </p:cNvGraphicFramePr>
          <p:nvPr>
            <p:extLst>
              <p:ext uri="{D42A27DB-BD31-4B8C-83A1-F6EECF244321}">
                <p14:modId xmlns:p14="http://schemas.microsoft.com/office/powerpoint/2010/main" val="2942263314"/>
              </p:ext>
            </p:extLst>
          </p:nvPr>
        </p:nvGraphicFramePr>
        <p:xfrm>
          <a:off x="422046" y="4426376"/>
          <a:ext cx="3025072" cy="1885623"/>
        </p:xfrm>
        <a:graphic>
          <a:graphicData uri="http://schemas.openxmlformats.org/presentationml/2006/ole">
            <mc:AlternateContent xmlns:mc="http://schemas.openxmlformats.org/markup-compatibility/2006">
              <mc:Choice xmlns:v="urn:schemas-microsoft-com:vml" Requires="v">
                <p:oleObj spid="_x0000_s84993" name="Packager Shell Object" showAsIcon="1" r:id="rId7" imgW="761040" imgH="437400" progId="Package">
                  <p:embed/>
                </p:oleObj>
              </mc:Choice>
              <mc:Fallback>
                <p:oleObj name="Packager Shell Object" showAsIcon="1" r:id="rId7" imgW="761040" imgH="437400" progId="Package">
                  <p:embed/>
                  <p:pic>
                    <p:nvPicPr>
                      <p:cNvPr id="18" name="Object 17">
                        <a:extLst>
                          <a:ext uri="{FF2B5EF4-FFF2-40B4-BE49-F238E27FC236}">
                            <a16:creationId xmlns:a16="http://schemas.microsoft.com/office/drawing/2014/main" id="{7C1276F4-A0AD-7103-9190-9B751D4AAE63}"/>
                          </a:ext>
                        </a:extLst>
                      </p:cNvPr>
                      <p:cNvPicPr/>
                      <p:nvPr/>
                    </p:nvPicPr>
                    <p:blipFill>
                      <a:blip r:embed="rId8"/>
                      <a:stretch>
                        <a:fillRect/>
                      </a:stretch>
                    </p:blipFill>
                    <p:spPr>
                      <a:xfrm>
                        <a:off x="422046" y="4426376"/>
                        <a:ext cx="3025072" cy="1885623"/>
                      </a:xfrm>
                      <a:prstGeom prst="rect">
                        <a:avLst/>
                      </a:prstGeom>
                      <a:solidFill>
                        <a:schemeClr val="accent1">
                          <a:lumMod val="20000"/>
                          <a:lumOff val="80000"/>
                        </a:schemeClr>
                      </a:solidFill>
                      <a:ln>
                        <a:solidFill>
                          <a:schemeClr val="accent1">
                            <a:lumMod val="60000"/>
                            <a:lumOff val="40000"/>
                          </a:schemeClr>
                        </a:solidFill>
                      </a:ln>
                    </p:spPr>
                  </p:pic>
                </p:oleObj>
              </mc:Fallback>
            </mc:AlternateContent>
          </a:graphicData>
        </a:graphic>
      </p:graphicFrame>
      <p:sp>
        <p:nvSpPr>
          <p:cNvPr id="22" name="Google Shape;2223;p34">
            <a:extLst>
              <a:ext uri="{FF2B5EF4-FFF2-40B4-BE49-F238E27FC236}">
                <a16:creationId xmlns:a16="http://schemas.microsoft.com/office/drawing/2014/main" id="{32163A32-B915-BBF1-8A3B-2F66E6FEE0DC}"/>
              </a:ext>
            </a:extLst>
          </p:cNvPr>
          <p:cNvSpPr txBox="1">
            <a:spLocks/>
          </p:cNvSpPr>
          <p:nvPr/>
        </p:nvSpPr>
        <p:spPr>
          <a:xfrm>
            <a:off x="404198" y="1528430"/>
            <a:ext cx="4326499" cy="247006"/>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1800">
                <a:latin typeface="+mn-lt"/>
              </a:rPr>
              <a:t>1. EXCEL CONDITIONAL FORMATTING</a:t>
            </a:r>
            <a:endParaRPr lang="en-MY" sz="1800">
              <a:latin typeface="+mn-lt"/>
            </a:endParaRPr>
          </a:p>
        </p:txBody>
      </p:sp>
      <p:sp>
        <p:nvSpPr>
          <p:cNvPr id="1059" name="Google Shape;2223;p34">
            <a:extLst>
              <a:ext uri="{FF2B5EF4-FFF2-40B4-BE49-F238E27FC236}">
                <a16:creationId xmlns:a16="http://schemas.microsoft.com/office/drawing/2014/main" id="{62CAE284-20D2-7129-9CFB-2F8150862111}"/>
              </a:ext>
            </a:extLst>
          </p:cNvPr>
          <p:cNvSpPr txBox="1">
            <a:spLocks/>
          </p:cNvSpPr>
          <p:nvPr/>
        </p:nvSpPr>
        <p:spPr>
          <a:xfrm>
            <a:off x="359693" y="4086051"/>
            <a:ext cx="4326499" cy="247006"/>
          </a:xfrm>
          <a:prstGeom prst="rect">
            <a:avLst/>
          </a:prstGeom>
        </p:spPr>
        <p:txBody>
          <a:bodyPr spcFirstLastPara="1" vert="horz" wrap="square" lIns="0" tIns="0" rIns="0" bIns="0" rtlCol="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US" sz="1800">
                <a:latin typeface="+mn-lt"/>
              </a:rPr>
              <a:t>2. EXCEL SPREADSHEET EXAMPLE</a:t>
            </a:r>
            <a:endParaRPr lang="en-MY" sz="1800">
              <a:latin typeface="+mn-lt"/>
            </a:endParaRPr>
          </a:p>
        </p:txBody>
      </p:sp>
    </p:spTree>
    <p:extLst>
      <p:ext uri="{BB962C8B-B14F-4D97-AF65-F5344CB8AC3E}">
        <p14:creationId xmlns:p14="http://schemas.microsoft.com/office/powerpoint/2010/main" val="796001133"/>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5" name="arrow.wav"/>
          </p:stSnd>
        </p:sndAc>
      </p:transition>
    </mc:Choice>
    <mc:Fallback>
      <p:transition spd="slow">
        <p:fade/>
        <p:sndAc>
          <p:stSnd>
            <p:snd r:embed="rId5"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0"/>
                                        </p:tgtEl>
                                      </p:cBhvr>
                                    </p:cmd>
                                  </p:childTnLst>
                                </p:cTn>
                              </p:par>
                            </p:childTnLst>
                          </p:cTn>
                        </p:par>
                      </p:childTnLst>
                    </p:cTn>
                  </p:par>
                  <p:par>
                    <p:cTn id="7" fill="hold">
                      <p:stCondLst>
                        <p:cond delay="indefinite"/>
                      </p:stCondLst>
                      <p:childTnLst>
                        <p:par>
                          <p:cTn id="8" fill="hold">
                            <p:stCondLst>
                              <p:cond delay="0"/>
                            </p:stCondLst>
                            <p:childTnLst>
                              <p:par>
                                <p:cTn id="9" presetID="26"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down)">
                                      <p:cBhvr>
                                        <p:cTn id="11" dur="580">
                                          <p:stCondLst>
                                            <p:cond delay="0"/>
                                          </p:stCondLst>
                                        </p:cTn>
                                        <p:tgtEl>
                                          <p:spTgt spid="13"/>
                                        </p:tgtEl>
                                      </p:cBhvr>
                                    </p:animEffect>
                                    <p:anim calcmode="lin" valueType="num">
                                      <p:cBhvr>
                                        <p:cTn id="12"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13"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14"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15"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16"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17" dur="26">
                                          <p:stCondLst>
                                            <p:cond delay="650"/>
                                          </p:stCondLst>
                                        </p:cTn>
                                        <p:tgtEl>
                                          <p:spTgt spid="13"/>
                                        </p:tgtEl>
                                      </p:cBhvr>
                                      <p:to x="100000" y="60000"/>
                                    </p:animScale>
                                    <p:animScale>
                                      <p:cBhvr>
                                        <p:cTn id="18" dur="166" decel="50000">
                                          <p:stCondLst>
                                            <p:cond delay="676"/>
                                          </p:stCondLst>
                                        </p:cTn>
                                        <p:tgtEl>
                                          <p:spTgt spid="13"/>
                                        </p:tgtEl>
                                      </p:cBhvr>
                                      <p:to x="100000" y="100000"/>
                                    </p:animScale>
                                    <p:animScale>
                                      <p:cBhvr>
                                        <p:cTn id="19" dur="26">
                                          <p:stCondLst>
                                            <p:cond delay="1312"/>
                                          </p:stCondLst>
                                        </p:cTn>
                                        <p:tgtEl>
                                          <p:spTgt spid="13"/>
                                        </p:tgtEl>
                                      </p:cBhvr>
                                      <p:to x="100000" y="80000"/>
                                    </p:animScale>
                                    <p:animScale>
                                      <p:cBhvr>
                                        <p:cTn id="20" dur="166" decel="50000">
                                          <p:stCondLst>
                                            <p:cond delay="1338"/>
                                          </p:stCondLst>
                                        </p:cTn>
                                        <p:tgtEl>
                                          <p:spTgt spid="13"/>
                                        </p:tgtEl>
                                      </p:cBhvr>
                                      <p:to x="100000" y="100000"/>
                                    </p:animScale>
                                    <p:animScale>
                                      <p:cBhvr>
                                        <p:cTn id="21" dur="26">
                                          <p:stCondLst>
                                            <p:cond delay="1642"/>
                                          </p:stCondLst>
                                        </p:cTn>
                                        <p:tgtEl>
                                          <p:spTgt spid="13"/>
                                        </p:tgtEl>
                                      </p:cBhvr>
                                      <p:to x="100000" y="90000"/>
                                    </p:animScale>
                                    <p:animScale>
                                      <p:cBhvr>
                                        <p:cTn id="22" dur="166" decel="50000">
                                          <p:stCondLst>
                                            <p:cond delay="1668"/>
                                          </p:stCondLst>
                                        </p:cTn>
                                        <p:tgtEl>
                                          <p:spTgt spid="13"/>
                                        </p:tgtEl>
                                      </p:cBhvr>
                                      <p:to x="100000" y="100000"/>
                                    </p:animScale>
                                    <p:animScale>
                                      <p:cBhvr>
                                        <p:cTn id="23" dur="26">
                                          <p:stCondLst>
                                            <p:cond delay="1808"/>
                                          </p:stCondLst>
                                        </p:cTn>
                                        <p:tgtEl>
                                          <p:spTgt spid="13"/>
                                        </p:tgtEl>
                                      </p:cBhvr>
                                      <p:to x="100000" y="95000"/>
                                    </p:animScale>
                                    <p:animScale>
                                      <p:cBhvr>
                                        <p:cTn id="24" dur="166" decel="50000">
                                          <p:stCondLst>
                                            <p:cond delay="1834"/>
                                          </p:stCondLst>
                                        </p:cTn>
                                        <p:tgtEl>
                                          <p:spTgt spid="1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video>
              <p:cMediaNode vol="80000">
                <p:cTn id="25" fill="hold" display="0">
                  <p:stCondLst>
                    <p:cond delay="indefinite"/>
                  </p:stCondLst>
                </p:cTn>
                <p:tgtEl>
                  <p:spTgt spid="10"/>
                </p:tgtEl>
              </p:cMediaNode>
            </p:video>
            <p:seq concurrent="1" nextAc="seek">
              <p:cTn id="26" restart="whenNotActive" fill="hold" evtFilter="cancelBubble" nodeType="interactiveSeq">
                <p:stCondLst>
                  <p:cond evt="onClick" delay="0">
                    <p:tgtEl>
                      <p:spTgt spid="10"/>
                    </p:tgtEl>
                  </p:cond>
                </p:stCondLst>
                <p:endSync evt="end" delay="0">
                  <p:rtn val="all"/>
                </p:endSync>
                <p:childTnLst>
                  <p:par>
                    <p:cTn id="27" fill="hold">
                      <p:stCondLst>
                        <p:cond delay="0"/>
                      </p:stCondLst>
                      <p:childTnLst>
                        <p:par>
                          <p:cTn id="28" fill="hold">
                            <p:stCondLst>
                              <p:cond delay="0"/>
                            </p:stCondLst>
                            <p:childTnLst>
                              <p:par>
                                <p:cTn id="29" presetID="2" presetClass="mediacall" presetSubtype="0" fill="hold" nodeType="clickEffect">
                                  <p:stCondLst>
                                    <p:cond delay="0"/>
                                  </p:stCondLst>
                                  <p:childTnLst>
                                    <p:cmd type="call" cmd="togglePause">
                                      <p:cBhvr>
                                        <p:cTn id="30" dur="1" fill="hold"/>
                                        <p:tgtEl>
                                          <p:spTgt spid="10"/>
                                        </p:tgtEl>
                                      </p:cBhvr>
                                    </p:cmd>
                                  </p:childTnLst>
                                </p:cTn>
                              </p:par>
                            </p:childTnLst>
                          </p:cTn>
                        </p:par>
                      </p:childTnLst>
                    </p:cTn>
                  </p:par>
                </p:childTnLst>
              </p:cTn>
              <p:nextCondLst>
                <p:cond evt="onClick" delay="0">
                  <p:tgtEl>
                    <p:spTgt spid="10"/>
                  </p:tgtEl>
                </p:cond>
              </p:nextCondLst>
            </p:seq>
          </p:childTnLst>
        </p:cTn>
      </p:par>
    </p:tnLst>
    <p:bldLst>
      <p:bldP spid="1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075"/>
        <p:cNvGrpSpPr/>
        <p:nvPr/>
      </p:nvGrpSpPr>
      <p:grpSpPr>
        <a:xfrm>
          <a:off x="0" y="0"/>
          <a:ext cx="0" cy="0"/>
          <a:chOff x="0" y="0"/>
          <a:chExt cx="0" cy="0"/>
        </a:xfrm>
      </p:grpSpPr>
      <p:sp>
        <p:nvSpPr>
          <p:cNvPr id="2076" name="Google Shape;2076;p34"/>
          <p:cNvSpPr txBox="1">
            <a:spLocks noGrp="1"/>
          </p:cNvSpPr>
          <p:nvPr>
            <p:ph type="sldNum" idx="12"/>
          </p:nvPr>
        </p:nvSpPr>
        <p:spPr>
          <a:xfrm>
            <a:off x="11532033" y="6182333"/>
            <a:ext cx="609200" cy="624800"/>
          </a:xfrm>
          <a:prstGeom prst="rect">
            <a:avLst/>
          </a:prstGeom>
        </p:spPr>
        <p:txBody>
          <a:bodyPr spcFirstLastPara="1" vert="horz" wrap="square" lIns="0" tIns="0" rIns="0" bIns="0" rtlCol="0" anchor="b" anchorCtr="0">
            <a:noAutofit/>
          </a:bodyPr>
          <a:lstStyle/>
          <a:p>
            <a:fld id="{00000000-1234-1234-1234-123412341234}" type="slidenum">
              <a:rPr lang="en"/>
              <a:pPr/>
              <a:t>27</a:t>
            </a:fld>
            <a:endParaRPr/>
          </a:p>
        </p:txBody>
      </p:sp>
      <p:sp>
        <p:nvSpPr>
          <p:cNvPr id="2223" name="Google Shape;2223;p34"/>
          <p:cNvSpPr txBox="1">
            <a:spLocks noGrp="1"/>
          </p:cNvSpPr>
          <p:nvPr>
            <p:ph type="ctrTitle" idx="4294967295"/>
          </p:nvPr>
        </p:nvSpPr>
        <p:spPr>
          <a:xfrm>
            <a:off x="447869" y="355447"/>
            <a:ext cx="5996873" cy="716697"/>
          </a:xfrm>
          <a:prstGeom prst="rect">
            <a:avLst/>
          </a:prstGeom>
        </p:spPr>
        <p:txBody>
          <a:bodyPr spcFirstLastPara="1" vert="horz" wrap="square" lIns="0" tIns="0" rIns="0" bIns="0" rtlCol="0" anchor="t" anchorCtr="0">
            <a:noAutofit/>
          </a:bodyPr>
          <a:lstStyle/>
          <a:p>
            <a:pPr>
              <a:spcBef>
                <a:spcPts val="0"/>
              </a:spcBef>
            </a:pPr>
            <a:r>
              <a:rPr lang="en" sz="5400"/>
              <a:t>CONCLUSION</a:t>
            </a:r>
            <a:endParaRPr sz="5400"/>
          </a:p>
        </p:txBody>
      </p:sp>
      <p:sp>
        <p:nvSpPr>
          <p:cNvPr id="2224" name="Google Shape;2224;p34"/>
          <p:cNvSpPr txBox="1">
            <a:spLocks noGrp="1"/>
          </p:cNvSpPr>
          <p:nvPr>
            <p:ph type="subTitle" idx="4294967295"/>
          </p:nvPr>
        </p:nvSpPr>
        <p:spPr>
          <a:xfrm>
            <a:off x="283782" y="1434066"/>
            <a:ext cx="6821191" cy="4555191"/>
          </a:xfrm>
          <a:prstGeom prst="rect">
            <a:avLst/>
          </a:prstGeom>
        </p:spPr>
        <p:txBody>
          <a:bodyPr spcFirstLastPara="1" vert="horz" wrap="square" lIns="0" tIns="0" rIns="0" bIns="0" rtlCol="0" anchor="t" anchorCtr="0">
            <a:noAutofit/>
          </a:bodyPr>
          <a:lstStyle/>
          <a:p>
            <a:pPr>
              <a:buFont typeface="Wingdings" panose="05000000000000000000" pitchFamily="2" charset="2"/>
              <a:buChar char="v"/>
            </a:pPr>
            <a:r>
              <a:rPr lang="en-US" sz="1800">
                <a:cs typeface="Sabon Next LT"/>
              </a:rPr>
              <a:t>Generate and sustain the company’s spreadsheet</a:t>
            </a:r>
          </a:p>
          <a:p>
            <a:pPr>
              <a:buFont typeface="Wingdings" panose="05000000000000000000" pitchFamily="2" charset="2"/>
              <a:buChar char="v"/>
            </a:pPr>
            <a:r>
              <a:rPr lang="en-US" sz="1800">
                <a:cs typeface="Sabon Next LT"/>
              </a:rPr>
              <a:t>Manufacturing explicit data into spreadsheet</a:t>
            </a:r>
          </a:p>
          <a:p>
            <a:pPr>
              <a:buFont typeface="Wingdings" panose="05000000000000000000" pitchFamily="2" charset="2"/>
              <a:buChar char="v"/>
            </a:pPr>
            <a:r>
              <a:rPr lang="en-US" sz="1800">
                <a:cs typeface="Sabon Next LT"/>
              </a:rPr>
              <a:t>Innovative design</a:t>
            </a:r>
          </a:p>
          <a:p>
            <a:pPr>
              <a:buFont typeface="Wingdings" panose="05000000000000000000" pitchFamily="2" charset="2"/>
              <a:buChar char="v"/>
            </a:pPr>
            <a:r>
              <a:rPr lang="en-US" sz="1800">
                <a:cs typeface="Sabon Next LT"/>
              </a:rPr>
              <a:t>Microsoft Teams Video Training</a:t>
            </a:r>
            <a:endParaRPr lang="en-US" sz="1800">
              <a:cs typeface="Sabon Next LT"/>
              <a:hlinkClick r:id="rId4"/>
            </a:endParaRPr>
          </a:p>
          <a:p>
            <a:pPr>
              <a:lnSpc>
                <a:spcPct val="100000"/>
              </a:lnSpc>
              <a:spcBef>
                <a:spcPts val="800"/>
              </a:spcBef>
              <a:buFont typeface="Wingdings" panose="05000000000000000000" pitchFamily="2" charset="2"/>
              <a:buChar char="v"/>
            </a:pPr>
            <a:endParaRPr lang="en-US" sz="1800">
              <a:cs typeface="Sabon Next LT"/>
            </a:endParaRPr>
          </a:p>
        </p:txBody>
      </p:sp>
      <p:cxnSp>
        <p:nvCxnSpPr>
          <p:cNvPr id="3" name="Straight Connector 2">
            <a:extLst>
              <a:ext uri="{FF2B5EF4-FFF2-40B4-BE49-F238E27FC236}">
                <a16:creationId xmlns:a16="http://schemas.microsoft.com/office/drawing/2014/main" id="{C96B3C67-8788-21AE-8D1F-EC24DA4081F3}"/>
              </a:ext>
            </a:extLst>
          </p:cNvPr>
          <p:cNvCxnSpPr>
            <a:cxnSpLocks/>
          </p:cNvCxnSpPr>
          <p:nvPr/>
        </p:nvCxnSpPr>
        <p:spPr>
          <a:xfrm>
            <a:off x="418314" y="1072148"/>
            <a:ext cx="4592225" cy="0"/>
          </a:xfrm>
          <a:prstGeom prst="line">
            <a:avLst/>
          </a:prstGeom>
          <a:ln w="3175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2" name="Google Shape;744;p18">
            <a:extLst>
              <a:ext uri="{FF2B5EF4-FFF2-40B4-BE49-F238E27FC236}">
                <a16:creationId xmlns:a16="http://schemas.microsoft.com/office/drawing/2014/main" id="{9AC089BF-A298-C7E5-5082-EDAB19285981}"/>
              </a:ext>
            </a:extLst>
          </p:cNvPr>
          <p:cNvGrpSpPr/>
          <p:nvPr/>
        </p:nvGrpSpPr>
        <p:grpSpPr>
          <a:xfrm>
            <a:off x="7852492" y="1285377"/>
            <a:ext cx="3428998" cy="3803331"/>
            <a:chOff x="2152750" y="190500"/>
            <a:chExt cx="4293756" cy="4762499"/>
          </a:xfrm>
        </p:grpSpPr>
        <p:sp>
          <p:nvSpPr>
            <p:cNvPr id="4" name="Google Shape;745;p18">
              <a:extLst>
                <a:ext uri="{FF2B5EF4-FFF2-40B4-BE49-F238E27FC236}">
                  <a16:creationId xmlns:a16="http://schemas.microsoft.com/office/drawing/2014/main" id="{A6276D0A-2A14-C5D1-2C2D-71190BA81603}"/>
                </a:ext>
              </a:extLst>
            </p:cNvPr>
            <p:cNvSpPr/>
            <p:nvPr/>
          </p:nvSpPr>
          <p:spPr>
            <a:xfrm>
              <a:off x="2152750" y="2957607"/>
              <a:ext cx="756691" cy="437959"/>
            </a:xfrm>
            <a:custGeom>
              <a:avLst/>
              <a:gdLst/>
              <a:ahLst/>
              <a:cxnLst/>
              <a:rect l="l" t="t" r="r" b="b"/>
              <a:pathLst>
                <a:path w="756691" h="437959" extrusionOk="0">
                  <a:moveTo>
                    <a:pt x="756692" y="218980"/>
                  </a:moveTo>
                  <a:cubicBezTo>
                    <a:pt x="756692" y="339919"/>
                    <a:pt x="587300" y="437959"/>
                    <a:pt x="378346" y="437959"/>
                  </a:cubicBezTo>
                  <a:cubicBezTo>
                    <a:pt x="169391" y="437959"/>
                    <a:pt x="0" y="339919"/>
                    <a:pt x="0" y="218980"/>
                  </a:cubicBezTo>
                  <a:cubicBezTo>
                    <a:pt x="0" y="98041"/>
                    <a:pt x="169391" y="0"/>
                    <a:pt x="378346" y="0"/>
                  </a:cubicBezTo>
                  <a:cubicBezTo>
                    <a:pt x="587300" y="0"/>
                    <a:pt x="756692" y="98041"/>
                    <a:pt x="756692" y="21898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 name="Google Shape;746;p18">
              <a:extLst>
                <a:ext uri="{FF2B5EF4-FFF2-40B4-BE49-F238E27FC236}">
                  <a16:creationId xmlns:a16="http://schemas.microsoft.com/office/drawing/2014/main" id="{8C65204C-577C-D5D9-A5FA-ED08E3E637AC}"/>
                </a:ext>
              </a:extLst>
            </p:cNvPr>
            <p:cNvSpPr/>
            <p:nvPr/>
          </p:nvSpPr>
          <p:spPr>
            <a:xfrm>
              <a:off x="2318956" y="3109336"/>
              <a:ext cx="225716" cy="175248"/>
            </a:xfrm>
            <a:custGeom>
              <a:avLst/>
              <a:gdLst/>
              <a:ahLst/>
              <a:cxnLst/>
              <a:rect l="l" t="t" r="r" b="b"/>
              <a:pathLst>
                <a:path w="225716" h="175248" extrusionOk="0">
                  <a:moveTo>
                    <a:pt x="18072" y="5"/>
                  </a:moveTo>
                  <a:cubicBezTo>
                    <a:pt x="45158" y="22103"/>
                    <a:pt x="85074" y="1910"/>
                    <a:pt x="87070" y="3910"/>
                  </a:cubicBezTo>
                  <a:cubicBezTo>
                    <a:pt x="118886" y="33494"/>
                    <a:pt x="152260" y="61346"/>
                    <a:pt x="187050" y="87349"/>
                  </a:cubicBezTo>
                  <a:cubicBezTo>
                    <a:pt x="203871" y="100684"/>
                    <a:pt x="230197" y="118400"/>
                    <a:pt x="225065" y="144023"/>
                  </a:cubicBezTo>
                  <a:cubicBezTo>
                    <a:pt x="216511" y="189742"/>
                    <a:pt x="143522" y="175646"/>
                    <a:pt x="115961" y="161644"/>
                  </a:cubicBezTo>
                  <a:cubicBezTo>
                    <a:pt x="88400" y="147642"/>
                    <a:pt x="65876" y="124496"/>
                    <a:pt x="39931" y="108304"/>
                  </a:cubicBezTo>
                  <a:cubicBezTo>
                    <a:pt x="20924" y="96683"/>
                    <a:pt x="2961" y="90682"/>
                    <a:pt x="110" y="67156"/>
                  </a:cubicBezTo>
                  <a:cubicBezTo>
                    <a:pt x="-1410" y="52964"/>
                    <a:pt x="13225" y="-567"/>
                    <a:pt x="18072" y="5"/>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 name="Google Shape;747;p18">
              <a:extLst>
                <a:ext uri="{FF2B5EF4-FFF2-40B4-BE49-F238E27FC236}">
                  <a16:creationId xmlns:a16="http://schemas.microsoft.com/office/drawing/2014/main" id="{DFD09D6B-B80C-23A1-A256-ED58A7EEA621}"/>
                </a:ext>
              </a:extLst>
            </p:cNvPr>
            <p:cNvSpPr/>
            <p:nvPr/>
          </p:nvSpPr>
          <p:spPr>
            <a:xfrm>
              <a:off x="2319304" y="3166967"/>
              <a:ext cx="224715" cy="117585"/>
            </a:xfrm>
            <a:custGeom>
              <a:avLst/>
              <a:gdLst/>
              <a:ahLst/>
              <a:cxnLst/>
              <a:rect l="l" t="t" r="r" b="b"/>
              <a:pathLst>
                <a:path w="224715" h="117585" extrusionOk="0">
                  <a:moveTo>
                    <a:pt x="427" y="0"/>
                  </a:moveTo>
                  <a:cubicBezTo>
                    <a:pt x="3943" y="22574"/>
                    <a:pt x="22000" y="28575"/>
                    <a:pt x="40533" y="40291"/>
                  </a:cubicBezTo>
                  <a:cubicBezTo>
                    <a:pt x="66953" y="56769"/>
                    <a:pt x="90332" y="80582"/>
                    <a:pt x="117893" y="94583"/>
                  </a:cubicBezTo>
                  <a:cubicBezTo>
                    <a:pt x="143364" y="107442"/>
                    <a:pt x="206849" y="120301"/>
                    <a:pt x="224716" y="87630"/>
                  </a:cubicBezTo>
                  <a:cubicBezTo>
                    <a:pt x="215212" y="131731"/>
                    <a:pt x="143269" y="117920"/>
                    <a:pt x="115993" y="104013"/>
                  </a:cubicBezTo>
                  <a:cubicBezTo>
                    <a:pt x="88717" y="90107"/>
                    <a:pt x="65908" y="66866"/>
                    <a:pt x="39962" y="50673"/>
                  </a:cubicBezTo>
                  <a:cubicBezTo>
                    <a:pt x="20955" y="39053"/>
                    <a:pt x="2993" y="33052"/>
                    <a:pt x="142" y="9525"/>
                  </a:cubicBezTo>
                  <a:cubicBezTo>
                    <a:pt x="-117" y="6353"/>
                    <a:pt x="-21" y="3153"/>
                    <a:pt x="42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 name="Google Shape;748;p18">
              <a:extLst>
                <a:ext uri="{FF2B5EF4-FFF2-40B4-BE49-F238E27FC236}">
                  <a16:creationId xmlns:a16="http://schemas.microsoft.com/office/drawing/2014/main" id="{D40FCF43-277A-5844-9EE3-11A2FA45CD67}"/>
                </a:ext>
              </a:extLst>
            </p:cNvPr>
            <p:cNvSpPr/>
            <p:nvPr/>
          </p:nvSpPr>
          <p:spPr>
            <a:xfrm>
              <a:off x="2550431" y="3021675"/>
              <a:ext cx="225586" cy="168802"/>
            </a:xfrm>
            <a:custGeom>
              <a:avLst/>
              <a:gdLst/>
              <a:ahLst/>
              <a:cxnLst/>
              <a:rect l="l" t="t" r="r" b="b"/>
              <a:pathLst>
                <a:path w="225586" h="168802" extrusionOk="0">
                  <a:moveTo>
                    <a:pt x="21626" y="130"/>
                  </a:moveTo>
                  <a:cubicBezTo>
                    <a:pt x="48617" y="22228"/>
                    <a:pt x="96040" y="-1965"/>
                    <a:pt x="97656" y="130"/>
                  </a:cubicBezTo>
                  <a:cubicBezTo>
                    <a:pt x="125867" y="28715"/>
                    <a:pt x="155661" y="55680"/>
                    <a:pt x="186897" y="80902"/>
                  </a:cubicBezTo>
                  <a:cubicBezTo>
                    <a:pt x="203813" y="94237"/>
                    <a:pt x="230139" y="111954"/>
                    <a:pt x="224912" y="137576"/>
                  </a:cubicBezTo>
                  <a:cubicBezTo>
                    <a:pt x="216358" y="183296"/>
                    <a:pt x="143369" y="169199"/>
                    <a:pt x="115808" y="155197"/>
                  </a:cubicBezTo>
                  <a:cubicBezTo>
                    <a:pt x="88247" y="141196"/>
                    <a:pt x="65723" y="118050"/>
                    <a:pt x="39778" y="101857"/>
                  </a:cubicBezTo>
                  <a:cubicBezTo>
                    <a:pt x="20770" y="90237"/>
                    <a:pt x="2903" y="84236"/>
                    <a:pt x="52" y="60709"/>
                  </a:cubicBezTo>
                  <a:cubicBezTo>
                    <a:pt x="-1088" y="46517"/>
                    <a:pt x="16779" y="-441"/>
                    <a:pt x="21626" y="130"/>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 name="Google Shape;749;p18">
              <a:extLst>
                <a:ext uri="{FF2B5EF4-FFF2-40B4-BE49-F238E27FC236}">
                  <a16:creationId xmlns:a16="http://schemas.microsoft.com/office/drawing/2014/main" id="{A953A9F4-76F8-48C7-52E7-30A0D8EDE143}"/>
                </a:ext>
              </a:extLst>
            </p:cNvPr>
            <p:cNvSpPr/>
            <p:nvPr/>
          </p:nvSpPr>
          <p:spPr>
            <a:xfrm>
              <a:off x="2551534" y="3076575"/>
              <a:ext cx="224758" cy="117584"/>
            </a:xfrm>
            <a:custGeom>
              <a:avLst/>
              <a:gdLst/>
              <a:ahLst/>
              <a:cxnLst/>
              <a:rect l="l" t="t" r="r" b="b"/>
              <a:pathLst>
                <a:path w="224758" h="117584" extrusionOk="0">
                  <a:moveTo>
                    <a:pt x="375" y="0"/>
                  </a:moveTo>
                  <a:cubicBezTo>
                    <a:pt x="3986" y="22574"/>
                    <a:pt x="22043" y="28575"/>
                    <a:pt x="40481" y="40291"/>
                  </a:cubicBezTo>
                  <a:cubicBezTo>
                    <a:pt x="66996" y="56769"/>
                    <a:pt x="90375" y="80581"/>
                    <a:pt x="117841" y="94583"/>
                  </a:cubicBezTo>
                  <a:cubicBezTo>
                    <a:pt x="143312" y="107442"/>
                    <a:pt x="206892" y="120301"/>
                    <a:pt x="224759" y="87630"/>
                  </a:cubicBezTo>
                  <a:cubicBezTo>
                    <a:pt x="215255" y="131731"/>
                    <a:pt x="143217" y="117920"/>
                    <a:pt x="115941" y="104013"/>
                  </a:cubicBezTo>
                  <a:cubicBezTo>
                    <a:pt x="88665" y="90106"/>
                    <a:pt x="65951" y="66865"/>
                    <a:pt x="39910" y="50673"/>
                  </a:cubicBezTo>
                  <a:cubicBezTo>
                    <a:pt x="21378" y="39053"/>
                    <a:pt x="3036" y="33052"/>
                    <a:pt x="185" y="9525"/>
                  </a:cubicBezTo>
                  <a:cubicBezTo>
                    <a:pt x="-114" y="6353"/>
                    <a:pt x="-50" y="3153"/>
                    <a:pt x="375"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 name="Google Shape;750;p18">
              <a:extLst>
                <a:ext uri="{FF2B5EF4-FFF2-40B4-BE49-F238E27FC236}">
                  <a16:creationId xmlns:a16="http://schemas.microsoft.com/office/drawing/2014/main" id="{6A094340-FC3B-27D3-FB98-6650ACE021D6}"/>
                </a:ext>
              </a:extLst>
            </p:cNvPr>
            <p:cNvSpPr/>
            <p:nvPr/>
          </p:nvSpPr>
          <p:spPr>
            <a:xfrm>
              <a:off x="2330724" y="2010537"/>
              <a:ext cx="387976" cy="1115665"/>
            </a:xfrm>
            <a:custGeom>
              <a:avLst/>
              <a:gdLst/>
              <a:ahLst/>
              <a:cxnLst/>
              <a:rect l="l" t="t" r="r" b="b"/>
              <a:pathLst>
                <a:path w="387976" h="1115665" extrusionOk="0">
                  <a:moveTo>
                    <a:pt x="4689" y="96964"/>
                  </a:moveTo>
                  <a:cubicBezTo>
                    <a:pt x="6019" y="138017"/>
                    <a:pt x="18754" y="316039"/>
                    <a:pt x="24456" y="410623"/>
                  </a:cubicBezTo>
                  <a:cubicBezTo>
                    <a:pt x="30159" y="505206"/>
                    <a:pt x="31489" y="620173"/>
                    <a:pt x="31489" y="620173"/>
                  </a:cubicBezTo>
                  <a:cubicBezTo>
                    <a:pt x="31489" y="620173"/>
                    <a:pt x="15238" y="688943"/>
                    <a:pt x="4689" y="769715"/>
                  </a:cubicBezTo>
                  <a:cubicBezTo>
                    <a:pt x="-5861" y="850487"/>
                    <a:pt x="4689" y="1105472"/>
                    <a:pt x="4689" y="1105472"/>
                  </a:cubicBezTo>
                  <a:cubicBezTo>
                    <a:pt x="25827" y="1119064"/>
                    <a:pt x="52928" y="1119064"/>
                    <a:pt x="74066" y="1105472"/>
                  </a:cubicBezTo>
                  <a:cubicBezTo>
                    <a:pt x="74066" y="1105472"/>
                    <a:pt x="117403" y="901446"/>
                    <a:pt x="137456" y="809530"/>
                  </a:cubicBezTo>
                  <a:cubicBezTo>
                    <a:pt x="157509" y="717614"/>
                    <a:pt x="161026" y="664559"/>
                    <a:pt x="171480" y="607600"/>
                  </a:cubicBezTo>
                  <a:cubicBezTo>
                    <a:pt x="184025" y="538639"/>
                    <a:pt x="211206" y="217075"/>
                    <a:pt x="211206" y="217075"/>
                  </a:cubicBezTo>
                  <a:lnTo>
                    <a:pt x="222040" y="217742"/>
                  </a:lnTo>
                  <a:lnTo>
                    <a:pt x="250551" y="580930"/>
                  </a:lnTo>
                  <a:cubicBezTo>
                    <a:pt x="241642" y="607685"/>
                    <a:pt x="235526" y="635299"/>
                    <a:pt x="232304" y="663321"/>
                  </a:cubicBezTo>
                  <a:cubicBezTo>
                    <a:pt x="224416" y="722471"/>
                    <a:pt x="240573" y="1020127"/>
                    <a:pt x="240573" y="1020127"/>
                  </a:cubicBezTo>
                  <a:cubicBezTo>
                    <a:pt x="264164" y="1033272"/>
                    <a:pt x="293106" y="1032091"/>
                    <a:pt x="315557" y="1017079"/>
                  </a:cubicBezTo>
                  <a:cubicBezTo>
                    <a:pt x="315557" y="1017079"/>
                    <a:pt x="387976" y="622840"/>
                    <a:pt x="387976" y="562832"/>
                  </a:cubicBezTo>
                  <a:cubicBezTo>
                    <a:pt x="387976" y="523208"/>
                    <a:pt x="381229" y="0"/>
                    <a:pt x="381229" y="0"/>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 name="Google Shape;751;p18">
              <a:extLst>
                <a:ext uri="{FF2B5EF4-FFF2-40B4-BE49-F238E27FC236}">
                  <a16:creationId xmlns:a16="http://schemas.microsoft.com/office/drawing/2014/main" id="{1B452D51-1129-151B-1F67-EFEB1DB922D7}"/>
                </a:ext>
              </a:extLst>
            </p:cNvPr>
            <p:cNvSpPr/>
            <p:nvPr/>
          </p:nvSpPr>
          <p:spPr>
            <a:xfrm>
              <a:off x="2382705" y="1314450"/>
              <a:ext cx="248692" cy="242377"/>
            </a:xfrm>
            <a:custGeom>
              <a:avLst/>
              <a:gdLst/>
              <a:ahLst/>
              <a:cxnLst/>
              <a:rect l="l" t="t" r="r" b="b"/>
              <a:pathLst>
                <a:path w="248692" h="242377" extrusionOk="0">
                  <a:moveTo>
                    <a:pt x="50881" y="0"/>
                  </a:moveTo>
                  <a:cubicBezTo>
                    <a:pt x="50881" y="0"/>
                    <a:pt x="55538" y="89440"/>
                    <a:pt x="53542" y="97346"/>
                  </a:cubicBezTo>
                  <a:cubicBezTo>
                    <a:pt x="51546" y="105251"/>
                    <a:pt x="12486" y="131540"/>
                    <a:pt x="1176" y="140970"/>
                  </a:cubicBezTo>
                  <a:cubicBezTo>
                    <a:pt x="-10133" y="150400"/>
                    <a:pt x="62951" y="222599"/>
                    <a:pt x="98400" y="238887"/>
                  </a:cubicBezTo>
                  <a:cubicBezTo>
                    <a:pt x="133849" y="255175"/>
                    <a:pt x="246564" y="212217"/>
                    <a:pt x="248560" y="156782"/>
                  </a:cubicBezTo>
                  <a:cubicBezTo>
                    <a:pt x="250556" y="101346"/>
                    <a:pt x="229552" y="54769"/>
                    <a:pt x="211970" y="52006"/>
                  </a:cubicBezTo>
                  <a:cubicBezTo>
                    <a:pt x="194388" y="49244"/>
                    <a:pt x="50881" y="0"/>
                    <a:pt x="50881" y="0"/>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 name="Google Shape;752;p18">
              <a:extLst>
                <a:ext uri="{FF2B5EF4-FFF2-40B4-BE49-F238E27FC236}">
                  <a16:creationId xmlns:a16="http://schemas.microsoft.com/office/drawing/2014/main" id="{2EDE619D-6528-8818-99BE-DCA8A1B9EFDF}"/>
                </a:ext>
              </a:extLst>
            </p:cNvPr>
            <p:cNvSpPr/>
            <p:nvPr/>
          </p:nvSpPr>
          <p:spPr>
            <a:xfrm>
              <a:off x="2671394" y="1371981"/>
              <a:ext cx="353519" cy="695039"/>
            </a:xfrm>
            <a:custGeom>
              <a:avLst/>
              <a:gdLst/>
              <a:ahLst/>
              <a:cxnLst/>
              <a:rect l="l" t="t" r="r" b="b"/>
              <a:pathLst>
                <a:path w="353519" h="695039" extrusionOk="0">
                  <a:moveTo>
                    <a:pt x="6725" y="108394"/>
                  </a:moveTo>
                  <a:cubicBezTo>
                    <a:pt x="11952" y="68961"/>
                    <a:pt x="-13993" y="31432"/>
                    <a:pt x="11192" y="0"/>
                  </a:cubicBezTo>
                  <a:cubicBezTo>
                    <a:pt x="99292" y="86582"/>
                    <a:pt x="88077" y="315754"/>
                    <a:pt x="108130" y="462344"/>
                  </a:cubicBezTo>
                  <a:cubicBezTo>
                    <a:pt x="173516" y="530924"/>
                    <a:pt x="305049" y="598456"/>
                    <a:pt x="342114" y="614744"/>
                  </a:cubicBezTo>
                  <a:cubicBezTo>
                    <a:pt x="348861" y="617791"/>
                    <a:pt x="354659" y="621030"/>
                    <a:pt x="353328" y="628364"/>
                  </a:cubicBezTo>
                  <a:cubicBezTo>
                    <a:pt x="348006" y="656939"/>
                    <a:pt x="339738" y="667798"/>
                    <a:pt x="322726" y="695039"/>
                  </a:cubicBezTo>
                  <a:cubicBezTo>
                    <a:pt x="235671" y="657415"/>
                    <a:pt x="172946" y="635794"/>
                    <a:pt x="64223" y="532257"/>
                  </a:cubicBezTo>
                  <a:cubicBezTo>
                    <a:pt x="53909" y="521094"/>
                    <a:pt x="44680" y="508978"/>
                    <a:pt x="36662" y="496062"/>
                  </a:cubicBezTo>
                  <a:cubicBezTo>
                    <a:pt x="5584" y="403479"/>
                    <a:pt x="-2209" y="176498"/>
                    <a:pt x="6725" y="108394"/>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 name="Google Shape;753;p18">
              <a:extLst>
                <a:ext uri="{FF2B5EF4-FFF2-40B4-BE49-F238E27FC236}">
                  <a16:creationId xmlns:a16="http://schemas.microsoft.com/office/drawing/2014/main" id="{744484D6-5939-F21D-AE48-040749BE839A}"/>
                </a:ext>
              </a:extLst>
            </p:cNvPr>
            <p:cNvSpPr/>
            <p:nvPr/>
          </p:nvSpPr>
          <p:spPr>
            <a:xfrm>
              <a:off x="2315965" y="1348763"/>
              <a:ext cx="403432" cy="814679"/>
            </a:xfrm>
            <a:custGeom>
              <a:avLst/>
              <a:gdLst/>
              <a:ahLst/>
              <a:cxnLst/>
              <a:rect l="l" t="t" r="r" b="b"/>
              <a:pathLst>
                <a:path w="403432" h="814679" extrusionOk="0">
                  <a:moveTo>
                    <a:pt x="107642" y="78462"/>
                  </a:moveTo>
                  <a:cubicBezTo>
                    <a:pt x="107642" y="78462"/>
                    <a:pt x="172458" y="175236"/>
                    <a:pt x="262839" y="184761"/>
                  </a:cubicBezTo>
                  <a:cubicBezTo>
                    <a:pt x="291351" y="156186"/>
                    <a:pt x="293917" y="56364"/>
                    <a:pt x="254476" y="24360"/>
                  </a:cubicBezTo>
                  <a:cubicBezTo>
                    <a:pt x="254476" y="24360"/>
                    <a:pt x="290780" y="-4977"/>
                    <a:pt x="315585" y="738"/>
                  </a:cubicBezTo>
                  <a:cubicBezTo>
                    <a:pt x="342222" y="16921"/>
                    <a:pt x="362057" y="42286"/>
                    <a:pt x="371373" y="72081"/>
                  </a:cubicBezTo>
                  <a:cubicBezTo>
                    <a:pt x="394367" y="138651"/>
                    <a:pt x="405154" y="208831"/>
                    <a:pt x="403210" y="279249"/>
                  </a:cubicBezTo>
                  <a:cubicBezTo>
                    <a:pt x="401690" y="374499"/>
                    <a:pt x="403210" y="664250"/>
                    <a:pt x="403210" y="664250"/>
                  </a:cubicBezTo>
                  <a:cubicBezTo>
                    <a:pt x="403210" y="664250"/>
                    <a:pt x="390570" y="725591"/>
                    <a:pt x="308838" y="771216"/>
                  </a:cubicBezTo>
                  <a:cubicBezTo>
                    <a:pt x="227105" y="816840"/>
                    <a:pt x="166281" y="821317"/>
                    <a:pt x="110874" y="808363"/>
                  </a:cubicBezTo>
                  <a:cubicBezTo>
                    <a:pt x="65065" y="797695"/>
                    <a:pt x="27240" y="781503"/>
                    <a:pt x="11559" y="748260"/>
                  </a:cubicBezTo>
                  <a:cubicBezTo>
                    <a:pt x="15646" y="681585"/>
                    <a:pt x="45298" y="508040"/>
                    <a:pt x="34178" y="424410"/>
                  </a:cubicBezTo>
                  <a:cubicBezTo>
                    <a:pt x="23059" y="340781"/>
                    <a:pt x="5667" y="278202"/>
                    <a:pt x="915" y="210574"/>
                  </a:cubicBezTo>
                  <a:cubicBezTo>
                    <a:pt x="-3837" y="142947"/>
                    <a:pt x="9848" y="143899"/>
                    <a:pt x="43682" y="120182"/>
                  </a:cubicBezTo>
                  <a:cubicBezTo>
                    <a:pt x="63986" y="104770"/>
                    <a:pt x="85361" y="90826"/>
                    <a:pt x="107642" y="78462"/>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 name="Google Shape;754;p18">
              <a:extLst>
                <a:ext uri="{FF2B5EF4-FFF2-40B4-BE49-F238E27FC236}">
                  <a16:creationId xmlns:a16="http://schemas.microsoft.com/office/drawing/2014/main" id="{D8B4CC5D-0A5B-B3AC-C543-A11F40B40948}"/>
                </a:ext>
              </a:extLst>
            </p:cNvPr>
            <p:cNvSpPr/>
            <p:nvPr/>
          </p:nvSpPr>
          <p:spPr>
            <a:xfrm>
              <a:off x="2373403" y="1062776"/>
              <a:ext cx="268166" cy="327122"/>
            </a:xfrm>
            <a:custGeom>
              <a:avLst/>
              <a:gdLst/>
              <a:ahLst/>
              <a:cxnLst/>
              <a:rect l="l" t="t" r="r" b="b"/>
              <a:pathLst>
                <a:path w="268166" h="327122" extrusionOk="0">
                  <a:moveTo>
                    <a:pt x="262234" y="118324"/>
                  </a:moveTo>
                  <a:lnTo>
                    <a:pt x="262234" y="118324"/>
                  </a:lnTo>
                  <a:cubicBezTo>
                    <a:pt x="251590" y="48886"/>
                    <a:pt x="201695" y="-3787"/>
                    <a:pt x="130227" y="214"/>
                  </a:cubicBezTo>
                  <a:cubicBezTo>
                    <a:pt x="54204" y="4462"/>
                    <a:pt x="-3996" y="69658"/>
                    <a:pt x="215" y="145851"/>
                  </a:cubicBezTo>
                  <a:cubicBezTo>
                    <a:pt x="2583" y="188590"/>
                    <a:pt x="24775" y="227747"/>
                    <a:pt x="60184" y="251674"/>
                  </a:cubicBezTo>
                  <a:cubicBezTo>
                    <a:pt x="62685" y="262208"/>
                    <a:pt x="66417" y="272400"/>
                    <a:pt x="71303" y="282058"/>
                  </a:cubicBezTo>
                  <a:cubicBezTo>
                    <a:pt x="96488" y="311681"/>
                    <a:pt x="172994" y="329683"/>
                    <a:pt x="194852" y="326826"/>
                  </a:cubicBezTo>
                  <a:cubicBezTo>
                    <a:pt x="223364" y="322825"/>
                    <a:pt x="238380" y="311014"/>
                    <a:pt x="251875" y="280153"/>
                  </a:cubicBezTo>
                  <a:cubicBezTo>
                    <a:pt x="275540" y="225385"/>
                    <a:pt x="268127" y="152518"/>
                    <a:pt x="262234" y="118324"/>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 name="Google Shape;755;p18">
              <a:extLst>
                <a:ext uri="{FF2B5EF4-FFF2-40B4-BE49-F238E27FC236}">
                  <a16:creationId xmlns:a16="http://schemas.microsoft.com/office/drawing/2014/main" id="{4DB7C58E-FF8F-E4D8-D89B-086F5ABC05FD}"/>
                </a:ext>
              </a:extLst>
            </p:cNvPr>
            <p:cNvSpPr/>
            <p:nvPr/>
          </p:nvSpPr>
          <p:spPr>
            <a:xfrm>
              <a:off x="2348404" y="1033740"/>
              <a:ext cx="282986" cy="280709"/>
            </a:xfrm>
            <a:custGeom>
              <a:avLst/>
              <a:gdLst/>
              <a:ahLst/>
              <a:cxnLst/>
              <a:rect l="l" t="t" r="r" b="b"/>
              <a:pathLst>
                <a:path w="282986" h="280709" extrusionOk="0">
                  <a:moveTo>
                    <a:pt x="85182" y="280709"/>
                  </a:moveTo>
                  <a:lnTo>
                    <a:pt x="85182" y="280709"/>
                  </a:lnTo>
                  <a:lnTo>
                    <a:pt x="91740" y="220130"/>
                  </a:lnTo>
                  <a:cubicBezTo>
                    <a:pt x="91740" y="220130"/>
                    <a:pt x="41940" y="91733"/>
                    <a:pt x="159122" y="116403"/>
                  </a:cubicBezTo>
                  <a:cubicBezTo>
                    <a:pt x="236102" y="132595"/>
                    <a:pt x="255490" y="139644"/>
                    <a:pt x="278964" y="87828"/>
                  </a:cubicBezTo>
                  <a:cubicBezTo>
                    <a:pt x="302439" y="36012"/>
                    <a:pt x="219661" y="-10565"/>
                    <a:pt x="121487" y="2103"/>
                  </a:cubicBezTo>
                  <a:cubicBezTo>
                    <a:pt x="51379" y="9511"/>
                    <a:pt x="-1397" y="69481"/>
                    <a:pt x="28" y="140120"/>
                  </a:cubicBezTo>
                  <a:cubicBezTo>
                    <a:pt x="2594" y="178506"/>
                    <a:pt x="12763" y="255658"/>
                    <a:pt x="85182" y="280709"/>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 name="Google Shape;756;p18">
              <a:extLst>
                <a:ext uri="{FF2B5EF4-FFF2-40B4-BE49-F238E27FC236}">
                  <a16:creationId xmlns:a16="http://schemas.microsoft.com/office/drawing/2014/main" id="{773B3BA2-C717-9C3F-BB84-1DFE7C8ED09F}"/>
                </a:ext>
              </a:extLst>
            </p:cNvPr>
            <p:cNvSpPr/>
            <p:nvPr/>
          </p:nvSpPr>
          <p:spPr>
            <a:xfrm>
              <a:off x="2295460" y="1509426"/>
              <a:ext cx="362138" cy="623316"/>
            </a:xfrm>
            <a:custGeom>
              <a:avLst/>
              <a:gdLst/>
              <a:ahLst/>
              <a:cxnLst/>
              <a:rect l="l" t="t" r="r" b="b"/>
              <a:pathLst>
                <a:path w="362138" h="623316" extrusionOk="0">
                  <a:moveTo>
                    <a:pt x="1462" y="9525"/>
                  </a:moveTo>
                  <a:cubicBezTo>
                    <a:pt x="35295" y="0"/>
                    <a:pt x="9540" y="7906"/>
                    <a:pt x="35295" y="0"/>
                  </a:cubicBezTo>
                  <a:cubicBezTo>
                    <a:pt x="123395" y="86678"/>
                    <a:pt x="112466" y="235077"/>
                    <a:pt x="132424" y="381762"/>
                  </a:cubicBezTo>
                  <a:cubicBezTo>
                    <a:pt x="181083" y="462343"/>
                    <a:pt x="361655" y="571595"/>
                    <a:pt x="361655" y="571595"/>
                  </a:cubicBezTo>
                  <a:cubicBezTo>
                    <a:pt x="363936" y="587216"/>
                    <a:pt x="358424" y="591788"/>
                    <a:pt x="338941" y="623316"/>
                  </a:cubicBezTo>
                  <a:cubicBezTo>
                    <a:pt x="251982" y="585692"/>
                    <a:pt x="179088" y="553212"/>
                    <a:pt x="70364" y="449771"/>
                  </a:cubicBezTo>
                  <a:cubicBezTo>
                    <a:pt x="66088" y="445675"/>
                    <a:pt x="59815" y="444627"/>
                    <a:pt x="58009" y="439007"/>
                  </a:cubicBezTo>
                  <a:cubicBezTo>
                    <a:pt x="26932" y="345376"/>
                    <a:pt x="-7567" y="77724"/>
                    <a:pt x="1462" y="9525"/>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 name="Google Shape;757;p18">
              <a:extLst>
                <a:ext uri="{FF2B5EF4-FFF2-40B4-BE49-F238E27FC236}">
                  <a16:creationId xmlns:a16="http://schemas.microsoft.com/office/drawing/2014/main" id="{894B84ED-2A30-D596-32D7-32AE80586F65}"/>
                </a:ext>
              </a:extLst>
            </p:cNvPr>
            <p:cNvSpPr/>
            <p:nvPr/>
          </p:nvSpPr>
          <p:spPr>
            <a:xfrm>
              <a:off x="2681160" y="1699641"/>
              <a:ext cx="419212" cy="565118"/>
            </a:xfrm>
            <a:custGeom>
              <a:avLst/>
              <a:gdLst/>
              <a:ahLst/>
              <a:cxnLst/>
              <a:rect l="l" t="t" r="r" b="b"/>
              <a:pathLst>
                <a:path w="419212" h="565118" extrusionOk="0">
                  <a:moveTo>
                    <a:pt x="419212" y="0"/>
                  </a:moveTo>
                  <a:lnTo>
                    <a:pt x="287965" y="449771"/>
                  </a:lnTo>
                  <a:lnTo>
                    <a:pt x="0" y="565118"/>
                  </a:lnTo>
                  <a:lnTo>
                    <a:pt x="105017" y="126968"/>
                  </a:lnTo>
                  <a:lnTo>
                    <a:pt x="419212" y="0"/>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 name="Google Shape;758;p18">
              <a:extLst>
                <a:ext uri="{FF2B5EF4-FFF2-40B4-BE49-F238E27FC236}">
                  <a16:creationId xmlns:a16="http://schemas.microsoft.com/office/drawing/2014/main" id="{F70C31EA-5AFF-E4BF-7635-B7BAD7618E25}"/>
                </a:ext>
              </a:extLst>
            </p:cNvPr>
            <p:cNvSpPr/>
            <p:nvPr/>
          </p:nvSpPr>
          <p:spPr>
            <a:xfrm>
              <a:off x="2608827" y="2053875"/>
              <a:ext cx="212446" cy="104783"/>
            </a:xfrm>
            <a:custGeom>
              <a:avLst/>
              <a:gdLst/>
              <a:ahLst/>
              <a:cxnLst/>
              <a:rect l="l" t="t" r="r" b="b"/>
              <a:pathLst>
                <a:path w="212446" h="104783" extrusionOk="0">
                  <a:moveTo>
                    <a:pt x="2861" y="30194"/>
                  </a:moveTo>
                  <a:cubicBezTo>
                    <a:pt x="7137" y="14859"/>
                    <a:pt x="18257" y="18669"/>
                    <a:pt x="30707" y="22479"/>
                  </a:cubicBezTo>
                  <a:cubicBezTo>
                    <a:pt x="44209" y="27956"/>
                    <a:pt x="59041" y="29251"/>
                    <a:pt x="73284" y="26194"/>
                  </a:cubicBezTo>
                  <a:cubicBezTo>
                    <a:pt x="85164" y="22479"/>
                    <a:pt x="93717" y="12287"/>
                    <a:pt x="103791" y="5525"/>
                  </a:cubicBezTo>
                  <a:cubicBezTo>
                    <a:pt x="109552" y="2086"/>
                    <a:pt x="116096" y="181"/>
                    <a:pt x="122799" y="0"/>
                  </a:cubicBezTo>
                  <a:cubicBezTo>
                    <a:pt x="122228" y="3905"/>
                    <a:pt x="116241" y="26765"/>
                    <a:pt x="116241" y="26765"/>
                  </a:cubicBezTo>
                  <a:cubicBezTo>
                    <a:pt x="116241" y="26765"/>
                    <a:pt x="179346" y="27432"/>
                    <a:pt x="185809" y="26098"/>
                  </a:cubicBezTo>
                  <a:cubicBezTo>
                    <a:pt x="191634" y="25308"/>
                    <a:pt x="196997" y="29394"/>
                    <a:pt x="197789" y="35233"/>
                  </a:cubicBezTo>
                  <a:cubicBezTo>
                    <a:pt x="198199" y="38252"/>
                    <a:pt x="197297" y="41310"/>
                    <a:pt x="195312" y="43625"/>
                  </a:cubicBezTo>
                  <a:lnTo>
                    <a:pt x="199589" y="42958"/>
                  </a:lnTo>
                  <a:cubicBezTo>
                    <a:pt x="212514" y="40100"/>
                    <a:pt x="218027" y="59912"/>
                    <a:pt x="205006" y="62865"/>
                  </a:cubicBezTo>
                  <a:cubicBezTo>
                    <a:pt x="201585" y="63627"/>
                    <a:pt x="198069" y="64008"/>
                    <a:pt x="194457" y="64484"/>
                  </a:cubicBezTo>
                  <a:cubicBezTo>
                    <a:pt x="202915" y="67723"/>
                    <a:pt x="205006" y="81725"/>
                    <a:pt x="194457" y="83534"/>
                  </a:cubicBezTo>
                  <a:lnTo>
                    <a:pt x="191226" y="84106"/>
                  </a:lnTo>
                  <a:cubicBezTo>
                    <a:pt x="189741" y="84668"/>
                    <a:pt x="188151" y="84896"/>
                    <a:pt x="186569" y="84772"/>
                  </a:cubicBezTo>
                  <a:lnTo>
                    <a:pt x="184573" y="84772"/>
                  </a:lnTo>
                  <a:cubicBezTo>
                    <a:pt x="185790" y="90916"/>
                    <a:pt x="181809" y="96879"/>
                    <a:pt x="175683" y="98098"/>
                  </a:cubicBezTo>
                  <a:cubicBezTo>
                    <a:pt x="175480" y="98136"/>
                    <a:pt x="175275" y="98174"/>
                    <a:pt x="175069" y="98203"/>
                  </a:cubicBezTo>
                  <a:cubicBezTo>
                    <a:pt x="144277" y="102298"/>
                    <a:pt x="99039" y="114586"/>
                    <a:pt x="71098" y="89154"/>
                  </a:cubicBezTo>
                  <a:cubicBezTo>
                    <a:pt x="51763" y="87239"/>
                    <a:pt x="32878" y="82124"/>
                    <a:pt x="15216" y="74009"/>
                  </a:cubicBezTo>
                  <a:cubicBezTo>
                    <a:pt x="-1796" y="65913"/>
                    <a:pt x="-2271" y="48577"/>
                    <a:pt x="2861" y="30194"/>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 name="Google Shape;759;p18">
              <a:extLst>
                <a:ext uri="{FF2B5EF4-FFF2-40B4-BE49-F238E27FC236}">
                  <a16:creationId xmlns:a16="http://schemas.microsoft.com/office/drawing/2014/main" id="{BFE0AEBE-C0E1-201B-21EB-CD3C54EC2E47}"/>
                </a:ext>
              </a:extLst>
            </p:cNvPr>
            <p:cNvSpPr/>
            <p:nvPr/>
          </p:nvSpPr>
          <p:spPr>
            <a:xfrm>
              <a:off x="2916099" y="1987646"/>
              <a:ext cx="131568" cy="109091"/>
            </a:xfrm>
            <a:custGeom>
              <a:avLst/>
              <a:gdLst/>
              <a:ahLst/>
              <a:cxnLst/>
              <a:rect l="l" t="t" r="r" b="b"/>
              <a:pathLst>
                <a:path w="131568" h="109091" extrusionOk="0">
                  <a:moveTo>
                    <a:pt x="10639" y="59657"/>
                  </a:moveTo>
                  <a:lnTo>
                    <a:pt x="14916" y="59657"/>
                  </a:lnTo>
                  <a:cubicBezTo>
                    <a:pt x="10289" y="56028"/>
                    <a:pt x="9476" y="49322"/>
                    <a:pt x="13102" y="44683"/>
                  </a:cubicBezTo>
                  <a:cubicBezTo>
                    <a:pt x="14995" y="42255"/>
                    <a:pt x="17838" y="40778"/>
                    <a:pt x="20903" y="40607"/>
                  </a:cubicBezTo>
                  <a:cubicBezTo>
                    <a:pt x="27556" y="40607"/>
                    <a:pt x="92467" y="26986"/>
                    <a:pt x="92467" y="26986"/>
                  </a:cubicBezTo>
                  <a:lnTo>
                    <a:pt x="100260" y="221"/>
                  </a:lnTo>
                  <a:cubicBezTo>
                    <a:pt x="100260" y="-1303"/>
                    <a:pt x="111569" y="5555"/>
                    <a:pt x="111950" y="5840"/>
                  </a:cubicBezTo>
                  <a:cubicBezTo>
                    <a:pt x="123082" y="13146"/>
                    <a:pt x="130288" y="25138"/>
                    <a:pt x="131527" y="38416"/>
                  </a:cubicBezTo>
                  <a:cubicBezTo>
                    <a:pt x="132163" y="57028"/>
                    <a:pt x="125315" y="75116"/>
                    <a:pt x="112520" y="88613"/>
                  </a:cubicBezTo>
                  <a:cubicBezTo>
                    <a:pt x="100854" y="100414"/>
                    <a:pt x="85087" y="107244"/>
                    <a:pt x="68517" y="107663"/>
                  </a:cubicBezTo>
                  <a:cubicBezTo>
                    <a:pt x="60629" y="108139"/>
                    <a:pt x="53026" y="108520"/>
                    <a:pt x="46279" y="109092"/>
                  </a:cubicBezTo>
                  <a:cubicBezTo>
                    <a:pt x="40033" y="109092"/>
                    <a:pt x="34969" y="104015"/>
                    <a:pt x="34969" y="97757"/>
                  </a:cubicBezTo>
                  <a:cubicBezTo>
                    <a:pt x="34969" y="97728"/>
                    <a:pt x="34969" y="97690"/>
                    <a:pt x="34969" y="97661"/>
                  </a:cubicBezTo>
                  <a:lnTo>
                    <a:pt x="32973" y="97661"/>
                  </a:lnTo>
                  <a:cubicBezTo>
                    <a:pt x="31442" y="98023"/>
                    <a:pt x="29847" y="98023"/>
                    <a:pt x="28316" y="97661"/>
                  </a:cubicBezTo>
                  <a:lnTo>
                    <a:pt x="24990" y="97661"/>
                  </a:lnTo>
                  <a:cubicBezTo>
                    <a:pt x="13966" y="97661"/>
                    <a:pt x="13110" y="83946"/>
                    <a:pt x="20618" y="78611"/>
                  </a:cubicBezTo>
                  <a:cubicBezTo>
                    <a:pt x="17102" y="78611"/>
                    <a:pt x="13490" y="79278"/>
                    <a:pt x="9974" y="79278"/>
                  </a:cubicBezTo>
                  <a:cubicBezTo>
                    <a:pt x="-3806" y="80135"/>
                    <a:pt x="-3046" y="59561"/>
                    <a:pt x="10639" y="59657"/>
                  </a:cubicBezTo>
                  <a:close/>
                </a:path>
              </a:pathLst>
            </a:custGeom>
            <a:solidFill>
              <a:srgbClr val="DFAE8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 name="Google Shape;760;p18">
              <a:extLst>
                <a:ext uri="{FF2B5EF4-FFF2-40B4-BE49-F238E27FC236}">
                  <a16:creationId xmlns:a16="http://schemas.microsoft.com/office/drawing/2014/main" id="{EB5FF81D-6F75-1A2D-0403-5B09AC495C56}"/>
                </a:ext>
              </a:extLst>
            </p:cNvPr>
            <p:cNvSpPr/>
            <p:nvPr/>
          </p:nvSpPr>
          <p:spPr>
            <a:xfrm>
              <a:off x="2631550" y="1349025"/>
              <a:ext cx="130391" cy="190023"/>
            </a:xfrm>
            <a:custGeom>
              <a:avLst/>
              <a:gdLst/>
              <a:ahLst/>
              <a:cxnLst/>
              <a:rect l="l" t="t" r="r" b="b"/>
              <a:pathLst>
                <a:path w="130391" h="190023" extrusionOk="0">
                  <a:moveTo>
                    <a:pt x="83348" y="190024"/>
                  </a:moveTo>
                  <a:cubicBezTo>
                    <a:pt x="83348" y="190024"/>
                    <a:pt x="116611" y="188309"/>
                    <a:pt x="130392" y="168878"/>
                  </a:cubicBezTo>
                  <a:cubicBezTo>
                    <a:pt x="127826" y="135636"/>
                    <a:pt x="85344" y="9430"/>
                    <a:pt x="0" y="0"/>
                  </a:cubicBezTo>
                  <a:cubicBezTo>
                    <a:pt x="23264" y="16335"/>
                    <a:pt x="41713" y="38643"/>
                    <a:pt x="53411" y="64580"/>
                  </a:cubicBezTo>
                  <a:cubicBezTo>
                    <a:pt x="68902" y="102584"/>
                    <a:pt x="83348" y="190024"/>
                    <a:pt x="83348" y="190024"/>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 name="Google Shape;761;p18">
              <a:extLst>
                <a:ext uri="{FF2B5EF4-FFF2-40B4-BE49-F238E27FC236}">
                  <a16:creationId xmlns:a16="http://schemas.microsoft.com/office/drawing/2014/main" id="{2AA2615A-CB54-5C77-A1A3-DF6CA0621AE4}"/>
                </a:ext>
              </a:extLst>
            </p:cNvPr>
            <p:cNvSpPr/>
            <p:nvPr/>
          </p:nvSpPr>
          <p:spPr>
            <a:xfrm>
              <a:off x="2269458" y="1478036"/>
              <a:ext cx="157611" cy="236452"/>
            </a:xfrm>
            <a:custGeom>
              <a:avLst/>
              <a:gdLst/>
              <a:ahLst/>
              <a:cxnLst/>
              <a:rect l="l" t="t" r="r" b="b"/>
              <a:pathLst>
                <a:path w="157611" h="236452" extrusionOk="0">
                  <a:moveTo>
                    <a:pt x="12067" y="227795"/>
                  </a:moveTo>
                  <a:cubicBezTo>
                    <a:pt x="12067" y="227795"/>
                    <a:pt x="97031" y="257132"/>
                    <a:pt x="156905" y="207793"/>
                  </a:cubicBezTo>
                  <a:cubicBezTo>
                    <a:pt x="163463" y="196458"/>
                    <a:pt x="122216" y="51583"/>
                    <a:pt x="122216" y="51583"/>
                  </a:cubicBezTo>
                  <a:cubicBezTo>
                    <a:pt x="122216" y="51583"/>
                    <a:pt x="86577" y="-22522"/>
                    <a:pt x="30790" y="6911"/>
                  </a:cubicBezTo>
                  <a:cubicBezTo>
                    <a:pt x="-24997" y="36343"/>
                    <a:pt x="12067" y="227795"/>
                    <a:pt x="12067" y="227795"/>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 name="Google Shape;762;p18">
              <a:extLst>
                <a:ext uri="{FF2B5EF4-FFF2-40B4-BE49-F238E27FC236}">
                  <a16:creationId xmlns:a16="http://schemas.microsoft.com/office/drawing/2014/main" id="{CD277DE4-70E5-DD1D-9174-B081495D9386}"/>
                </a:ext>
              </a:extLst>
            </p:cNvPr>
            <p:cNvSpPr/>
            <p:nvPr/>
          </p:nvSpPr>
          <p:spPr>
            <a:xfrm>
              <a:off x="3098756" y="3983831"/>
              <a:ext cx="98079" cy="56769"/>
            </a:xfrm>
            <a:custGeom>
              <a:avLst/>
              <a:gdLst/>
              <a:ahLst/>
              <a:cxnLst/>
              <a:rect l="l" t="t" r="r" b="b"/>
              <a:pathLst>
                <a:path w="98079" h="56769" extrusionOk="0">
                  <a:moveTo>
                    <a:pt x="98079" y="28385"/>
                  </a:moveTo>
                  <a:cubicBezTo>
                    <a:pt x="98079" y="44061"/>
                    <a:pt x="76123" y="56769"/>
                    <a:pt x="49040" y="56769"/>
                  </a:cubicBezTo>
                  <a:cubicBezTo>
                    <a:pt x="21956" y="56769"/>
                    <a:pt x="0" y="44061"/>
                    <a:pt x="0" y="28385"/>
                  </a:cubicBezTo>
                  <a:cubicBezTo>
                    <a:pt x="0" y="12708"/>
                    <a:pt x="21956" y="0"/>
                    <a:pt x="49040" y="0"/>
                  </a:cubicBezTo>
                  <a:cubicBezTo>
                    <a:pt x="76123" y="0"/>
                    <a:pt x="98079" y="12708"/>
                    <a:pt x="98079" y="28385"/>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763;p18">
              <a:extLst>
                <a:ext uri="{FF2B5EF4-FFF2-40B4-BE49-F238E27FC236}">
                  <a16:creationId xmlns:a16="http://schemas.microsoft.com/office/drawing/2014/main" id="{A62EB65F-E96B-A1A0-F861-5CE1A285BE28}"/>
                </a:ext>
              </a:extLst>
            </p:cNvPr>
            <p:cNvSpPr/>
            <p:nvPr/>
          </p:nvSpPr>
          <p:spPr>
            <a:xfrm>
              <a:off x="4017202" y="4508754"/>
              <a:ext cx="98079" cy="56769"/>
            </a:xfrm>
            <a:custGeom>
              <a:avLst/>
              <a:gdLst/>
              <a:ahLst/>
              <a:cxnLst/>
              <a:rect l="l" t="t" r="r" b="b"/>
              <a:pathLst>
                <a:path w="98079" h="56769" extrusionOk="0">
                  <a:moveTo>
                    <a:pt x="98079" y="28384"/>
                  </a:moveTo>
                  <a:cubicBezTo>
                    <a:pt x="98079" y="44061"/>
                    <a:pt x="76123" y="56769"/>
                    <a:pt x="49040" y="56769"/>
                  </a:cubicBezTo>
                  <a:cubicBezTo>
                    <a:pt x="21956" y="56769"/>
                    <a:pt x="0" y="44061"/>
                    <a:pt x="0" y="28384"/>
                  </a:cubicBezTo>
                  <a:cubicBezTo>
                    <a:pt x="0" y="12708"/>
                    <a:pt x="21956" y="0"/>
                    <a:pt x="49040" y="0"/>
                  </a:cubicBezTo>
                  <a:cubicBezTo>
                    <a:pt x="76123" y="0"/>
                    <a:pt x="98079" y="12708"/>
                    <a:pt x="98079" y="28384"/>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 name="Google Shape;764;p18">
              <a:extLst>
                <a:ext uri="{FF2B5EF4-FFF2-40B4-BE49-F238E27FC236}">
                  <a16:creationId xmlns:a16="http://schemas.microsoft.com/office/drawing/2014/main" id="{A82A306B-437C-05C5-4E9B-6B2F8033F47A}"/>
                </a:ext>
              </a:extLst>
            </p:cNvPr>
            <p:cNvSpPr/>
            <p:nvPr/>
          </p:nvSpPr>
          <p:spPr>
            <a:xfrm>
              <a:off x="5609182" y="3535680"/>
              <a:ext cx="98079" cy="56769"/>
            </a:xfrm>
            <a:custGeom>
              <a:avLst/>
              <a:gdLst/>
              <a:ahLst/>
              <a:cxnLst/>
              <a:rect l="l" t="t" r="r" b="b"/>
              <a:pathLst>
                <a:path w="98079" h="56769" extrusionOk="0">
                  <a:moveTo>
                    <a:pt x="98079" y="28384"/>
                  </a:moveTo>
                  <a:cubicBezTo>
                    <a:pt x="98079" y="44061"/>
                    <a:pt x="76123" y="56769"/>
                    <a:pt x="49040" y="56769"/>
                  </a:cubicBezTo>
                  <a:cubicBezTo>
                    <a:pt x="21956" y="56769"/>
                    <a:pt x="0" y="44061"/>
                    <a:pt x="0" y="28384"/>
                  </a:cubicBezTo>
                  <a:cubicBezTo>
                    <a:pt x="0" y="12708"/>
                    <a:pt x="21956" y="0"/>
                    <a:pt x="49040" y="0"/>
                  </a:cubicBezTo>
                  <a:cubicBezTo>
                    <a:pt x="76123" y="0"/>
                    <a:pt x="98079" y="12708"/>
                    <a:pt x="98079" y="28384"/>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765;p18">
              <a:extLst>
                <a:ext uri="{FF2B5EF4-FFF2-40B4-BE49-F238E27FC236}">
                  <a16:creationId xmlns:a16="http://schemas.microsoft.com/office/drawing/2014/main" id="{647A2206-237B-3F4B-5681-A15620816F7A}"/>
                </a:ext>
              </a:extLst>
            </p:cNvPr>
            <p:cNvSpPr/>
            <p:nvPr/>
          </p:nvSpPr>
          <p:spPr>
            <a:xfrm>
              <a:off x="3115863" y="3050952"/>
              <a:ext cx="67191" cy="975240"/>
            </a:xfrm>
            <a:custGeom>
              <a:avLst/>
              <a:gdLst/>
              <a:ahLst/>
              <a:cxnLst/>
              <a:rect l="l" t="t" r="r" b="b"/>
              <a:pathLst>
                <a:path w="67191" h="975240" extrusionOk="0">
                  <a:moveTo>
                    <a:pt x="0" y="0"/>
                  </a:moveTo>
                  <a:lnTo>
                    <a:pt x="0" y="955548"/>
                  </a:lnTo>
                  <a:cubicBezTo>
                    <a:pt x="447" y="961558"/>
                    <a:pt x="4068" y="966864"/>
                    <a:pt x="9504" y="969455"/>
                  </a:cubicBezTo>
                  <a:cubicBezTo>
                    <a:pt x="24643" y="977170"/>
                    <a:pt x="42549" y="977170"/>
                    <a:pt x="57688" y="969455"/>
                  </a:cubicBezTo>
                  <a:cubicBezTo>
                    <a:pt x="63105" y="966854"/>
                    <a:pt x="66726" y="961549"/>
                    <a:pt x="67192" y="955548"/>
                  </a:cubicBezTo>
                  <a:lnTo>
                    <a:pt x="67192" y="955548"/>
                  </a:lnTo>
                  <a:lnTo>
                    <a:pt x="67192" y="0"/>
                  </a:lnTo>
                  <a:close/>
                </a:path>
              </a:pathLst>
            </a:custGeom>
            <a:solidFill>
              <a:srgbClr val="C1C4D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766;p18">
              <a:extLst>
                <a:ext uri="{FF2B5EF4-FFF2-40B4-BE49-F238E27FC236}">
                  <a16:creationId xmlns:a16="http://schemas.microsoft.com/office/drawing/2014/main" id="{2B5430FD-7052-5FD8-25B2-591EB606A9B6}"/>
                </a:ext>
              </a:extLst>
            </p:cNvPr>
            <p:cNvSpPr/>
            <p:nvPr/>
          </p:nvSpPr>
          <p:spPr>
            <a:xfrm>
              <a:off x="4036495" y="3422808"/>
              <a:ext cx="59588" cy="1128783"/>
            </a:xfrm>
            <a:custGeom>
              <a:avLst/>
              <a:gdLst/>
              <a:ahLst/>
              <a:cxnLst/>
              <a:rect l="l" t="t" r="r" b="b"/>
              <a:pathLst>
                <a:path w="59588" h="1128783" extrusionOk="0">
                  <a:moveTo>
                    <a:pt x="0" y="0"/>
                  </a:moveTo>
                  <a:lnTo>
                    <a:pt x="0" y="1108996"/>
                  </a:lnTo>
                  <a:cubicBezTo>
                    <a:pt x="333" y="1114835"/>
                    <a:pt x="3583" y="1120102"/>
                    <a:pt x="8648" y="1122998"/>
                  </a:cubicBezTo>
                  <a:cubicBezTo>
                    <a:pt x="21659" y="1130713"/>
                    <a:pt x="37834" y="1130713"/>
                    <a:pt x="50845" y="1122998"/>
                  </a:cubicBezTo>
                  <a:cubicBezTo>
                    <a:pt x="55930" y="1120111"/>
                    <a:pt x="59218" y="1114844"/>
                    <a:pt x="59589" y="1108996"/>
                  </a:cubicBezTo>
                  <a:lnTo>
                    <a:pt x="59589" y="1108996"/>
                  </a:lnTo>
                  <a:lnTo>
                    <a:pt x="59589" y="0"/>
                  </a:lnTo>
                  <a:close/>
                </a:path>
              </a:pathLst>
            </a:custGeom>
            <a:solidFill>
              <a:srgbClr val="C1C4D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767;p18">
              <a:extLst>
                <a:ext uri="{FF2B5EF4-FFF2-40B4-BE49-F238E27FC236}">
                  <a16:creationId xmlns:a16="http://schemas.microsoft.com/office/drawing/2014/main" id="{790FB780-F9EB-DB56-2762-6E14F447620C}"/>
                </a:ext>
              </a:extLst>
            </p:cNvPr>
            <p:cNvSpPr/>
            <p:nvPr/>
          </p:nvSpPr>
          <p:spPr>
            <a:xfrm>
              <a:off x="5628379" y="2652522"/>
              <a:ext cx="59588" cy="923996"/>
            </a:xfrm>
            <a:custGeom>
              <a:avLst/>
              <a:gdLst/>
              <a:ahLst/>
              <a:cxnLst/>
              <a:rect l="l" t="t" r="r" b="b"/>
              <a:pathLst>
                <a:path w="59588" h="923996" extrusionOk="0">
                  <a:moveTo>
                    <a:pt x="0" y="0"/>
                  </a:moveTo>
                  <a:lnTo>
                    <a:pt x="0" y="904304"/>
                  </a:lnTo>
                  <a:cubicBezTo>
                    <a:pt x="342" y="910133"/>
                    <a:pt x="3649" y="915381"/>
                    <a:pt x="8744" y="918210"/>
                  </a:cubicBezTo>
                  <a:cubicBezTo>
                    <a:pt x="21716" y="925925"/>
                    <a:pt x="37873" y="925925"/>
                    <a:pt x="50845" y="918210"/>
                  </a:cubicBezTo>
                  <a:cubicBezTo>
                    <a:pt x="55939" y="915381"/>
                    <a:pt x="59247" y="910133"/>
                    <a:pt x="59589" y="904304"/>
                  </a:cubicBezTo>
                  <a:lnTo>
                    <a:pt x="59589" y="904304"/>
                  </a:lnTo>
                  <a:lnTo>
                    <a:pt x="59589" y="0"/>
                  </a:lnTo>
                  <a:close/>
                </a:path>
              </a:pathLst>
            </a:custGeom>
            <a:solidFill>
              <a:srgbClr val="C1C4D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 name="Google Shape;768;p18">
              <a:extLst>
                <a:ext uri="{FF2B5EF4-FFF2-40B4-BE49-F238E27FC236}">
                  <a16:creationId xmlns:a16="http://schemas.microsoft.com/office/drawing/2014/main" id="{12DC3836-C678-459D-A6CF-F4BED65F8BBF}"/>
                </a:ext>
              </a:extLst>
            </p:cNvPr>
            <p:cNvSpPr/>
            <p:nvPr/>
          </p:nvSpPr>
          <p:spPr>
            <a:xfrm>
              <a:off x="3056370" y="3054762"/>
              <a:ext cx="1009872" cy="652653"/>
            </a:xfrm>
            <a:custGeom>
              <a:avLst/>
              <a:gdLst/>
              <a:ahLst/>
              <a:cxnLst/>
              <a:rect l="l" t="t" r="r" b="b"/>
              <a:pathLst>
                <a:path w="1009872" h="652653" extrusionOk="0">
                  <a:moveTo>
                    <a:pt x="1009872" y="652653"/>
                  </a:moveTo>
                  <a:lnTo>
                    <a:pt x="0" y="68294"/>
                  </a:lnTo>
                  <a:lnTo>
                    <a:pt x="0" y="0"/>
                  </a:lnTo>
                  <a:lnTo>
                    <a:pt x="1009872" y="584454"/>
                  </a:lnTo>
                  <a:lnTo>
                    <a:pt x="1009872" y="652653"/>
                  </a:lnTo>
                  <a:close/>
                </a:path>
              </a:pathLst>
            </a:custGeom>
            <a:solidFill>
              <a:srgbClr val="B1B4C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 name="Google Shape;769;p18">
              <a:extLst>
                <a:ext uri="{FF2B5EF4-FFF2-40B4-BE49-F238E27FC236}">
                  <a16:creationId xmlns:a16="http://schemas.microsoft.com/office/drawing/2014/main" id="{A200A1FA-8D17-4B2E-C2AC-F63114482E7C}"/>
                </a:ext>
              </a:extLst>
            </p:cNvPr>
            <p:cNvSpPr/>
            <p:nvPr/>
          </p:nvSpPr>
          <p:spPr>
            <a:xfrm>
              <a:off x="3056084" y="2071592"/>
              <a:ext cx="2712855" cy="1569720"/>
            </a:xfrm>
            <a:custGeom>
              <a:avLst/>
              <a:gdLst/>
              <a:ahLst/>
              <a:cxnLst/>
              <a:rect l="l" t="t" r="r" b="b"/>
              <a:pathLst>
                <a:path w="2712855" h="1569720" extrusionOk="0">
                  <a:moveTo>
                    <a:pt x="2712856" y="584359"/>
                  </a:moveTo>
                  <a:lnTo>
                    <a:pt x="1009967" y="1569720"/>
                  </a:lnTo>
                  <a:lnTo>
                    <a:pt x="0" y="985361"/>
                  </a:lnTo>
                  <a:lnTo>
                    <a:pt x="1702889" y="0"/>
                  </a:lnTo>
                  <a:lnTo>
                    <a:pt x="2712856" y="584359"/>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770;p18">
              <a:extLst>
                <a:ext uri="{FF2B5EF4-FFF2-40B4-BE49-F238E27FC236}">
                  <a16:creationId xmlns:a16="http://schemas.microsoft.com/office/drawing/2014/main" id="{A844FDCA-B94F-57AC-39B9-752C2046D657}"/>
                </a:ext>
              </a:extLst>
            </p:cNvPr>
            <p:cNvSpPr/>
            <p:nvPr/>
          </p:nvSpPr>
          <p:spPr>
            <a:xfrm>
              <a:off x="4066242" y="2653855"/>
              <a:ext cx="1702888" cy="1053560"/>
            </a:xfrm>
            <a:custGeom>
              <a:avLst/>
              <a:gdLst/>
              <a:ahLst/>
              <a:cxnLst/>
              <a:rect l="l" t="t" r="r" b="b"/>
              <a:pathLst>
                <a:path w="1702888" h="1053560" extrusionOk="0">
                  <a:moveTo>
                    <a:pt x="1702888" y="68199"/>
                  </a:moveTo>
                  <a:lnTo>
                    <a:pt x="0" y="1053560"/>
                  </a:lnTo>
                  <a:lnTo>
                    <a:pt x="0" y="985361"/>
                  </a:lnTo>
                  <a:lnTo>
                    <a:pt x="1702888" y="0"/>
                  </a:lnTo>
                  <a:lnTo>
                    <a:pt x="1702888" y="68199"/>
                  </a:lnTo>
                  <a:close/>
                </a:path>
              </a:pathLst>
            </a:custGeom>
            <a:solidFill>
              <a:srgbClr val="9EA1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771;p18">
              <a:extLst>
                <a:ext uri="{FF2B5EF4-FFF2-40B4-BE49-F238E27FC236}">
                  <a16:creationId xmlns:a16="http://schemas.microsoft.com/office/drawing/2014/main" id="{C184CDBC-A724-AF0E-D9C1-69D9AEC3604F}"/>
                </a:ext>
              </a:extLst>
            </p:cNvPr>
            <p:cNvSpPr/>
            <p:nvPr/>
          </p:nvSpPr>
          <p:spPr>
            <a:xfrm>
              <a:off x="4763535" y="2360390"/>
              <a:ext cx="519572" cy="326898"/>
            </a:xfrm>
            <a:custGeom>
              <a:avLst/>
              <a:gdLst/>
              <a:ahLst/>
              <a:cxnLst/>
              <a:rect l="l" t="t" r="r" b="b"/>
              <a:pathLst>
                <a:path w="519572" h="326898" extrusionOk="0">
                  <a:moveTo>
                    <a:pt x="519572" y="98965"/>
                  </a:moveTo>
                  <a:lnTo>
                    <a:pt x="248049" y="326898"/>
                  </a:lnTo>
                  <a:lnTo>
                    <a:pt x="0" y="227933"/>
                  </a:lnTo>
                  <a:lnTo>
                    <a:pt x="271523" y="0"/>
                  </a:lnTo>
                  <a:lnTo>
                    <a:pt x="519572" y="98965"/>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 name="Google Shape;772;p18">
              <a:extLst>
                <a:ext uri="{FF2B5EF4-FFF2-40B4-BE49-F238E27FC236}">
                  <a16:creationId xmlns:a16="http://schemas.microsoft.com/office/drawing/2014/main" id="{A42DA25A-FF84-65F2-AA80-D54C1C66DCFD}"/>
                </a:ext>
              </a:extLst>
            </p:cNvPr>
            <p:cNvSpPr/>
            <p:nvPr/>
          </p:nvSpPr>
          <p:spPr>
            <a:xfrm>
              <a:off x="4668877" y="2346674"/>
              <a:ext cx="551219" cy="318992"/>
            </a:xfrm>
            <a:custGeom>
              <a:avLst/>
              <a:gdLst/>
              <a:ahLst/>
              <a:cxnLst/>
              <a:rect l="l" t="t" r="r" b="b"/>
              <a:pathLst>
                <a:path w="551219" h="318992" extrusionOk="0">
                  <a:moveTo>
                    <a:pt x="551220" y="123254"/>
                  </a:moveTo>
                  <a:lnTo>
                    <a:pt x="212980" y="318992"/>
                  </a:lnTo>
                  <a:lnTo>
                    <a:pt x="0" y="195739"/>
                  </a:lnTo>
                  <a:lnTo>
                    <a:pt x="338240" y="0"/>
                  </a:lnTo>
                  <a:lnTo>
                    <a:pt x="551220" y="123254"/>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 name="Google Shape;773;p18">
              <a:extLst>
                <a:ext uri="{FF2B5EF4-FFF2-40B4-BE49-F238E27FC236}">
                  <a16:creationId xmlns:a16="http://schemas.microsoft.com/office/drawing/2014/main" id="{D45DB52C-9967-A4A1-9E76-1912333DC070}"/>
                </a:ext>
              </a:extLst>
            </p:cNvPr>
            <p:cNvSpPr/>
            <p:nvPr/>
          </p:nvSpPr>
          <p:spPr>
            <a:xfrm>
              <a:off x="4743291" y="2531554"/>
              <a:ext cx="161184" cy="93249"/>
            </a:xfrm>
            <a:custGeom>
              <a:avLst/>
              <a:gdLst/>
              <a:ahLst/>
              <a:cxnLst/>
              <a:rect l="l" t="t" r="r" b="b"/>
              <a:pathLst>
                <a:path w="161184" h="93249" extrusionOk="0">
                  <a:moveTo>
                    <a:pt x="161184" y="81248"/>
                  </a:moveTo>
                  <a:lnTo>
                    <a:pt x="140466" y="93250"/>
                  </a:lnTo>
                  <a:lnTo>
                    <a:pt x="0" y="12001"/>
                  </a:lnTo>
                  <a:lnTo>
                    <a:pt x="20718" y="0"/>
                  </a:lnTo>
                  <a:lnTo>
                    <a:pt x="161184" y="81248"/>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774;p18">
              <a:extLst>
                <a:ext uri="{FF2B5EF4-FFF2-40B4-BE49-F238E27FC236}">
                  <a16:creationId xmlns:a16="http://schemas.microsoft.com/office/drawing/2014/main" id="{D3E24F11-1EC7-3AF0-29A1-5D2382CF6F56}"/>
                </a:ext>
              </a:extLst>
            </p:cNvPr>
            <p:cNvSpPr/>
            <p:nvPr/>
          </p:nvSpPr>
          <p:spPr>
            <a:xfrm>
              <a:off x="4789955" y="2504598"/>
              <a:ext cx="161089" cy="93249"/>
            </a:xfrm>
            <a:custGeom>
              <a:avLst/>
              <a:gdLst/>
              <a:ahLst/>
              <a:cxnLst/>
              <a:rect l="l" t="t" r="r" b="b"/>
              <a:pathLst>
                <a:path w="161089" h="93249" extrusionOk="0">
                  <a:moveTo>
                    <a:pt x="161089" y="81248"/>
                  </a:moveTo>
                  <a:lnTo>
                    <a:pt x="140371" y="93250"/>
                  </a:lnTo>
                  <a:lnTo>
                    <a:pt x="0" y="12002"/>
                  </a:lnTo>
                  <a:lnTo>
                    <a:pt x="20718" y="0"/>
                  </a:lnTo>
                  <a:lnTo>
                    <a:pt x="161089" y="81248"/>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775;p18">
              <a:extLst>
                <a:ext uri="{FF2B5EF4-FFF2-40B4-BE49-F238E27FC236}">
                  <a16:creationId xmlns:a16="http://schemas.microsoft.com/office/drawing/2014/main" id="{CC115645-CF9A-937D-4BB9-F281551469AD}"/>
                </a:ext>
              </a:extLst>
            </p:cNvPr>
            <p:cNvSpPr/>
            <p:nvPr/>
          </p:nvSpPr>
          <p:spPr>
            <a:xfrm>
              <a:off x="4834813" y="2478690"/>
              <a:ext cx="161089" cy="93154"/>
            </a:xfrm>
            <a:custGeom>
              <a:avLst/>
              <a:gdLst/>
              <a:ahLst/>
              <a:cxnLst/>
              <a:rect l="l" t="t" r="r" b="b"/>
              <a:pathLst>
                <a:path w="161089" h="93154" extrusionOk="0">
                  <a:moveTo>
                    <a:pt x="161089" y="81248"/>
                  </a:moveTo>
                  <a:lnTo>
                    <a:pt x="140371" y="93154"/>
                  </a:lnTo>
                  <a:lnTo>
                    <a:pt x="0" y="12002"/>
                  </a:lnTo>
                  <a:lnTo>
                    <a:pt x="20718" y="0"/>
                  </a:lnTo>
                  <a:lnTo>
                    <a:pt x="161089" y="81248"/>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776;p18">
              <a:extLst>
                <a:ext uri="{FF2B5EF4-FFF2-40B4-BE49-F238E27FC236}">
                  <a16:creationId xmlns:a16="http://schemas.microsoft.com/office/drawing/2014/main" id="{03618385-C7B2-7229-F797-D4E82A3DBE6F}"/>
                </a:ext>
              </a:extLst>
            </p:cNvPr>
            <p:cNvSpPr/>
            <p:nvPr/>
          </p:nvSpPr>
          <p:spPr>
            <a:xfrm>
              <a:off x="4998753" y="2451734"/>
              <a:ext cx="102450" cy="59245"/>
            </a:xfrm>
            <a:custGeom>
              <a:avLst/>
              <a:gdLst/>
              <a:ahLst/>
              <a:cxnLst/>
              <a:rect l="l" t="t" r="r" b="b"/>
              <a:pathLst>
                <a:path w="102450" h="59245" extrusionOk="0">
                  <a:moveTo>
                    <a:pt x="102451" y="47244"/>
                  </a:moveTo>
                  <a:lnTo>
                    <a:pt x="81733" y="59246"/>
                  </a:lnTo>
                  <a:lnTo>
                    <a:pt x="0" y="12002"/>
                  </a:lnTo>
                  <a:lnTo>
                    <a:pt x="20718" y="0"/>
                  </a:lnTo>
                  <a:lnTo>
                    <a:pt x="102451" y="47244"/>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 name="Google Shape;777;p18">
              <a:extLst>
                <a:ext uri="{FF2B5EF4-FFF2-40B4-BE49-F238E27FC236}">
                  <a16:creationId xmlns:a16="http://schemas.microsoft.com/office/drawing/2014/main" id="{876C8A28-9BDA-C012-8C54-C4C2E2976E2A}"/>
                </a:ext>
              </a:extLst>
            </p:cNvPr>
            <p:cNvSpPr/>
            <p:nvPr/>
          </p:nvSpPr>
          <p:spPr>
            <a:xfrm>
              <a:off x="5043611" y="2425731"/>
              <a:ext cx="102450" cy="59245"/>
            </a:xfrm>
            <a:custGeom>
              <a:avLst/>
              <a:gdLst/>
              <a:ahLst/>
              <a:cxnLst/>
              <a:rect l="l" t="t" r="r" b="b"/>
              <a:pathLst>
                <a:path w="102450" h="59245" extrusionOk="0">
                  <a:moveTo>
                    <a:pt x="102451" y="47339"/>
                  </a:moveTo>
                  <a:lnTo>
                    <a:pt x="81733" y="59246"/>
                  </a:lnTo>
                  <a:lnTo>
                    <a:pt x="0" y="12001"/>
                  </a:lnTo>
                  <a:lnTo>
                    <a:pt x="20718" y="0"/>
                  </a:lnTo>
                  <a:lnTo>
                    <a:pt x="102451" y="47339"/>
                  </a:ln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 name="Google Shape;778;p18">
              <a:extLst>
                <a:ext uri="{FF2B5EF4-FFF2-40B4-BE49-F238E27FC236}">
                  <a16:creationId xmlns:a16="http://schemas.microsoft.com/office/drawing/2014/main" id="{9B502FDA-2701-6E93-F52D-46C347B769F4}"/>
                </a:ext>
              </a:extLst>
            </p:cNvPr>
            <p:cNvSpPr/>
            <p:nvPr/>
          </p:nvSpPr>
          <p:spPr>
            <a:xfrm>
              <a:off x="4912649" y="2469832"/>
              <a:ext cx="307447" cy="180974"/>
            </a:xfrm>
            <a:custGeom>
              <a:avLst/>
              <a:gdLst/>
              <a:ahLst/>
              <a:cxnLst/>
              <a:rect l="l" t="t" r="r" b="b"/>
              <a:pathLst>
                <a:path w="307447" h="180974" extrusionOk="0">
                  <a:moveTo>
                    <a:pt x="7508" y="180975"/>
                  </a:moveTo>
                  <a:cubicBezTo>
                    <a:pt x="13115" y="178594"/>
                    <a:pt x="307448" y="0"/>
                    <a:pt x="307448" y="0"/>
                  </a:cubicBezTo>
                  <a:lnTo>
                    <a:pt x="0" y="178117"/>
                  </a:lnTo>
                  <a:close/>
                </a:path>
              </a:pathLst>
            </a:custGeom>
            <a:solidFill>
              <a:srgbClr val="D6D6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779;p18">
              <a:extLst>
                <a:ext uri="{FF2B5EF4-FFF2-40B4-BE49-F238E27FC236}">
                  <a16:creationId xmlns:a16="http://schemas.microsoft.com/office/drawing/2014/main" id="{9D11C1AD-EA4D-D191-B34C-2ED74C4E82A6}"/>
                </a:ext>
              </a:extLst>
            </p:cNvPr>
            <p:cNvSpPr/>
            <p:nvPr/>
          </p:nvSpPr>
          <p:spPr>
            <a:xfrm>
              <a:off x="4894497" y="2841212"/>
              <a:ext cx="147498" cy="85344"/>
            </a:xfrm>
            <a:custGeom>
              <a:avLst/>
              <a:gdLst/>
              <a:ahLst/>
              <a:cxnLst/>
              <a:rect l="l" t="t" r="r" b="b"/>
              <a:pathLst>
                <a:path w="147498" h="85344" extrusionOk="0">
                  <a:moveTo>
                    <a:pt x="147499" y="42672"/>
                  </a:moveTo>
                  <a:cubicBezTo>
                    <a:pt x="147499" y="66239"/>
                    <a:pt x="114480" y="85344"/>
                    <a:pt x="73749" y="85344"/>
                  </a:cubicBezTo>
                  <a:cubicBezTo>
                    <a:pt x="33019" y="85344"/>
                    <a:pt x="0" y="66239"/>
                    <a:pt x="0" y="42672"/>
                  </a:cubicBezTo>
                  <a:cubicBezTo>
                    <a:pt x="0" y="19105"/>
                    <a:pt x="33019" y="0"/>
                    <a:pt x="73749" y="0"/>
                  </a:cubicBezTo>
                  <a:cubicBezTo>
                    <a:pt x="114480" y="0"/>
                    <a:pt x="147499" y="19105"/>
                    <a:pt x="147499" y="42672"/>
                  </a:cubicBezTo>
                  <a:close/>
                </a:path>
              </a:pathLst>
            </a:custGeom>
            <a:solidFill>
              <a:srgbClr val="000000">
                <a:alpha val="2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 name="Google Shape;780;p18">
              <a:extLst>
                <a:ext uri="{FF2B5EF4-FFF2-40B4-BE49-F238E27FC236}">
                  <a16:creationId xmlns:a16="http://schemas.microsoft.com/office/drawing/2014/main" id="{23586628-7C48-5471-B849-7101A3395A0D}"/>
                </a:ext>
              </a:extLst>
            </p:cNvPr>
            <p:cNvSpPr/>
            <p:nvPr/>
          </p:nvSpPr>
          <p:spPr>
            <a:xfrm>
              <a:off x="4901418" y="2763964"/>
              <a:ext cx="147800" cy="156591"/>
            </a:xfrm>
            <a:custGeom>
              <a:avLst/>
              <a:gdLst/>
              <a:ahLst/>
              <a:cxnLst/>
              <a:rect l="l" t="t" r="r" b="b"/>
              <a:pathLst>
                <a:path w="147800" h="156591" extrusionOk="0">
                  <a:moveTo>
                    <a:pt x="147801" y="113824"/>
                  </a:moveTo>
                  <a:lnTo>
                    <a:pt x="147801" y="0"/>
                  </a:lnTo>
                  <a:lnTo>
                    <a:pt x="587" y="3715"/>
                  </a:lnTo>
                  <a:lnTo>
                    <a:pt x="587" y="108490"/>
                  </a:lnTo>
                  <a:cubicBezTo>
                    <a:pt x="-2169" y="121063"/>
                    <a:pt x="4769" y="134303"/>
                    <a:pt x="21590" y="144018"/>
                  </a:cubicBezTo>
                  <a:cubicBezTo>
                    <a:pt x="54436" y="160782"/>
                    <a:pt x="93287" y="160782"/>
                    <a:pt x="126132" y="144018"/>
                  </a:cubicBezTo>
                  <a:cubicBezTo>
                    <a:pt x="138288" y="138646"/>
                    <a:pt x="146584" y="127083"/>
                    <a:pt x="147801" y="113824"/>
                  </a:cubicBezTo>
                  <a:close/>
                </a:path>
              </a:pathLst>
            </a:custGeom>
            <a:solidFill>
              <a:srgbClr val="A6CE2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 name="Google Shape;781;p18">
              <a:extLst>
                <a:ext uri="{FF2B5EF4-FFF2-40B4-BE49-F238E27FC236}">
                  <a16:creationId xmlns:a16="http://schemas.microsoft.com/office/drawing/2014/main" id="{E5D07BAF-8F37-D614-7BE5-568A1925DD27}"/>
                </a:ext>
              </a:extLst>
            </p:cNvPr>
            <p:cNvSpPr/>
            <p:nvPr/>
          </p:nvSpPr>
          <p:spPr>
            <a:xfrm>
              <a:off x="4901720" y="2721292"/>
              <a:ext cx="147498" cy="85344"/>
            </a:xfrm>
            <a:custGeom>
              <a:avLst/>
              <a:gdLst/>
              <a:ahLst/>
              <a:cxnLst/>
              <a:rect l="l" t="t" r="r" b="b"/>
              <a:pathLst>
                <a:path w="147498" h="85344" extrusionOk="0">
                  <a:moveTo>
                    <a:pt x="147499" y="42672"/>
                  </a:moveTo>
                  <a:cubicBezTo>
                    <a:pt x="147499" y="66239"/>
                    <a:pt x="114480" y="85344"/>
                    <a:pt x="73749" y="85344"/>
                  </a:cubicBezTo>
                  <a:cubicBezTo>
                    <a:pt x="33018" y="85344"/>
                    <a:pt x="0" y="66239"/>
                    <a:pt x="0" y="42672"/>
                  </a:cubicBezTo>
                  <a:cubicBezTo>
                    <a:pt x="0" y="19105"/>
                    <a:pt x="33018" y="0"/>
                    <a:pt x="73749" y="0"/>
                  </a:cubicBezTo>
                  <a:cubicBezTo>
                    <a:pt x="114480" y="0"/>
                    <a:pt x="147499" y="19105"/>
                    <a:pt x="147499" y="42672"/>
                  </a:cubicBezTo>
                  <a:close/>
                </a:path>
              </a:pathLst>
            </a:custGeom>
            <a:solidFill>
              <a:srgbClr val="BCD6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782;p18">
              <a:extLst>
                <a:ext uri="{FF2B5EF4-FFF2-40B4-BE49-F238E27FC236}">
                  <a16:creationId xmlns:a16="http://schemas.microsoft.com/office/drawing/2014/main" id="{1EA0D7E6-5CBA-6E5E-77FB-92CA4D645E1C}"/>
                </a:ext>
              </a:extLst>
            </p:cNvPr>
            <p:cNvSpPr/>
            <p:nvPr/>
          </p:nvSpPr>
          <p:spPr>
            <a:xfrm>
              <a:off x="4913314" y="2732891"/>
              <a:ext cx="124214" cy="61955"/>
            </a:xfrm>
            <a:custGeom>
              <a:avLst/>
              <a:gdLst/>
              <a:ahLst/>
              <a:cxnLst/>
              <a:rect l="l" t="t" r="r" b="b"/>
              <a:pathLst>
                <a:path w="124214" h="61955" extrusionOk="0">
                  <a:moveTo>
                    <a:pt x="124215" y="31073"/>
                  </a:moveTo>
                  <a:cubicBezTo>
                    <a:pt x="124215" y="38026"/>
                    <a:pt x="118512" y="45360"/>
                    <a:pt x="108438" y="51075"/>
                  </a:cubicBezTo>
                  <a:cubicBezTo>
                    <a:pt x="95636" y="57924"/>
                    <a:pt x="81410" y="61639"/>
                    <a:pt x="66907" y="61934"/>
                  </a:cubicBezTo>
                  <a:lnTo>
                    <a:pt x="62060" y="61934"/>
                  </a:lnTo>
                  <a:cubicBezTo>
                    <a:pt x="45951" y="62277"/>
                    <a:pt x="30032" y="58505"/>
                    <a:pt x="15776" y="50980"/>
                  </a:cubicBezTo>
                  <a:cubicBezTo>
                    <a:pt x="5797" y="45265"/>
                    <a:pt x="0" y="37931"/>
                    <a:pt x="0" y="30978"/>
                  </a:cubicBezTo>
                  <a:cubicBezTo>
                    <a:pt x="0" y="24024"/>
                    <a:pt x="5797" y="16785"/>
                    <a:pt x="15776" y="10975"/>
                  </a:cubicBezTo>
                  <a:cubicBezTo>
                    <a:pt x="30032" y="3450"/>
                    <a:pt x="45951" y="-322"/>
                    <a:pt x="62060" y="21"/>
                  </a:cubicBezTo>
                  <a:lnTo>
                    <a:pt x="66812" y="21"/>
                  </a:lnTo>
                  <a:cubicBezTo>
                    <a:pt x="81314" y="317"/>
                    <a:pt x="95542" y="4031"/>
                    <a:pt x="108343" y="10880"/>
                  </a:cubicBezTo>
                  <a:cubicBezTo>
                    <a:pt x="118512" y="16881"/>
                    <a:pt x="124215" y="24120"/>
                    <a:pt x="124215" y="31073"/>
                  </a:cubicBezTo>
                  <a:close/>
                </a:path>
              </a:pathLst>
            </a:custGeom>
            <a:solidFill>
              <a:srgbClr val="28221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 name="Google Shape;783;p18">
              <a:extLst>
                <a:ext uri="{FF2B5EF4-FFF2-40B4-BE49-F238E27FC236}">
                  <a16:creationId xmlns:a16="http://schemas.microsoft.com/office/drawing/2014/main" id="{C6902334-7ED5-B6F9-264E-D16F582DF18D}"/>
                </a:ext>
              </a:extLst>
            </p:cNvPr>
            <p:cNvSpPr/>
            <p:nvPr/>
          </p:nvSpPr>
          <p:spPr>
            <a:xfrm>
              <a:off x="4922818" y="2733153"/>
              <a:ext cx="114710" cy="61622"/>
            </a:xfrm>
            <a:custGeom>
              <a:avLst/>
              <a:gdLst/>
              <a:ahLst/>
              <a:cxnLst/>
              <a:rect l="l" t="t" r="r" b="b"/>
              <a:pathLst>
                <a:path w="114710" h="61622" extrusionOk="0">
                  <a:moveTo>
                    <a:pt x="114711" y="30811"/>
                  </a:moveTo>
                  <a:cubicBezTo>
                    <a:pt x="114711" y="37764"/>
                    <a:pt x="109008" y="45099"/>
                    <a:pt x="98934" y="50814"/>
                  </a:cubicBezTo>
                  <a:cubicBezTo>
                    <a:pt x="73084" y="65225"/>
                    <a:pt x="41627" y="65225"/>
                    <a:pt x="15776" y="50814"/>
                  </a:cubicBezTo>
                  <a:cubicBezTo>
                    <a:pt x="5797" y="45099"/>
                    <a:pt x="0" y="37764"/>
                    <a:pt x="0" y="30811"/>
                  </a:cubicBezTo>
                  <a:cubicBezTo>
                    <a:pt x="0" y="23858"/>
                    <a:pt x="5797" y="16619"/>
                    <a:pt x="15776" y="10808"/>
                  </a:cubicBezTo>
                  <a:cubicBezTo>
                    <a:pt x="41627" y="-3603"/>
                    <a:pt x="73084" y="-3603"/>
                    <a:pt x="98934" y="10808"/>
                  </a:cubicBezTo>
                  <a:cubicBezTo>
                    <a:pt x="109008" y="16619"/>
                    <a:pt x="114711" y="23858"/>
                    <a:pt x="114711" y="30811"/>
                  </a:cubicBezTo>
                  <a:close/>
                </a:path>
              </a:pathLst>
            </a:custGeom>
            <a:solidFill>
              <a:srgbClr val="FFFFFF">
                <a:alpha val="6669"/>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 name="Google Shape;784;p18">
              <a:extLst>
                <a:ext uri="{FF2B5EF4-FFF2-40B4-BE49-F238E27FC236}">
                  <a16:creationId xmlns:a16="http://schemas.microsoft.com/office/drawing/2014/main" id="{1C91456A-D327-9BD7-3001-AA7E4994EC74}"/>
                </a:ext>
              </a:extLst>
            </p:cNvPr>
            <p:cNvSpPr/>
            <p:nvPr/>
          </p:nvSpPr>
          <p:spPr>
            <a:xfrm>
              <a:off x="5015195" y="2807589"/>
              <a:ext cx="42215" cy="98678"/>
            </a:xfrm>
            <a:custGeom>
              <a:avLst/>
              <a:gdLst/>
              <a:ahLst/>
              <a:cxnLst/>
              <a:rect l="l" t="t" r="r" b="b"/>
              <a:pathLst>
                <a:path w="42215" h="98678" extrusionOk="0">
                  <a:moveTo>
                    <a:pt x="23284" y="9049"/>
                  </a:moveTo>
                  <a:lnTo>
                    <a:pt x="7603" y="0"/>
                  </a:lnTo>
                  <a:lnTo>
                    <a:pt x="0" y="4477"/>
                  </a:lnTo>
                  <a:lnTo>
                    <a:pt x="7603" y="8858"/>
                  </a:lnTo>
                  <a:lnTo>
                    <a:pt x="7603" y="11716"/>
                  </a:lnTo>
                  <a:lnTo>
                    <a:pt x="22239" y="20193"/>
                  </a:lnTo>
                  <a:lnTo>
                    <a:pt x="22239" y="22955"/>
                  </a:lnTo>
                  <a:cubicBezTo>
                    <a:pt x="25765" y="28004"/>
                    <a:pt x="28939" y="33290"/>
                    <a:pt x="31743" y="38767"/>
                  </a:cubicBezTo>
                  <a:lnTo>
                    <a:pt x="32313" y="38290"/>
                  </a:lnTo>
                  <a:lnTo>
                    <a:pt x="32313" y="74962"/>
                  </a:lnTo>
                  <a:cubicBezTo>
                    <a:pt x="32313" y="84487"/>
                    <a:pt x="26706" y="81343"/>
                    <a:pt x="24235" y="79915"/>
                  </a:cubicBezTo>
                  <a:lnTo>
                    <a:pt x="7793" y="70390"/>
                  </a:lnTo>
                  <a:lnTo>
                    <a:pt x="190" y="74866"/>
                  </a:lnTo>
                  <a:lnTo>
                    <a:pt x="7793" y="79248"/>
                  </a:lnTo>
                  <a:lnTo>
                    <a:pt x="7793" y="82105"/>
                  </a:lnTo>
                  <a:lnTo>
                    <a:pt x="24235" y="91630"/>
                  </a:lnTo>
                  <a:cubicBezTo>
                    <a:pt x="25945" y="92630"/>
                    <a:pt x="27760" y="93431"/>
                    <a:pt x="29652" y="94012"/>
                  </a:cubicBezTo>
                  <a:lnTo>
                    <a:pt x="28606" y="98679"/>
                  </a:lnTo>
                  <a:lnTo>
                    <a:pt x="37160" y="93821"/>
                  </a:lnTo>
                  <a:lnTo>
                    <a:pt x="37160" y="93821"/>
                  </a:lnTo>
                  <a:cubicBezTo>
                    <a:pt x="40847" y="90678"/>
                    <a:pt x="42710" y="85877"/>
                    <a:pt x="42102" y="81058"/>
                  </a:cubicBezTo>
                  <a:lnTo>
                    <a:pt x="42102" y="42958"/>
                  </a:lnTo>
                  <a:cubicBezTo>
                    <a:pt x="41370" y="29356"/>
                    <a:pt x="34423" y="16850"/>
                    <a:pt x="23284" y="9049"/>
                  </a:cubicBezTo>
                  <a:close/>
                </a:path>
              </a:pathLst>
            </a:custGeom>
            <a:solidFill>
              <a:srgbClr val="8DA01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785;p18">
              <a:extLst>
                <a:ext uri="{FF2B5EF4-FFF2-40B4-BE49-F238E27FC236}">
                  <a16:creationId xmlns:a16="http://schemas.microsoft.com/office/drawing/2014/main" id="{43D04436-1290-CDFD-AB7C-9353F47F122D}"/>
                </a:ext>
              </a:extLst>
            </p:cNvPr>
            <p:cNvSpPr/>
            <p:nvPr/>
          </p:nvSpPr>
          <p:spPr>
            <a:xfrm>
              <a:off x="5015195" y="2812256"/>
              <a:ext cx="34783" cy="94465"/>
            </a:xfrm>
            <a:custGeom>
              <a:avLst/>
              <a:gdLst/>
              <a:ahLst/>
              <a:cxnLst/>
              <a:rect l="l" t="t" r="r" b="b"/>
              <a:pathLst>
                <a:path w="34783" h="94465" extrusionOk="0">
                  <a:moveTo>
                    <a:pt x="16442" y="91440"/>
                  </a:moveTo>
                  <a:lnTo>
                    <a:pt x="0" y="81915"/>
                  </a:lnTo>
                  <a:lnTo>
                    <a:pt x="0" y="70199"/>
                  </a:lnTo>
                  <a:lnTo>
                    <a:pt x="16442" y="79724"/>
                  </a:lnTo>
                  <a:cubicBezTo>
                    <a:pt x="18818" y="81058"/>
                    <a:pt x="24520" y="84296"/>
                    <a:pt x="24520" y="74676"/>
                  </a:cubicBezTo>
                  <a:lnTo>
                    <a:pt x="24520" y="36576"/>
                  </a:lnTo>
                  <a:cubicBezTo>
                    <a:pt x="23949" y="30013"/>
                    <a:pt x="20462" y="24070"/>
                    <a:pt x="15016" y="20384"/>
                  </a:cubicBezTo>
                  <a:lnTo>
                    <a:pt x="95" y="11716"/>
                  </a:lnTo>
                  <a:lnTo>
                    <a:pt x="95" y="0"/>
                  </a:lnTo>
                  <a:lnTo>
                    <a:pt x="15776" y="9049"/>
                  </a:lnTo>
                  <a:cubicBezTo>
                    <a:pt x="26867" y="16707"/>
                    <a:pt x="33862" y="29013"/>
                    <a:pt x="34784" y="42481"/>
                  </a:cubicBezTo>
                  <a:lnTo>
                    <a:pt x="34784" y="80581"/>
                  </a:lnTo>
                  <a:cubicBezTo>
                    <a:pt x="34594" y="90869"/>
                    <a:pt x="29842" y="99155"/>
                    <a:pt x="16442" y="91440"/>
                  </a:cubicBezTo>
                  <a:close/>
                </a:path>
              </a:pathLst>
            </a:custGeom>
            <a:solidFill>
              <a:srgbClr val="99B52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 name="Google Shape;786;p18">
              <a:extLst>
                <a:ext uri="{FF2B5EF4-FFF2-40B4-BE49-F238E27FC236}">
                  <a16:creationId xmlns:a16="http://schemas.microsoft.com/office/drawing/2014/main" id="{13FC617D-166B-E528-5D03-CD44E22DFB3E}"/>
                </a:ext>
              </a:extLst>
            </p:cNvPr>
            <p:cNvSpPr/>
            <p:nvPr/>
          </p:nvSpPr>
          <p:spPr>
            <a:xfrm>
              <a:off x="3439562" y="2994755"/>
              <a:ext cx="147498" cy="85344"/>
            </a:xfrm>
            <a:custGeom>
              <a:avLst/>
              <a:gdLst/>
              <a:ahLst/>
              <a:cxnLst/>
              <a:rect l="l" t="t" r="r" b="b"/>
              <a:pathLst>
                <a:path w="147498" h="85344" extrusionOk="0">
                  <a:moveTo>
                    <a:pt x="147499" y="42672"/>
                  </a:moveTo>
                  <a:cubicBezTo>
                    <a:pt x="147499" y="66239"/>
                    <a:pt x="114480" y="85344"/>
                    <a:pt x="73749" y="85344"/>
                  </a:cubicBezTo>
                  <a:cubicBezTo>
                    <a:pt x="33019" y="85344"/>
                    <a:pt x="0" y="66239"/>
                    <a:pt x="0" y="42672"/>
                  </a:cubicBezTo>
                  <a:cubicBezTo>
                    <a:pt x="0" y="19105"/>
                    <a:pt x="33019" y="0"/>
                    <a:pt x="73749" y="0"/>
                  </a:cubicBezTo>
                  <a:cubicBezTo>
                    <a:pt x="114480" y="0"/>
                    <a:pt x="147499" y="19105"/>
                    <a:pt x="147499" y="42672"/>
                  </a:cubicBezTo>
                  <a:close/>
                </a:path>
              </a:pathLst>
            </a:custGeom>
            <a:solidFill>
              <a:srgbClr val="000000">
                <a:alpha val="2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 name="Google Shape;787;p18">
              <a:extLst>
                <a:ext uri="{FF2B5EF4-FFF2-40B4-BE49-F238E27FC236}">
                  <a16:creationId xmlns:a16="http://schemas.microsoft.com/office/drawing/2014/main" id="{FC9FDAE8-EC1B-7DD2-7F63-67E1CE14BC7D}"/>
                </a:ext>
              </a:extLst>
            </p:cNvPr>
            <p:cNvSpPr/>
            <p:nvPr/>
          </p:nvSpPr>
          <p:spPr>
            <a:xfrm>
              <a:off x="3446488" y="2917507"/>
              <a:ext cx="147795" cy="156591"/>
            </a:xfrm>
            <a:custGeom>
              <a:avLst/>
              <a:gdLst/>
              <a:ahLst/>
              <a:cxnLst/>
              <a:rect l="l" t="t" r="r" b="b"/>
              <a:pathLst>
                <a:path w="147795" h="156591" extrusionOk="0">
                  <a:moveTo>
                    <a:pt x="147796" y="113824"/>
                  </a:moveTo>
                  <a:lnTo>
                    <a:pt x="147796" y="0"/>
                  </a:lnTo>
                  <a:lnTo>
                    <a:pt x="582" y="3715"/>
                  </a:lnTo>
                  <a:lnTo>
                    <a:pt x="582" y="108490"/>
                  </a:lnTo>
                  <a:cubicBezTo>
                    <a:pt x="-2174" y="121158"/>
                    <a:pt x="4859" y="134398"/>
                    <a:pt x="21586" y="144018"/>
                  </a:cubicBezTo>
                  <a:cubicBezTo>
                    <a:pt x="54431" y="160782"/>
                    <a:pt x="93282" y="160782"/>
                    <a:pt x="126127" y="144018"/>
                  </a:cubicBezTo>
                  <a:cubicBezTo>
                    <a:pt x="138302" y="138655"/>
                    <a:pt x="146598" y="127092"/>
                    <a:pt x="147796" y="113824"/>
                  </a:cubicBezTo>
                  <a:close/>
                </a:path>
              </a:pathLst>
            </a:custGeom>
            <a:solidFill>
              <a:srgbClr val="F7B03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788;p18">
              <a:extLst>
                <a:ext uri="{FF2B5EF4-FFF2-40B4-BE49-F238E27FC236}">
                  <a16:creationId xmlns:a16="http://schemas.microsoft.com/office/drawing/2014/main" id="{6B6D0C28-84D3-78BF-07C6-FC5BF3969BF2}"/>
                </a:ext>
              </a:extLst>
            </p:cNvPr>
            <p:cNvSpPr/>
            <p:nvPr/>
          </p:nvSpPr>
          <p:spPr>
            <a:xfrm>
              <a:off x="3446785" y="2874835"/>
              <a:ext cx="147498" cy="85344"/>
            </a:xfrm>
            <a:custGeom>
              <a:avLst/>
              <a:gdLst/>
              <a:ahLst/>
              <a:cxnLst/>
              <a:rect l="l" t="t" r="r" b="b"/>
              <a:pathLst>
                <a:path w="147498" h="85344" extrusionOk="0">
                  <a:moveTo>
                    <a:pt x="147499" y="42672"/>
                  </a:moveTo>
                  <a:cubicBezTo>
                    <a:pt x="147499" y="66239"/>
                    <a:pt x="114480" y="85344"/>
                    <a:pt x="73749" y="85344"/>
                  </a:cubicBezTo>
                  <a:cubicBezTo>
                    <a:pt x="33019" y="85344"/>
                    <a:pt x="0" y="66239"/>
                    <a:pt x="0" y="42672"/>
                  </a:cubicBezTo>
                  <a:cubicBezTo>
                    <a:pt x="0" y="19105"/>
                    <a:pt x="33019" y="0"/>
                    <a:pt x="73749" y="0"/>
                  </a:cubicBezTo>
                  <a:cubicBezTo>
                    <a:pt x="114480" y="0"/>
                    <a:pt x="147499" y="19105"/>
                    <a:pt x="147499" y="42672"/>
                  </a:cubicBezTo>
                  <a:close/>
                </a:path>
              </a:pathLst>
            </a:custGeom>
            <a:solidFill>
              <a:srgbClr val="FCC06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 name="Google Shape;789;p18">
              <a:extLst>
                <a:ext uri="{FF2B5EF4-FFF2-40B4-BE49-F238E27FC236}">
                  <a16:creationId xmlns:a16="http://schemas.microsoft.com/office/drawing/2014/main" id="{B15689FD-8B3C-545D-1895-FEB55CF17EEE}"/>
                </a:ext>
              </a:extLst>
            </p:cNvPr>
            <p:cNvSpPr/>
            <p:nvPr/>
          </p:nvSpPr>
          <p:spPr>
            <a:xfrm>
              <a:off x="3458475" y="2886430"/>
              <a:ext cx="124119" cy="61959"/>
            </a:xfrm>
            <a:custGeom>
              <a:avLst/>
              <a:gdLst/>
              <a:ahLst/>
              <a:cxnLst/>
              <a:rect l="l" t="t" r="r" b="b"/>
              <a:pathLst>
                <a:path w="124119" h="61959" extrusionOk="0">
                  <a:moveTo>
                    <a:pt x="124119" y="31076"/>
                  </a:moveTo>
                  <a:cubicBezTo>
                    <a:pt x="124119" y="38030"/>
                    <a:pt x="118322" y="45269"/>
                    <a:pt x="108343" y="51079"/>
                  </a:cubicBezTo>
                  <a:cubicBezTo>
                    <a:pt x="95523" y="57870"/>
                    <a:pt x="81305" y="61595"/>
                    <a:pt x="66812" y="61938"/>
                  </a:cubicBezTo>
                  <a:lnTo>
                    <a:pt x="62060" y="61938"/>
                  </a:lnTo>
                  <a:cubicBezTo>
                    <a:pt x="45951" y="62280"/>
                    <a:pt x="30032" y="58509"/>
                    <a:pt x="15776" y="50984"/>
                  </a:cubicBezTo>
                  <a:cubicBezTo>
                    <a:pt x="5702" y="45174"/>
                    <a:pt x="0" y="37935"/>
                    <a:pt x="0" y="30981"/>
                  </a:cubicBezTo>
                  <a:cubicBezTo>
                    <a:pt x="0" y="24028"/>
                    <a:pt x="5702" y="16694"/>
                    <a:pt x="15776" y="10884"/>
                  </a:cubicBezTo>
                  <a:cubicBezTo>
                    <a:pt x="30041" y="3397"/>
                    <a:pt x="45960" y="-346"/>
                    <a:pt x="62060" y="25"/>
                  </a:cubicBezTo>
                  <a:lnTo>
                    <a:pt x="66812" y="25"/>
                  </a:lnTo>
                  <a:cubicBezTo>
                    <a:pt x="81305" y="301"/>
                    <a:pt x="95532" y="3987"/>
                    <a:pt x="108343" y="10788"/>
                  </a:cubicBezTo>
                  <a:cubicBezTo>
                    <a:pt x="118322" y="16789"/>
                    <a:pt x="124119" y="24123"/>
                    <a:pt x="124119" y="31076"/>
                  </a:cubicBezTo>
                  <a:close/>
                </a:path>
              </a:pathLst>
            </a:custGeom>
            <a:solidFill>
              <a:srgbClr val="28221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 name="Google Shape;790;p18">
              <a:extLst>
                <a:ext uri="{FF2B5EF4-FFF2-40B4-BE49-F238E27FC236}">
                  <a16:creationId xmlns:a16="http://schemas.microsoft.com/office/drawing/2014/main" id="{90E3E868-881C-1B36-D03D-7518EB08A2E3}"/>
                </a:ext>
              </a:extLst>
            </p:cNvPr>
            <p:cNvSpPr/>
            <p:nvPr/>
          </p:nvSpPr>
          <p:spPr>
            <a:xfrm>
              <a:off x="3467883" y="2886601"/>
              <a:ext cx="114710" cy="61717"/>
            </a:xfrm>
            <a:custGeom>
              <a:avLst/>
              <a:gdLst/>
              <a:ahLst/>
              <a:cxnLst/>
              <a:rect l="l" t="t" r="r" b="b"/>
              <a:pathLst>
                <a:path w="114710" h="61717" extrusionOk="0">
                  <a:moveTo>
                    <a:pt x="114711" y="30906"/>
                  </a:moveTo>
                  <a:cubicBezTo>
                    <a:pt x="114711" y="37859"/>
                    <a:pt x="108913" y="45099"/>
                    <a:pt x="98934" y="50909"/>
                  </a:cubicBezTo>
                  <a:cubicBezTo>
                    <a:pt x="73084" y="65320"/>
                    <a:pt x="41626" y="65320"/>
                    <a:pt x="15776" y="50909"/>
                  </a:cubicBezTo>
                  <a:cubicBezTo>
                    <a:pt x="6272" y="45099"/>
                    <a:pt x="0" y="37859"/>
                    <a:pt x="0" y="30906"/>
                  </a:cubicBezTo>
                  <a:cubicBezTo>
                    <a:pt x="0" y="23953"/>
                    <a:pt x="5797" y="16619"/>
                    <a:pt x="15776" y="10808"/>
                  </a:cubicBezTo>
                  <a:cubicBezTo>
                    <a:pt x="41626" y="-3603"/>
                    <a:pt x="73084" y="-3603"/>
                    <a:pt x="98934" y="10808"/>
                  </a:cubicBezTo>
                  <a:cubicBezTo>
                    <a:pt x="108913" y="16619"/>
                    <a:pt x="114711" y="23953"/>
                    <a:pt x="114711" y="30906"/>
                  </a:cubicBezTo>
                  <a:close/>
                </a:path>
              </a:pathLst>
            </a:custGeom>
            <a:solidFill>
              <a:srgbClr val="FFFFFF">
                <a:alpha val="6669"/>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791;p18">
              <a:extLst>
                <a:ext uri="{FF2B5EF4-FFF2-40B4-BE49-F238E27FC236}">
                  <a16:creationId xmlns:a16="http://schemas.microsoft.com/office/drawing/2014/main" id="{6F2095A4-5A75-EB3B-6632-60F580270C3E}"/>
                </a:ext>
              </a:extLst>
            </p:cNvPr>
            <p:cNvSpPr/>
            <p:nvPr/>
          </p:nvSpPr>
          <p:spPr>
            <a:xfrm>
              <a:off x="3559880" y="2961132"/>
              <a:ext cx="42223" cy="98678"/>
            </a:xfrm>
            <a:custGeom>
              <a:avLst/>
              <a:gdLst/>
              <a:ahLst/>
              <a:cxnLst/>
              <a:rect l="l" t="t" r="r" b="b"/>
              <a:pathLst>
                <a:path w="42223" h="98678" extrusionOk="0">
                  <a:moveTo>
                    <a:pt x="23569" y="9049"/>
                  </a:moveTo>
                  <a:lnTo>
                    <a:pt x="7983" y="0"/>
                  </a:lnTo>
                  <a:lnTo>
                    <a:pt x="285" y="4381"/>
                  </a:lnTo>
                  <a:lnTo>
                    <a:pt x="7983" y="8858"/>
                  </a:lnTo>
                  <a:lnTo>
                    <a:pt x="7983" y="11716"/>
                  </a:lnTo>
                  <a:lnTo>
                    <a:pt x="22619" y="20193"/>
                  </a:lnTo>
                  <a:lnTo>
                    <a:pt x="22144" y="22955"/>
                  </a:lnTo>
                  <a:cubicBezTo>
                    <a:pt x="25689" y="27984"/>
                    <a:pt x="28873" y="33271"/>
                    <a:pt x="31648" y="38767"/>
                  </a:cubicBezTo>
                  <a:lnTo>
                    <a:pt x="32123" y="38290"/>
                  </a:lnTo>
                  <a:lnTo>
                    <a:pt x="32123" y="74962"/>
                  </a:lnTo>
                  <a:cubicBezTo>
                    <a:pt x="32123" y="84487"/>
                    <a:pt x="26516" y="81344"/>
                    <a:pt x="24140" y="79915"/>
                  </a:cubicBezTo>
                  <a:lnTo>
                    <a:pt x="7698" y="70390"/>
                  </a:lnTo>
                  <a:lnTo>
                    <a:pt x="0" y="74771"/>
                  </a:lnTo>
                  <a:lnTo>
                    <a:pt x="7698" y="79248"/>
                  </a:lnTo>
                  <a:lnTo>
                    <a:pt x="7698" y="82105"/>
                  </a:lnTo>
                  <a:lnTo>
                    <a:pt x="24140" y="91630"/>
                  </a:lnTo>
                  <a:cubicBezTo>
                    <a:pt x="25812" y="92631"/>
                    <a:pt x="27599" y="93431"/>
                    <a:pt x="29462" y="94012"/>
                  </a:cubicBezTo>
                  <a:lnTo>
                    <a:pt x="28511" y="98679"/>
                  </a:lnTo>
                  <a:lnTo>
                    <a:pt x="37065" y="93821"/>
                  </a:lnTo>
                  <a:lnTo>
                    <a:pt x="37065" y="93821"/>
                  </a:lnTo>
                  <a:cubicBezTo>
                    <a:pt x="40838" y="90687"/>
                    <a:pt x="42739" y="85830"/>
                    <a:pt x="42102" y="80963"/>
                  </a:cubicBezTo>
                  <a:lnTo>
                    <a:pt x="42102" y="42863"/>
                  </a:lnTo>
                  <a:cubicBezTo>
                    <a:pt x="41408" y="29346"/>
                    <a:pt x="34575" y="16888"/>
                    <a:pt x="23569" y="9049"/>
                  </a:cubicBezTo>
                  <a:close/>
                </a:path>
              </a:pathLst>
            </a:custGeom>
            <a:solidFill>
              <a:srgbClr val="C9883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 name="Google Shape;792;p18">
              <a:extLst>
                <a:ext uri="{FF2B5EF4-FFF2-40B4-BE49-F238E27FC236}">
                  <a16:creationId xmlns:a16="http://schemas.microsoft.com/office/drawing/2014/main" id="{63494A53-BDF6-36F6-C326-1CE4D84E3A4C}"/>
                </a:ext>
              </a:extLst>
            </p:cNvPr>
            <p:cNvSpPr/>
            <p:nvPr/>
          </p:nvSpPr>
          <p:spPr>
            <a:xfrm>
              <a:off x="3560165" y="2965989"/>
              <a:ext cx="34688" cy="94398"/>
            </a:xfrm>
            <a:custGeom>
              <a:avLst/>
              <a:gdLst/>
              <a:ahLst/>
              <a:cxnLst/>
              <a:rect l="l" t="t" r="r" b="b"/>
              <a:pathLst>
                <a:path w="34688" h="94398" extrusionOk="0">
                  <a:moveTo>
                    <a:pt x="16537" y="91535"/>
                  </a:moveTo>
                  <a:lnTo>
                    <a:pt x="0" y="82010"/>
                  </a:lnTo>
                  <a:lnTo>
                    <a:pt x="0" y="70199"/>
                  </a:lnTo>
                  <a:lnTo>
                    <a:pt x="16537" y="79724"/>
                  </a:lnTo>
                  <a:cubicBezTo>
                    <a:pt x="18913" y="81153"/>
                    <a:pt x="24520" y="84391"/>
                    <a:pt x="24520" y="74771"/>
                  </a:cubicBezTo>
                  <a:lnTo>
                    <a:pt x="24520" y="36671"/>
                  </a:lnTo>
                  <a:cubicBezTo>
                    <a:pt x="23874" y="30108"/>
                    <a:pt x="20405" y="24165"/>
                    <a:pt x="15016" y="20383"/>
                  </a:cubicBezTo>
                  <a:lnTo>
                    <a:pt x="0" y="11811"/>
                  </a:lnTo>
                  <a:lnTo>
                    <a:pt x="0" y="0"/>
                  </a:lnTo>
                  <a:lnTo>
                    <a:pt x="15681" y="9525"/>
                  </a:lnTo>
                  <a:cubicBezTo>
                    <a:pt x="26782" y="17173"/>
                    <a:pt x="33776" y="29489"/>
                    <a:pt x="34689" y="42958"/>
                  </a:cubicBezTo>
                  <a:lnTo>
                    <a:pt x="34689" y="81058"/>
                  </a:lnTo>
                  <a:cubicBezTo>
                    <a:pt x="34689" y="90678"/>
                    <a:pt x="29937" y="98965"/>
                    <a:pt x="16537" y="91535"/>
                  </a:cubicBezTo>
                  <a:close/>
                </a:path>
              </a:pathLst>
            </a:custGeom>
            <a:solidFill>
              <a:srgbClr val="E09C3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 name="Google Shape;793;p18">
              <a:extLst>
                <a:ext uri="{FF2B5EF4-FFF2-40B4-BE49-F238E27FC236}">
                  <a16:creationId xmlns:a16="http://schemas.microsoft.com/office/drawing/2014/main" id="{116B9FE5-4BA1-D43E-4608-22C3CC8D1F7D}"/>
                </a:ext>
              </a:extLst>
            </p:cNvPr>
            <p:cNvSpPr/>
            <p:nvPr/>
          </p:nvSpPr>
          <p:spPr>
            <a:xfrm>
              <a:off x="5618400" y="4515040"/>
              <a:ext cx="756691" cy="437959"/>
            </a:xfrm>
            <a:custGeom>
              <a:avLst/>
              <a:gdLst/>
              <a:ahLst/>
              <a:cxnLst/>
              <a:rect l="l" t="t" r="r" b="b"/>
              <a:pathLst>
                <a:path w="756691" h="437959" extrusionOk="0">
                  <a:moveTo>
                    <a:pt x="756691" y="218980"/>
                  </a:moveTo>
                  <a:cubicBezTo>
                    <a:pt x="756691" y="339919"/>
                    <a:pt x="587300" y="437960"/>
                    <a:pt x="378346" y="437960"/>
                  </a:cubicBezTo>
                  <a:cubicBezTo>
                    <a:pt x="169391" y="437960"/>
                    <a:pt x="0" y="339919"/>
                    <a:pt x="0" y="218980"/>
                  </a:cubicBezTo>
                  <a:cubicBezTo>
                    <a:pt x="0" y="98041"/>
                    <a:pt x="169391" y="0"/>
                    <a:pt x="378346" y="0"/>
                  </a:cubicBezTo>
                  <a:cubicBezTo>
                    <a:pt x="587300" y="0"/>
                    <a:pt x="756691" y="98041"/>
                    <a:pt x="756691" y="21898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794;p18">
              <a:extLst>
                <a:ext uri="{FF2B5EF4-FFF2-40B4-BE49-F238E27FC236}">
                  <a16:creationId xmlns:a16="http://schemas.microsoft.com/office/drawing/2014/main" id="{9331D6F6-263D-9565-AE83-2C301D1F5D94}"/>
                </a:ext>
              </a:extLst>
            </p:cNvPr>
            <p:cNvSpPr/>
            <p:nvPr/>
          </p:nvSpPr>
          <p:spPr>
            <a:xfrm>
              <a:off x="6158405" y="3069812"/>
              <a:ext cx="186021" cy="406050"/>
            </a:xfrm>
            <a:custGeom>
              <a:avLst/>
              <a:gdLst/>
              <a:ahLst/>
              <a:cxnLst/>
              <a:rect l="l" t="t" r="r" b="b"/>
              <a:pathLst>
                <a:path w="186021" h="406050" extrusionOk="0">
                  <a:moveTo>
                    <a:pt x="145028" y="0"/>
                  </a:moveTo>
                  <a:cubicBezTo>
                    <a:pt x="149304" y="38100"/>
                    <a:pt x="194352" y="200882"/>
                    <a:pt x="184659" y="256699"/>
                  </a:cubicBezTo>
                  <a:cubicBezTo>
                    <a:pt x="174965" y="312515"/>
                    <a:pt x="21288" y="406051"/>
                    <a:pt x="21288" y="406051"/>
                  </a:cubicBezTo>
                  <a:lnTo>
                    <a:pt x="0" y="310801"/>
                  </a:lnTo>
                  <a:lnTo>
                    <a:pt x="85534" y="227171"/>
                  </a:lnTo>
                  <a:lnTo>
                    <a:pt x="61965" y="68389"/>
                  </a:ln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 name="Google Shape;795;p18">
              <a:extLst>
                <a:ext uri="{FF2B5EF4-FFF2-40B4-BE49-F238E27FC236}">
                  <a16:creationId xmlns:a16="http://schemas.microsoft.com/office/drawing/2014/main" id="{A8AD5909-7377-AAD1-D2E8-4D78B1502734}"/>
                </a:ext>
              </a:extLst>
            </p:cNvPr>
            <p:cNvSpPr/>
            <p:nvPr/>
          </p:nvSpPr>
          <p:spPr>
            <a:xfrm>
              <a:off x="6184541" y="2902850"/>
              <a:ext cx="133813" cy="257894"/>
            </a:xfrm>
            <a:custGeom>
              <a:avLst/>
              <a:gdLst/>
              <a:ahLst/>
              <a:cxnLst/>
              <a:rect l="l" t="t" r="r" b="b"/>
              <a:pathLst>
                <a:path w="133813" h="257894" extrusionOk="0">
                  <a:moveTo>
                    <a:pt x="0" y="6275"/>
                  </a:moveTo>
                  <a:cubicBezTo>
                    <a:pt x="30935" y="-8136"/>
                    <a:pt x="67743" y="3008"/>
                    <a:pt x="85534" y="32183"/>
                  </a:cubicBezTo>
                  <a:cubicBezTo>
                    <a:pt x="108153" y="69712"/>
                    <a:pt x="131627" y="198490"/>
                    <a:pt x="133813" y="220492"/>
                  </a:cubicBezTo>
                  <a:cubicBezTo>
                    <a:pt x="133813" y="220492"/>
                    <a:pt x="102071" y="264403"/>
                    <a:pt x="54457" y="257068"/>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 name="Google Shape;796;p18">
              <a:extLst>
                <a:ext uri="{FF2B5EF4-FFF2-40B4-BE49-F238E27FC236}">
                  <a16:creationId xmlns:a16="http://schemas.microsoft.com/office/drawing/2014/main" id="{7319DAE3-263C-00FC-926A-D3A9AD542150}"/>
                </a:ext>
              </a:extLst>
            </p:cNvPr>
            <p:cNvSpPr/>
            <p:nvPr/>
          </p:nvSpPr>
          <p:spPr>
            <a:xfrm>
              <a:off x="5735029" y="4688404"/>
              <a:ext cx="288490" cy="162715"/>
            </a:xfrm>
            <a:custGeom>
              <a:avLst/>
              <a:gdLst/>
              <a:ahLst/>
              <a:cxnLst/>
              <a:rect l="l" t="t" r="r" b="b"/>
              <a:pathLst>
                <a:path w="288490" h="162715" extrusionOk="0">
                  <a:moveTo>
                    <a:pt x="273882" y="39044"/>
                  </a:moveTo>
                  <a:cubicBezTo>
                    <a:pt x="240419" y="48340"/>
                    <a:pt x="204647" y="43997"/>
                    <a:pt x="174377" y="26947"/>
                  </a:cubicBezTo>
                  <a:cubicBezTo>
                    <a:pt x="150428" y="27709"/>
                    <a:pt x="20321" y="-28108"/>
                    <a:pt x="2644" y="18756"/>
                  </a:cubicBezTo>
                  <a:cubicBezTo>
                    <a:pt x="-12847" y="59808"/>
                    <a:pt x="43510" y="97813"/>
                    <a:pt x="73637" y="105147"/>
                  </a:cubicBezTo>
                  <a:cubicBezTo>
                    <a:pt x="139308" y="121054"/>
                    <a:pt x="187683" y="153915"/>
                    <a:pt x="214293" y="159440"/>
                  </a:cubicBezTo>
                  <a:cubicBezTo>
                    <a:pt x="233966" y="163631"/>
                    <a:pt x="259436" y="166393"/>
                    <a:pt x="275118" y="150867"/>
                  </a:cubicBezTo>
                  <a:cubicBezTo>
                    <a:pt x="293935" y="132293"/>
                    <a:pt x="292319" y="63523"/>
                    <a:pt x="273882" y="39044"/>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797;p18">
              <a:extLst>
                <a:ext uri="{FF2B5EF4-FFF2-40B4-BE49-F238E27FC236}">
                  <a16:creationId xmlns:a16="http://schemas.microsoft.com/office/drawing/2014/main" id="{8C74641B-B7B5-CFF6-FDA1-26430FA4B17C}"/>
                </a:ext>
              </a:extLst>
            </p:cNvPr>
            <p:cNvSpPr/>
            <p:nvPr/>
          </p:nvSpPr>
          <p:spPr>
            <a:xfrm>
              <a:off x="5735111" y="4715446"/>
              <a:ext cx="283683" cy="135768"/>
            </a:xfrm>
            <a:custGeom>
              <a:avLst/>
              <a:gdLst/>
              <a:ahLst/>
              <a:cxnLst/>
              <a:rect l="l" t="t" r="r" b="b"/>
              <a:pathLst>
                <a:path w="283683" h="135768" extrusionOk="0">
                  <a:moveTo>
                    <a:pt x="214211" y="121063"/>
                  </a:moveTo>
                  <a:cubicBezTo>
                    <a:pt x="187885" y="115538"/>
                    <a:pt x="139226" y="82963"/>
                    <a:pt x="73555" y="66675"/>
                  </a:cubicBezTo>
                  <a:cubicBezTo>
                    <a:pt x="48275" y="60579"/>
                    <a:pt x="4843" y="32861"/>
                    <a:pt x="471" y="0"/>
                  </a:cubicBezTo>
                  <a:cubicBezTo>
                    <a:pt x="-5422" y="38100"/>
                    <a:pt x="45424" y="71342"/>
                    <a:pt x="73555" y="78200"/>
                  </a:cubicBezTo>
                  <a:cubicBezTo>
                    <a:pt x="139226" y="94107"/>
                    <a:pt x="187600" y="126968"/>
                    <a:pt x="214211" y="132493"/>
                  </a:cubicBezTo>
                  <a:cubicBezTo>
                    <a:pt x="233884" y="136684"/>
                    <a:pt x="259354" y="139446"/>
                    <a:pt x="275035" y="123920"/>
                  </a:cubicBezTo>
                  <a:cubicBezTo>
                    <a:pt x="279074" y="119415"/>
                    <a:pt x="282040" y="114033"/>
                    <a:pt x="283684" y="108204"/>
                  </a:cubicBezTo>
                  <a:cubicBezTo>
                    <a:pt x="263859" y="123254"/>
                    <a:pt x="238094" y="128026"/>
                    <a:pt x="214211" y="12106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 name="Google Shape;798;p18">
              <a:extLst>
                <a:ext uri="{FF2B5EF4-FFF2-40B4-BE49-F238E27FC236}">
                  <a16:creationId xmlns:a16="http://schemas.microsoft.com/office/drawing/2014/main" id="{A821F2E6-1B4A-1814-4032-4D3FC1985427}"/>
                </a:ext>
              </a:extLst>
            </p:cNvPr>
            <p:cNvSpPr/>
            <p:nvPr/>
          </p:nvSpPr>
          <p:spPr>
            <a:xfrm>
              <a:off x="5946488" y="4593442"/>
              <a:ext cx="288134" cy="162731"/>
            </a:xfrm>
            <a:custGeom>
              <a:avLst/>
              <a:gdLst/>
              <a:ahLst/>
              <a:cxnLst/>
              <a:rect l="l" t="t" r="r" b="b"/>
              <a:pathLst>
                <a:path w="288134" h="162731" extrusionOk="0">
                  <a:moveTo>
                    <a:pt x="273882" y="39041"/>
                  </a:moveTo>
                  <a:cubicBezTo>
                    <a:pt x="240429" y="48319"/>
                    <a:pt x="204675" y="44004"/>
                    <a:pt x="174377" y="27040"/>
                  </a:cubicBezTo>
                  <a:cubicBezTo>
                    <a:pt x="150428" y="27707"/>
                    <a:pt x="20321" y="-28110"/>
                    <a:pt x="2644" y="18753"/>
                  </a:cubicBezTo>
                  <a:cubicBezTo>
                    <a:pt x="-12847" y="59806"/>
                    <a:pt x="43510" y="97810"/>
                    <a:pt x="73637" y="105145"/>
                  </a:cubicBezTo>
                  <a:cubicBezTo>
                    <a:pt x="139308" y="121051"/>
                    <a:pt x="187683" y="153913"/>
                    <a:pt x="214293" y="159533"/>
                  </a:cubicBezTo>
                  <a:cubicBezTo>
                    <a:pt x="234061" y="163628"/>
                    <a:pt x="259436" y="166391"/>
                    <a:pt x="275118" y="150865"/>
                  </a:cubicBezTo>
                  <a:cubicBezTo>
                    <a:pt x="293460" y="132291"/>
                    <a:pt x="291844" y="63521"/>
                    <a:pt x="273882" y="39041"/>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8" name="Google Shape;799;p18">
              <a:extLst>
                <a:ext uri="{FF2B5EF4-FFF2-40B4-BE49-F238E27FC236}">
                  <a16:creationId xmlns:a16="http://schemas.microsoft.com/office/drawing/2014/main" id="{1E87E57D-0863-9B37-D1D0-FF08C50DE5E1}"/>
                </a:ext>
              </a:extLst>
            </p:cNvPr>
            <p:cNvSpPr/>
            <p:nvPr/>
          </p:nvSpPr>
          <p:spPr>
            <a:xfrm>
              <a:off x="5946095" y="4620482"/>
              <a:ext cx="283683" cy="135691"/>
            </a:xfrm>
            <a:custGeom>
              <a:avLst/>
              <a:gdLst/>
              <a:ahLst/>
              <a:cxnLst/>
              <a:rect l="l" t="t" r="r" b="b"/>
              <a:pathLst>
                <a:path w="283683" h="135691" extrusionOk="0">
                  <a:moveTo>
                    <a:pt x="214211" y="121063"/>
                  </a:moveTo>
                  <a:cubicBezTo>
                    <a:pt x="187885" y="115538"/>
                    <a:pt x="139226" y="82963"/>
                    <a:pt x="73555" y="66675"/>
                  </a:cubicBezTo>
                  <a:cubicBezTo>
                    <a:pt x="48275" y="60579"/>
                    <a:pt x="4842" y="32956"/>
                    <a:pt x="471" y="0"/>
                  </a:cubicBezTo>
                  <a:cubicBezTo>
                    <a:pt x="-5422" y="38100"/>
                    <a:pt x="45424" y="71247"/>
                    <a:pt x="73555" y="78105"/>
                  </a:cubicBezTo>
                  <a:cubicBezTo>
                    <a:pt x="139226" y="94012"/>
                    <a:pt x="187600" y="126873"/>
                    <a:pt x="214211" y="132493"/>
                  </a:cubicBezTo>
                  <a:cubicBezTo>
                    <a:pt x="233979" y="136588"/>
                    <a:pt x="259354" y="139351"/>
                    <a:pt x="275035" y="123825"/>
                  </a:cubicBezTo>
                  <a:cubicBezTo>
                    <a:pt x="279074" y="119320"/>
                    <a:pt x="282039" y="113938"/>
                    <a:pt x="283683" y="108109"/>
                  </a:cubicBezTo>
                  <a:cubicBezTo>
                    <a:pt x="263868" y="123187"/>
                    <a:pt x="238113" y="127997"/>
                    <a:pt x="214211" y="121063"/>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 name="Google Shape;800;p18">
              <a:extLst>
                <a:ext uri="{FF2B5EF4-FFF2-40B4-BE49-F238E27FC236}">
                  <a16:creationId xmlns:a16="http://schemas.microsoft.com/office/drawing/2014/main" id="{46C36F06-481D-60B2-EB19-B7E790E5D877}"/>
                </a:ext>
              </a:extLst>
            </p:cNvPr>
            <p:cNvSpPr/>
            <p:nvPr/>
          </p:nvSpPr>
          <p:spPr>
            <a:xfrm>
              <a:off x="5812467" y="3540156"/>
              <a:ext cx="422006" cy="1193603"/>
            </a:xfrm>
            <a:custGeom>
              <a:avLst/>
              <a:gdLst/>
              <a:ahLst/>
              <a:cxnLst/>
              <a:rect l="l" t="t" r="r" b="b"/>
              <a:pathLst>
                <a:path w="422006" h="1193603" extrusionOk="0">
                  <a:moveTo>
                    <a:pt x="409993" y="738092"/>
                  </a:moveTo>
                  <a:cubicBezTo>
                    <a:pt x="404434" y="689638"/>
                    <a:pt x="394379" y="641804"/>
                    <a:pt x="379961" y="595217"/>
                  </a:cubicBezTo>
                  <a:cubicBezTo>
                    <a:pt x="379961" y="595217"/>
                    <a:pt x="388990" y="471964"/>
                    <a:pt x="393457" y="355092"/>
                  </a:cubicBezTo>
                  <a:cubicBezTo>
                    <a:pt x="398589" y="222504"/>
                    <a:pt x="444397" y="105823"/>
                    <a:pt x="408188" y="0"/>
                  </a:cubicBezTo>
                  <a:lnTo>
                    <a:pt x="0" y="90964"/>
                  </a:lnTo>
                  <a:cubicBezTo>
                    <a:pt x="0" y="90964"/>
                    <a:pt x="24710" y="619601"/>
                    <a:pt x="30222" y="683609"/>
                  </a:cubicBezTo>
                  <a:cubicBezTo>
                    <a:pt x="33216" y="733349"/>
                    <a:pt x="39308" y="782841"/>
                    <a:pt x="48469" y="831818"/>
                  </a:cubicBezTo>
                  <a:cubicBezTo>
                    <a:pt x="67477" y="934402"/>
                    <a:pt x="97414" y="1178528"/>
                    <a:pt x="97414" y="1178528"/>
                  </a:cubicBezTo>
                  <a:cubicBezTo>
                    <a:pt x="140561" y="1203674"/>
                    <a:pt x="197204" y="1189768"/>
                    <a:pt x="197204" y="1189768"/>
                  </a:cubicBezTo>
                  <a:cubicBezTo>
                    <a:pt x="197204" y="1189768"/>
                    <a:pt x="194163" y="881063"/>
                    <a:pt x="191311" y="807148"/>
                  </a:cubicBezTo>
                  <a:cubicBezTo>
                    <a:pt x="187985" y="716851"/>
                    <a:pt x="185229" y="723709"/>
                    <a:pt x="185229" y="723709"/>
                  </a:cubicBezTo>
                  <a:lnTo>
                    <a:pt x="198819" y="499110"/>
                  </a:lnTo>
                  <a:lnTo>
                    <a:pt x="207658" y="387286"/>
                  </a:lnTo>
                  <a:cubicBezTo>
                    <a:pt x="207658" y="387286"/>
                    <a:pt x="218967" y="469392"/>
                    <a:pt x="226665" y="542734"/>
                  </a:cubicBezTo>
                  <a:cubicBezTo>
                    <a:pt x="233033" y="606647"/>
                    <a:pt x="248429" y="664464"/>
                    <a:pt x="265631" y="783526"/>
                  </a:cubicBezTo>
                  <a:cubicBezTo>
                    <a:pt x="280552" y="886777"/>
                    <a:pt x="304787" y="1094232"/>
                    <a:pt x="304787" y="1094232"/>
                  </a:cubicBezTo>
                  <a:cubicBezTo>
                    <a:pt x="347934" y="1119473"/>
                    <a:pt x="406572" y="1098518"/>
                    <a:pt x="406572" y="1098518"/>
                  </a:cubicBezTo>
                  <a:cubicBezTo>
                    <a:pt x="406572" y="1098518"/>
                    <a:pt x="421683" y="827627"/>
                    <a:pt x="409993" y="738092"/>
                  </a:cubicBezTo>
                  <a:close/>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 name="Google Shape;801;p18">
              <a:extLst>
                <a:ext uri="{FF2B5EF4-FFF2-40B4-BE49-F238E27FC236}">
                  <a16:creationId xmlns:a16="http://schemas.microsoft.com/office/drawing/2014/main" id="{FAC5C6D6-18E9-243B-2B14-3C76BD5A4322}"/>
                </a:ext>
              </a:extLst>
            </p:cNvPr>
            <p:cNvSpPr/>
            <p:nvPr/>
          </p:nvSpPr>
          <p:spPr>
            <a:xfrm>
              <a:off x="5874419" y="2560474"/>
              <a:ext cx="305952" cy="491697"/>
            </a:xfrm>
            <a:custGeom>
              <a:avLst/>
              <a:gdLst/>
              <a:ahLst/>
              <a:cxnLst/>
              <a:rect l="l" t="t" r="r" b="b"/>
              <a:pathLst>
                <a:path w="305952" h="491697" extrusionOk="0">
                  <a:moveTo>
                    <a:pt x="288928" y="350842"/>
                  </a:moveTo>
                  <a:cubicBezTo>
                    <a:pt x="257851" y="352366"/>
                    <a:pt x="234756" y="360367"/>
                    <a:pt x="230860" y="350842"/>
                  </a:cubicBezTo>
                  <a:cubicBezTo>
                    <a:pt x="227496" y="334783"/>
                    <a:pt x="225120" y="318523"/>
                    <a:pt x="223732" y="302169"/>
                  </a:cubicBezTo>
                  <a:cubicBezTo>
                    <a:pt x="227343" y="293120"/>
                    <a:pt x="230385" y="283119"/>
                    <a:pt x="230385" y="283119"/>
                  </a:cubicBezTo>
                  <a:cubicBezTo>
                    <a:pt x="269445" y="259021"/>
                    <a:pt x="281800" y="216444"/>
                    <a:pt x="286932" y="167486"/>
                  </a:cubicBezTo>
                  <a:cubicBezTo>
                    <a:pt x="295676" y="83285"/>
                    <a:pt x="250248" y="9656"/>
                    <a:pt x="166329" y="798"/>
                  </a:cubicBezTo>
                  <a:cubicBezTo>
                    <a:pt x="87353" y="-7393"/>
                    <a:pt x="29285" y="48423"/>
                    <a:pt x="13793" y="124623"/>
                  </a:cubicBezTo>
                  <a:cubicBezTo>
                    <a:pt x="5430" y="162723"/>
                    <a:pt x="-11201" y="233589"/>
                    <a:pt x="11323" y="296073"/>
                  </a:cubicBezTo>
                  <a:cubicBezTo>
                    <a:pt x="23867" y="330744"/>
                    <a:pt x="39834" y="358271"/>
                    <a:pt x="56180" y="363605"/>
                  </a:cubicBezTo>
                  <a:cubicBezTo>
                    <a:pt x="71833" y="363205"/>
                    <a:pt x="87448" y="361834"/>
                    <a:pt x="102939" y="359510"/>
                  </a:cubicBezTo>
                  <a:lnTo>
                    <a:pt x="102939" y="359510"/>
                  </a:lnTo>
                  <a:cubicBezTo>
                    <a:pt x="102939" y="359510"/>
                    <a:pt x="107121" y="382941"/>
                    <a:pt x="110067" y="397610"/>
                  </a:cubicBezTo>
                  <a:cubicBezTo>
                    <a:pt x="113013" y="412278"/>
                    <a:pt x="111777" y="420565"/>
                    <a:pt x="82031" y="438948"/>
                  </a:cubicBezTo>
                  <a:cubicBezTo>
                    <a:pt x="52284" y="457331"/>
                    <a:pt x="127079" y="495241"/>
                    <a:pt x="176023" y="491431"/>
                  </a:cubicBezTo>
                  <a:cubicBezTo>
                    <a:pt x="224968" y="487621"/>
                    <a:pt x="279424" y="458951"/>
                    <a:pt x="294440" y="426851"/>
                  </a:cubicBezTo>
                  <a:cubicBezTo>
                    <a:pt x="311262" y="391514"/>
                    <a:pt x="309837" y="349794"/>
                    <a:pt x="288928" y="350842"/>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 name="Google Shape;802;p18">
              <a:extLst>
                <a:ext uri="{FF2B5EF4-FFF2-40B4-BE49-F238E27FC236}">
                  <a16:creationId xmlns:a16="http://schemas.microsoft.com/office/drawing/2014/main" id="{0A9C8D95-1622-F6F1-30F8-1CCBEAA6D865}"/>
                </a:ext>
              </a:extLst>
            </p:cNvPr>
            <p:cNvSpPr/>
            <p:nvPr/>
          </p:nvSpPr>
          <p:spPr>
            <a:xfrm>
              <a:off x="5809360" y="2908700"/>
              <a:ext cx="471048" cy="781597"/>
            </a:xfrm>
            <a:custGeom>
              <a:avLst/>
              <a:gdLst/>
              <a:ahLst/>
              <a:cxnLst/>
              <a:rect l="l" t="t" r="r" b="b"/>
              <a:pathLst>
                <a:path w="471048" h="781597" extrusionOk="0">
                  <a:moveTo>
                    <a:pt x="308559" y="7283"/>
                  </a:moveTo>
                  <a:cubicBezTo>
                    <a:pt x="317113" y="28715"/>
                    <a:pt x="295254" y="54908"/>
                    <a:pt x="236901" y="73482"/>
                  </a:cubicBezTo>
                  <a:cubicBezTo>
                    <a:pt x="178547" y="92056"/>
                    <a:pt x="173225" y="68243"/>
                    <a:pt x="173225" y="68243"/>
                  </a:cubicBezTo>
                  <a:cubicBezTo>
                    <a:pt x="173225" y="68243"/>
                    <a:pt x="87691" y="107296"/>
                    <a:pt x="59750" y="126822"/>
                  </a:cubicBezTo>
                  <a:cubicBezTo>
                    <a:pt x="24776" y="151396"/>
                    <a:pt x="9190" y="222072"/>
                    <a:pt x="4438" y="342373"/>
                  </a:cubicBezTo>
                  <a:cubicBezTo>
                    <a:pt x="-979" y="481152"/>
                    <a:pt x="-1454" y="686987"/>
                    <a:pt x="3107" y="722516"/>
                  </a:cubicBezTo>
                  <a:cubicBezTo>
                    <a:pt x="3107" y="722516"/>
                    <a:pt x="68589" y="787952"/>
                    <a:pt x="152412" y="781094"/>
                  </a:cubicBezTo>
                  <a:cubicBezTo>
                    <a:pt x="236235" y="774236"/>
                    <a:pt x="377272" y="699846"/>
                    <a:pt x="411485" y="642410"/>
                  </a:cubicBezTo>
                  <a:cubicBezTo>
                    <a:pt x="410535" y="520776"/>
                    <a:pt x="396279" y="500964"/>
                    <a:pt x="415952" y="430860"/>
                  </a:cubicBezTo>
                  <a:cubicBezTo>
                    <a:pt x="461000" y="270364"/>
                    <a:pt x="484664" y="204641"/>
                    <a:pt x="462806" y="97961"/>
                  </a:cubicBezTo>
                  <a:cubicBezTo>
                    <a:pt x="444748" y="10045"/>
                    <a:pt x="419469" y="-813"/>
                    <a:pt x="384875" y="44"/>
                  </a:cubicBezTo>
                  <a:cubicBezTo>
                    <a:pt x="359329" y="1092"/>
                    <a:pt x="333849" y="3511"/>
                    <a:pt x="308559" y="7283"/>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803;p18">
              <a:extLst>
                <a:ext uri="{FF2B5EF4-FFF2-40B4-BE49-F238E27FC236}">
                  <a16:creationId xmlns:a16="http://schemas.microsoft.com/office/drawing/2014/main" id="{17DE4EC7-E6DB-2EBC-CBF7-9A1F08B0FB64}"/>
                </a:ext>
              </a:extLst>
            </p:cNvPr>
            <p:cNvSpPr/>
            <p:nvPr/>
          </p:nvSpPr>
          <p:spPr>
            <a:xfrm>
              <a:off x="5348856" y="3006224"/>
              <a:ext cx="597933" cy="466333"/>
            </a:xfrm>
            <a:custGeom>
              <a:avLst/>
              <a:gdLst/>
              <a:ahLst/>
              <a:cxnLst/>
              <a:rect l="l" t="t" r="r" b="b"/>
              <a:pathLst>
                <a:path w="597933" h="466333" extrusionOk="0">
                  <a:moveTo>
                    <a:pt x="333219" y="359529"/>
                  </a:moveTo>
                  <a:cubicBezTo>
                    <a:pt x="402027" y="376960"/>
                    <a:pt x="418183" y="333431"/>
                    <a:pt x="427212" y="297522"/>
                  </a:cubicBezTo>
                  <a:cubicBezTo>
                    <a:pt x="449070" y="210368"/>
                    <a:pt x="460855" y="131691"/>
                    <a:pt x="477202" y="82161"/>
                  </a:cubicBezTo>
                  <a:cubicBezTo>
                    <a:pt x="496209" y="23868"/>
                    <a:pt x="516547" y="14629"/>
                    <a:pt x="544773" y="3199"/>
                  </a:cubicBezTo>
                  <a:cubicBezTo>
                    <a:pt x="578037" y="-10136"/>
                    <a:pt x="606548" y="17963"/>
                    <a:pt x="595524" y="92258"/>
                  </a:cubicBezTo>
                  <a:cubicBezTo>
                    <a:pt x="582408" y="180078"/>
                    <a:pt x="565302" y="241705"/>
                    <a:pt x="532513" y="345623"/>
                  </a:cubicBezTo>
                  <a:cubicBezTo>
                    <a:pt x="523960" y="372769"/>
                    <a:pt x="504763" y="420966"/>
                    <a:pt x="476061" y="444302"/>
                  </a:cubicBezTo>
                  <a:cubicBezTo>
                    <a:pt x="440517" y="472877"/>
                    <a:pt x="387106" y="471829"/>
                    <a:pt x="306228" y="451636"/>
                  </a:cubicBezTo>
                  <a:cubicBezTo>
                    <a:pt x="271730" y="443064"/>
                    <a:pt x="233905" y="422394"/>
                    <a:pt x="168708" y="391915"/>
                  </a:cubicBezTo>
                  <a:cubicBezTo>
                    <a:pt x="151222" y="383723"/>
                    <a:pt x="137536" y="378294"/>
                    <a:pt x="103988" y="362577"/>
                  </a:cubicBezTo>
                  <a:cubicBezTo>
                    <a:pt x="70439" y="346861"/>
                    <a:pt x="35370" y="320667"/>
                    <a:pt x="17789" y="295141"/>
                  </a:cubicBezTo>
                  <a:cubicBezTo>
                    <a:pt x="207" y="269614"/>
                    <a:pt x="-2169" y="257041"/>
                    <a:pt x="1442" y="251707"/>
                  </a:cubicBezTo>
                  <a:cubicBezTo>
                    <a:pt x="5909" y="244372"/>
                    <a:pt x="13892" y="245991"/>
                    <a:pt x="23301" y="256755"/>
                  </a:cubicBezTo>
                  <a:cubicBezTo>
                    <a:pt x="36872" y="274966"/>
                    <a:pt x="53646" y="290521"/>
                    <a:pt x="72815" y="302665"/>
                  </a:cubicBezTo>
                  <a:cubicBezTo>
                    <a:pt x="72815" y="302665"/>
                    <a:pt x="51052" y="280186"/>
                    <a:pt x="39267" y="265613"/>
                  </a:cubicBezTo>
                  <a:cubicBezTo>
                    <a:pt x="28727" y="252611"/>
                    <a:pt x="19974" y="238267"/>
                    <a:pt x="13227" y="222941"/>
                  </a:cubicBezTo>
                  <a:cubicBezTo>
                    <a:pt x="7049" y="208082"/>
                    <a:pt x="19879" y="187889"/>
                    <a:pt x="29573" y="198462"/>
                  </a:cubicBezTo>
                  <a:cubicBezTo>
                    <a:pt x="39267" y="209034"/>
                    <a:pt x="44019" y="219893"/>
                    <a:pt x="61791" y="241229"/>
                  </a:cubicBezTo>
                  <a:cubicBezTo>
                    <a:pt x="71124" y="252649"/>
                    <a:pt x="81816" y="262889"/>
                    <a:pt x="93629" y="271709"/>
                  </a:cubicBezTo>
                  <a:cubicBezTo>
                    <a:pt x="82595" y="256641"/>
                    <a:pt x="72777" y="240714"/>
                    <a:pt x="64262" y="224084"/>
                  </a:cubicBezTo>
                  <a:cubicBezTo>
                    <a:pt x="56649" y="211158"/>
                    <a:pt x="52924" y="196309"/>
                    <a:pt x="53523" y="181317"/>
                  </a:cubicBezTo>
                  <a:cubicBezTo>
                    <a:pt x="53998" y="173506"/>
                    <a:pt x="65022" y="164267"/>
                    <a:pt x="75286" y="179031"/>
                  </a:cubicBezTo>
                  <a:cubicBezTo>
                    <a:pt x="84790" y="192270"/>
                    <a:pt x="90682" y="213035"/>
                    <a:pt x="112256" y="235609"/>
                  </a:cubicBezTo>
                  <a:cubicBezTo>
                    <a:pt x="127937" y="251897"/>
                    <a:pt x="141338" y="261327"/>
                    <a:pt x="141718" y="256755"/>
                  </a:cubicBezTo>
                  <a:cubicBezTo>
                    <a:pt x="142098" y="252183"/>
                    <a:pt x="132214" y="243324"/>
                    <a:pt x="126607" y="224274"/>
                  </a:cubicBezTo>
                  <a:cubicBezTo>
                    <a:pt x="121000" y="205224"/>
                    <a:pt x="126607" y="185127"/>
                    <a:pt x="137156" y="182936"/>
                  </a:cubicBezTo>
                  <a:cubicBezTo>
                    <a:pt x="147705" y="180745"/>
                    <a:pt x="145614" y="181317"/>
                    <a:pt x="153978" y="199128"/>
                  </a:cubicBezTo>
                  <a:cubicBezTo>
                    <a:pt x="162341" y="216940"/>
                    <a:pt x="175361" y="230085"/>
                    <a:pt x="185245" y="256278"/>
                  </a:cubicBezTo>
                  <a:cubicBezTo>
                    <a:pt x="190634" y="274624"/>
                    <a:pt x="200423" y="291369"/>
                    <a:pt x="213757" y="305047"/>
                  </a:cubicBezTo>
                  <a:cubicBezTo>
                    <a:pt x="230483" y="323144"/>
                    <a:pt x="267833" y="343051"/>
                    <a:pt x="333219" y="359529"/>
                  </a:cubicBezTo>
                  <a:close/>
                </a:path>
              </a:pathLst>
            </a:custGeom>
            <a:solidFill>
              <a:srgbClr val="9C6448"/>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804;p18">
              <a:extLst>
                <a:ext uri="{FF2B5EF4-FFF2-40B4-BE49-F238E27FC236}">
                  <a16:creationId xmlns:a16="http://schemas.microsoft.com/office/drawing/2014/main" id="{81F310C4-AB6A-2EAC-DF47-B884122A8D4C}"/>
                </a:ext>
              </a:extLst>
            </p:cNvPr>
            <p:cNvSpPr/>
            <p:nvPr/>
          </p:nvSpPr>
          <p:spPr>
            <a:xfrm>
              <a:off x="5786047" y="2996305"/>
              <a:ext cx="182011" cy="266828"/>
            </a:xfrm>
            <a:custGeom>
              <a:avLst/>
              <a:gdLst/>
              <a:ahLst/>
              <a:cxnLst/>
              <a:rect l="l" t="t" r="r" b="b"/>
              <a:pathLst>
                <a:path w="182011" h="266828" extrusionOk="0">
                  <a:moveTo>
                    <a:pt x="133053" y="1213"/>
                  </a:moveTo>
                  <a:cubicBezTo>
                    <a:pt x="87150" y="-5550"/>
                    <a:pt x="54742" y="15119"/>
                    <a:pt x="34404" y="84937"/>
                  </a:cubicBezTo>
                  <a:cubicBezTo>
                    <a:pt x="14066" y="154755"/>
                    <a:pt x="0" y="211905"/>
                    <a:pt x="0" y="211905"/>
                  </a:cubicBezTo>
                  <a:cubicBezTo>
                    <a:pt x="18143" y="238194"/>
                    <a:pt x="45666" y="256502"/>
                    <a:pt x="76886" y="263055"/>
                  </a:cubicBezTo>
                  <a:cubicBezTo>
                    <a:pt x="131818" y="276390"/>
                    <a:pt x="151586" y="250101"/>
                    <a:pt x="151586" y="250101"/>
                  </a:cubicBezTo>
                  <a:cubicBezTo>
                    <a:pt x="151586" y="250101"/>
                    <a:pt x="166886" y="177044"/>
                    <a:pt x="176390" y="127323"/>
                  </a:cubicBezTo>
                  <a:cubicBezTo>
                    <a:pt x="185894" y="77603"/>
                    <a:pt x="189886" y="9594"/>
                    <a:pt x="133053" y="1213"/>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48" name="Google Shape;805;p18">
              <a:extLst>
                <a:ext uri="{FF2B5EF4-FFF2-40B4-BE49-F238E27FC236}">
                  <a16:creationId xmlns:a16="http://schemas.microsoft.com/office/drawing/2014/main" id="{6F9EB32D-585F-47D5-C2F8-6C9ACFC26E3D}"/>
                </a:ext>
              </a:extLst>
            </p:cNvPr>
            <p:cNvSpPr/>
            <p:nvPr/>
          </p:nvSpPr>
          <p:spPr>
            <a:xfrm>
              <a:off x="5873666" y="2538911"/>
              <a:ext cx="296973" cy="328330"/>
            </a:xfrm>
            <a:custGeom>
              <a:avLst/>
              <a:gdLst/>
              <a:ahLst/>
              <a:cxnLst/>
              <a:rect l="l" t="t" r="r" b="b"/>
              <a:pathLst>
                <a:path w="296973" h="328330" extrusionOk="0">
                  <a:moveTo>
                    <a:pt x="16733" y="135613"/>
                  </a:moveTo>
                  <a:cubicBezTo>
                    <a:pt x="16733" y="135613"/>
                    <a:pt x="-55876" y="25123"/>
                    <a:pt x="101411" y="2263"/>
                  </a:cubicBezTo>
                  <a:cubicBezTo>
                    <a:pt x="214791" y="-13930"/>
                    <a:pt x="287686" y="59413"/>
                    <a:pt x="296049" y="138280"/>
                  </a:cubicBezTo>
                  <a:cubicBezTo>
                    <a:pt x="304127" y="214003"/>
                    <a:pt x="257558" y="292585"/>
                    <a:pt x="224010" y="323827"/>
                  </a:cubicBezTo>
                  <a:cubicBezTo>
                    <a:pt x="207664" y="329637"/>
                    <a:pt x="172309" y="333352"/>
                    <a:pt x="126026" y="311920"/>
                  </a:cubicBezTo>
                  <a:cubicBezTo>
                    <a:pt x="124144" y="291308"/>
                    <a:pt x="123413" y="270611"/>
                    <a:pt x="123840" y="249913"/>
                  </a:cubicBezTo>
                  <a:cubicBezTo>
                    <a:pt x="123840" y="249913"/>
                    <a:pt x="179152" y="133612"/>
                    <a:pt x="16733" y="135613"/>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49" name="Google Shape;806;p18">
              <a:extLst>
                <a:ext uri="{FF2B5EF4-FFF2-40B4-BE49-F238E27FC236}">
                  <a16:creationId xmlns:a16="http://schemas.microsoft.com/office/drawing/2014/main" id="{89B39E3B-2659-A004-9483-2F9F15586C31}"/>
                </a:ext>
              </a:extLst>
            </p:cNvPr>
            <p:cNvSpPr/>
            <p:nvPr/>
          </p:nvSpPr>
          <p:spPr>
            <a:xfrm>
              <a:off x="4255557" y="1955958"/>
              <a:ext cx="334153" cy="334898"/>
            </a:xfrm>
            <a:custGeom>
              <a:avLst/>
              <a:gdLst/>
              <a:ahLst/>
              <a:cxnLst/>
              <a:rect l="l" t="t" r="r" b="b"/>
              <a:pathLst>
                <a:path w="334153" h="334898" extrusionOk="0">
                  <a:moveTo>
                    <a:pt x="334153" y="167449"/>
                  </a:moveTo>
                  <a:cubicBezTo>
                    <a:pt x="334153" y="259929"/>
                    <a:pt x="259351" y="334899"/>
                    <a:pt x="167077" y="334899"/>
                  </a:cubicBezTo>
                  <a:cubicBezTo>
                    <a:pt x="74803" y="334899"/>
                    <a:pt x="0" y="259929"/>
                    <a:pt x="0" y="167449"/>
                  </a:cubicBezTo>
                  <a:cubicBezTo>
                    <a:pt x="0" y="74970"/>
                    <a:pt x="74803" y="0"/>
                    <a:pt x="167077" y="0"/>
                  </a:cubicBezTo>
                  <a:cubicBezTo>
                    <a:pt x="259351" y="0"/>
                    <a:pt x="334153" y="74970"/>
                    <a:pt x="334153" y="167449"/>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0" name="Google Shape;807;p18">
              <a:extLst>
                <a:ext uri="{FF2B5EF4-FFF2-40B4-BE49-F238E27FC236}">
                  <a16:creationId xmlns:a16="http://schemas.microsoft.com/office/drawing/2014/main" id="{B32DE39C-AE2C-3132-9CEA-F52CBA60400C}"/>
                </a:ext>
              </a:extLst>
            </p:cNvPr>
            <p:cNvSpPr/>
            <p:nvPr/>
          </p:nvSpPr>
          <p:spPr>
            <a:xfrm>
              <a:off x="4197204" y="1948719"/>
              <a:ext cx="450859" cy="225075"/>
            </a:xfrm>
            <a:custGeom>
              <a:avLst/>
              <a:gdLst/>
              <a:ahLst/>
              <a:cxnLst/>
              <a:rect l="l" t="t" r="r" b="b"/>
              <a:pathLst>
                <a:path w="450859" h="225075" extrusionOk="0">
                  <a:moveTo>
                    <a:pt x="225430" y="225076"/>
                  </a:moveTo>
                  <a:cubicBezTo>
                    <a:pt x="162040" y="225076"/>
                    <a:pt x="100645" y="210598"/>
                    <a:pt x="57023" y="185357"/>
                  </a:cubicBezTo>
                  <a:cubicBezTo>
                    <a:pt x="20623" y="164306"/>
                    <a:pt x="0" y="137732"/>
                    <a:pt x="0" y="112586"/>
                  </a:cubicBezTo>
                  <a:cubicBezTo>
                    <a:pt x="0" y="87440"/>
                    <a:pt x="20908" y="60865"/>
                    <a:pt x="57023" y="39719"/>
                  </a:cubicBezTo>
                  <a:cubicBezTo>
                    <a:pt x="100645" y="14478"/>
                    <a:pt x="161564" y="0"/>
                    <a:pt x="225430" y="0"/>
                  </a:cubicBezTo>
                  <a:cubicBezTo>
                    <a:pt x="289295" y="0"/>
                    <a:pt x="350120" y="14478"/>
                    <a:pt x="393837" y="39719"/>
                  </a:cubicBezTo>
                  <a:cubicBezTo>
                    <a:pt x="430237" y="60865"/>
                    <a:pt x="450860" y="87344"/>
                    <a:pt x="450860" y="112586"/>
                  </a:cubicBezTo>
                  <a:cubicBezTo>
                    <a:pt x="450860" y="137827"/>
                    <a:pt x="430046" y="164306"/>
                    <a:pt x="393837" y="185357"/>
                  </a:cubicBezTo>
                  <a:cubicBezTo>
                    <a:pt x="350500" y="210598"/>
                    <a:pt x="288725" y="225076"/>
                    <a:pt x="225430" y="225076"/>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1" name="Google Shape;808;p18">
              <a:extLst>
                <a:ext uri="{FF2B5EF4-FFF2-40B4-BE49-F238E27FC236}">
                  <a16:creationId xmlns:a16="http://schemas.microsoft.com/office/drawing/2014/main" id="{4759E0B4-499B-44F5-468B-6742AAF09F37}"/>
                </a:ext>
              </a:extLst>
            </p:cNvPr>
            <p:cNvSpPr/>
            <p:nvPr/>
          </p:nvSpPr>
          <p:spPr>
            <a:xfrm>
              <a:off x="4129822" y="1856041"/>
              <a:ext cx="585718" cy="291750"/>
            </a:xfrm>
            <a:custGeom>
              <a:avLst/>
              <a:gdLst/>
              <a:ahLst/>
              <a:cxnLst/>
              <a:rect l="l" t="t" r="r" b="b"/>
              <a:pathLst>
                <a:path w="585718" h="291750" extrusionOk="0">
                  <a:moveTo>
                    <a:pt x="292812" y="291751"/>
                  </a:moveTo>
                  <a:cubicBezTo>
                    <a:pt x="210699" y="291751"/>
                    <a:pt x="131247" y="272701"/>
                    <a:pt x="74225" y="240221"/>
                  </a:cubicBezTo>
                  <a:cubicBezTo>
                    <a:pt x="26706" y="212884"/>
                    <a:pt x="0" y="178499"/>
                    <a:pt x="0" y="145828"/>
                  </a:cubicBezTo>
                  <a:cubicBezTo>
                    <a:pt x="0" y="113157"/>
                    <a:pt x="26991" y="79153"/>
                    <a:pt x="74225" y="51530"/>
                  </a:cubicBezTo>
                  <a:cubicBezTo>
                    <a:pt x="130772" y="18764"/>
                    <a:pt x="210319" y="0"/>
                    <a:pt x="292812" y="0"/>
                  </a:cubicBezTo>
                  <a:cubicBezTo>
                    <a:pt x="375305" y="0"/>
                    <a:pt x="454376" y="19050"/>
                    <a:pt x="511399" y="51530"/>
                  </a:cubicBezTo>
                  <a:cubicBezTo>
                    <a:pt x="558918" y="78772"/>
                    <a:pt x="585718" y="113157"/>
                    <a:pt x="585718" y="145828"/>
                  </a:cubicBezTo>
                  <a:cubicBezTo>
                    <a:pt x="585718" y="178499"/>
                    <a:pt x="558633" y="212503"/>
                    <a:pt x="511399" y="240221"/>
                  </a:cubicBezTo>
                  <a:cubicBezTo>
                    <a:pt x="454471" y="272987"/>
                    <a:pt x="374924" y="291751"/>
                    <a:pt x="292812" y="291751"/>
                  </a:cubicBezTo>
                  <a:close/>
                </a:path>
              </a:pathLst>
            </a:custGeom>
            <a:solidFill>
              <a:srgbClr val="B7C0E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2" name="Google Shape;809;p18">
              <a:extLst>
                <a:ext uri="{FF2B5EF4-FFF2-40B4-BE49-F238E27FC236}">
                  <a16:creationId xmlns:a16="http://schemas.microsoft.com/office/drawing/2014/main" id="{837AE017-A3AD-D313-8C08-F06191CE4550}"/>
                </a:ext>
              </a:extLst>
            </p:cNvPr>
            <p:cNvSpPr/>
            <p:nvPr/>
          </p:nvSpPr>
          <p:spPr>
            <a:xfrm>
              <a:off x="4129822" y="1818703"/>
              <a:ext cx="585718" cy="291750"/>
            </a:xfrm>
            <a:custGeom>
              <a:avLst/>
              <a:gdLst/>
              <a:ahLst/>
              <a:cxnLst/>
              <a:rect l="l" t="t" r="r" b="b"/>
              <a:pathLst>
                <a:path w="585718" h="291750" extrusionOk="0">
                  <a:moveTo>
                    <a:pt x="292812" y="291751"/>
                  </a:moveTo>
                  <a:cubicBezTo>
                    <a:pt x="210699" y="291751"/>
                    <a:pt x="131247" y="272701"/>
                    <a:pt x="74225" y="240221"/>
                  </a:cubicBezTo>
                  <a:cubicBezTo>
                    <a:pt x="26706" y="212979"/>
                    <a:pt x="0" y="178498"/>
                    <a:pt x="0" y="145923"/>
                  </a:cubicBezTo>
                  <a:cubicBezTo>
                    <a:pt x="0" y="113347"/>
                    <a:pt x="26991" y="79248"/>
                    <a:pt x="74225" y="51530"/>
                  </a:cubicBezTo>
                  <a:cubicBezTo>
                    <a:pt x="130772" y="18764"/>
                    <a:pt x="210319" y="0"/>
                    <a:pt x="292812" y="0"/>
                  </a:cubicBezTo>
                  <a:cubicBezTo>
                    <a:pt x="375305" y="0"/>
                    <a:pt x="454376" y="19050"/>
                    <a:pt x="511399" y="51530"/>
                  </a:cubicBezTo>
                  <a:cubicBezTo>
                    <a:pt x="558918" y="78867"/>
                    <a:pt x="585718" y="113252"/>
                    <a:pt x="585718" y="145923"/>
                  </a:cubicBezTo>
                  <a:cubicBezTo>
                    <a:pt x="585718" y="178594"/>
                    <a:pt x="558633" y="212598"/>
                    <a:pt x="511399" y="240221"/>
                  </a:cubicBezTo>
                  <a:cubicBezTo>
                    <a:pt x="454471" y="272987"/>
                    <a:pt x="374924" y="291751"/>
                    <a:pt x="292812" y="291751"/>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3" name="Google Shape;810;p18">
              <a:extLst>
                <a:ext uri="{FF2B5EF4-FFF2-40B4-BE49-F238E27FC236}">
                  <a16:creationId xmlns:a16="http://schemas.microsoft.com/office/drawing/2014/main" id="{03160569-BE39-02F9-E317-932413A5EF77}"/>
                </a:ext>
              </a:extLst>
            </p:cNvPr>
            <p:cNvSpPr/>
            <p:nvPr/>
          </p:nvSpPr>
          <p:spPr>
            <a:xfrm>
              <a:off x="4066052" y="1720024"/>
              <a:ext cx="713163" cy="355663"/>
            </a:xfrm>
            <a:custGeom>
              <a:avLst/>
              <a:gdLst/>
              <a:ahLst/>
              <a:cxnLst/>
              <a:rect l="l" t="t" r="r" b="b"/>
              <a:pathLst>
                <a:path w="713163" h="355663" extrusionOk="0">
                  <a:moveTo>
                    <a:pt x="356582" y="355663"/>
                  </a:moveTo>
                  <a:cubicBezTo>
                    <a:pt x="256412" y="355663"/>
                    <a:pt x="159474" y="332804"/>
                    <a:pt x="90476" y="292894"/>
                  </a:cubicBezTo>
                  <a:cubicBezTo>
                    <a:pt x="32978" y="259556"/>
                    <a:pt x="0" y="217646"/>
                    <a:pt x="0" y="177832"/>
                  </a:cubicBezTo>
                  <a:cubicBezTo>
                    <a:pt x="0" y="138017"/>
                    <a:pt x="32978" y="96107"/>
                    <a:pt x="90476" y="62865"/>
                  </a:cubicBezTo>
                  <a:cubicBezTo>
                    <a:pt x="159474" y="22955"/>
                    <a:pt x="256412" y="0"/>
                    <a:pt x="356582" y="0"/>
                  </a:cubicBezTo>
                  <a:cubicBezTo>
                    <a:pt x="456752" y="0"/>
                    <a:pt x="553596" y="22955"/>
                    <a:pt x="622688" y="62865"/>
                  </a:cubicBezTo>
                  <a:cubicBezTo>
                    <a:pt x="680186" y="96107"/>
                    <a:pt x="713164" y="138017"/>
                    <a:pt x="713164" y="177832"/>
                  </a:cubicBezTo>
                  <a:cubicBezTo>
                    <a:pt x="713164" y="217646"/>
                    <a:pt x="680186" y="259556"/>
                    <a:pt x="622688" y="292894"/>
                  </a:cubicBezTo>
                  <a:cubicBezTo>
                    <a:pt x="553690" y="332804"/>
                    <a:pt x="456657" y="355663"/>
                    <a:pt x="356582" y="355663"/>
                  </a:cubicBezTo>
                  <a:close/>
                </a:path>
              </a:pathLst>
            </a:custGeom>
            <a:solidFill>
              <a:srgbClr val="B7C0E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4" name="Google Shape;811;p18">
              <a:extLst>
                <a:ext uri="{FF2B5EF4-FFF2-40B4-BE49-F238E27FC236}">
                  <a16:creationId xmlns:a16="http://schemas.microsoft.com/office/drawing/2014/main" id="{D1875D36-61A1-EE34-FDE1-9A2387B57ACA}"/>
                </a:ext>
              </a:extLst>
            </p:cNvPr>
            <p:cNvSpPr/>
            <p:nvPr/>
          </p:nvSpPr>
          <p:spPr>
            <a:xfrm>
              <a:off x="4066052" y="1674590"/>
              <a:ext cx="713163" cy="355568"/>
            </a:xfrm>
            <a:custGeom>
              <a:avLst/>
              <a:gdLst/>
              <a:ahLst/>
              <a:cxnLst/>
              <a:rect l="l" t="t" r="r" b="b"/>
              <a:pathLst>
                <a:path w="713163" h="355568" extrusionOk="0">
                  <a:moveTo>
                    <a:pt x="356582" y="355568"/>
                  </a:moveTo>
                  <a:cubicBezTo>
                    <a:pt x="256412" y="355568"/>
                    <a:pt x="159474" y="332708"/>
                    <a:pt x="90476" y="292799"/>
                  </a:cubicBezTo>
                  <a:cubicBezTo>
                    <a:pt x="32978" y="259556"/>
                    <a:pt x="0" y="217551"/>
                    <a:pt x="0" y="177737"/>
                  </a:cubicBezTo>
                  <a:cubicBezTo>
                    <a:pt x="0" y="137922"/>
                    <a:pt x="32978" y="96012"/>
                    <a:pt x="90476" y="62770"/>
                  </a:cubicBezTo>
                  <a:cubicBezTo>
                    <a:pt x="159474" y="22860"/>
                    <a:pt x="256412" y="0"/>
                    <a:pt x="356582" y="0"/>
                  </a:cubicBezTo>
                  <a:cubicBezTo>
                    <a:pt x="456752" y="0"/>
                    <a:pt x="553596" y="22860"/>
                    <a:pt x="622688" y="62770"/>
                  </a:cubicBezTo>
                  <a:cubicBezTo>
                    <a:pt x="680186" y="96012"/>
                    <a:pt x="713164" y="138017"/>
                    <a:pt x="713164" y="177832"/>
                  </a:cubicBezTo>
                  <a:cubicBezTo>
                    <a:pt x="713164" y="217646"/>
                    <a:pt x="680186" y="259556"/>
                    <a:pt x="622688" y="292799"/>
                  </a:cubicBezTo>
                  <a:cubicBezTo>
                    <a:pt x="553690" y="332708"/>
                    <a:pt x="456657" y="355568"/>
                    <a:pt x="356582" y="355568"/>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5" name="Google Shape;812;p18">
              <a:extLst>
                <a:ext uri="{FF2B5EF4-FFF2-40B4-BE49-F238E27FC236}">
                  <a16:creationId xmlns:a16="http://schemas.microsoft.com/office/drawing/2014/main" id="{36676AEB-7768-C286-9D6B-5BC836F049C2}"/>
                </a:ext>
              </a:extLst>
            </p:cNvPr>
            <p:cNvSpPr/>
            <p:nvPr/>
          </p:nvSpPr>
          <p:spPr>
            <a:xfrm>
              <a:off x="4013211" y="1574958"/>
              <a:ext cx="818751" cy="408241"/>
            </a:xfrm>
            <a:custGeom>
              <a:avLst/>
              <a:gdLst/>
              <a:ahLst/>
              <a:cxnLst/>
              <a:rect l="l" t="t" r="r" b="b"/>
              <a:pathLst>
                <a:path w="818751" h="408241" extrusionOk="0">
                  <a:moveTo>
                    <a:pt x="409423" y="408242"/>
                  </a:moveTo>
                  <a:cubicBezTo>
                    <a:pt x="294427" y="408242"/>
                    <a:pt x="183138" y="382048"/>
                    <a:pt x="103876" y="336137"/>
                  </a:cubicBezTo>
                  <a:cubicBezTo>
                    <a:pt x="37825" y="298037"/>
                    <a:pt x="0" y="249841"/>
                    <a:pt x="0" y="204121"/>
                  </a:cubicBezTo>
                  <a:cubicBezTo>
                    <a:pt x="0" y="158401"/>
                    <a:pt x="38015" y="110299"/>
                    <a:pt x="103876" y="72009"/>
                  </a:cubicBezTo>
                  <a:cubicBezTo>
                    <a:pt x="183043" y="26194"/>
                    <a:pt x="294427" y="0"/>
                    <a:pt x="409328" y="0"/>
                  </a:cubicBezTo>
                  <a:cubicBezTo>
                    <a:pt x="524229" y="0"/>
                    <a:pt x="635708" y="26194"/>
                    <a:pt x="714875" y="72104"/>
                  </a:cubicBezTo>
                  <a:cubicBezTo>
                    <a:pt x="780926" y="110204"/>
                    <a:pt x="818751" y="158401"/>
                    <a:pt x="818751" y="204121"/>
                  </a:cubicBezTo>
                  <a:cubicBezTo>
                    <a:pt x="818751" y="249841"/>
                    <a:pt x="780736" y="297942"/>
                    <a:pt x="714875" y="336137"/>
                  </a:cubicBezTo>
                  <a:cubicBezTo>
                    <a:pt x="635708" y="382048"/>
                    <a:pt x="524324" y="408242"/>
                    <a:pt x="409423" y="408242"/>
                  </a:cubicBezTo>
                  <a:close/>
                </a:path>
              </a:pathLst>
            </a:custGeom>
            <a:solidFill>
              <a:srgbClr val="B7C0EE"/>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6" name="Google Shape;813;p18">
              <a:extLst>
                <a:ext uri="{FF2B5EF4-FFF2-40B4-BE49-F238E27FC236}">
                  <a16:creationId xmlns:a16="http://schemas.microsoft.com/office/drawing/2014/main" id="{E83B3451-6631-7E65-E609-F2F68ADA862B}"/>
                </a:ext>
              </a:extLst>
            </p:cNvPr>
            <p:cNvSpPr/>
            <p:nvPr/>
          </p:nvSpPr>
          <p:spPr>
            <a:xfrm>
              <a:off x="4013211" y="1522666"/>
              <a:ext cx="818751" cy="408336"/>
            </a:xfrm>
            <a:custGeom>
              <a:avLst/>
              <a:gdLst/>
              <a:ahLst/>
              <a:cxnLst/>
              <a:rect l="l" t="t" r="r" b="b"/>
              <a:pathLst>
                <a:path w="818751" h="408336" extrusionOk="0">
                  <a:moveTo>
                    <a:pt x="409423" y="408337"/>
                  </a:moveTo>
                  <a:cubicBezTo>
                    <a:pt x="294427" y="408337"/>
                    <a:pt x="183138" y="382048"/>
                    <a:pt x="103876" y="336233"/>
                  </a:cubicBezTo>
                  <a:cubicBezTo>
                    <a:pt x="37825" y="298133"/>
                    <a:pt x="0" y="249936"/>
                    <a:pt x="0" y="204216"/>
                  </a:cubicBezTo>
                  <a:cubicBezTo>
                    <a:pt x="0" y="158496"/>
                    <a:pt x="38015" y="110300"/>
                    <a:pt x="103876" y="72104"/>
                  </a:cubicBezTo>
                  <a:cubicBezTo>
                    <a:pt x="183043" y="26289"/>
                    <a:pt x="294427" y="0"/>
                    <a:pt x="409328" y="0"/>
                  </a:cubicBezTo>
                  <a:cubicBezTo>
                    <a:pt x="524229" y="0"/>
                    <a:pt x="635708" y="26289"/>
                    <a:pt x="714875" y="72104"/>
                  </a:cubicBezTo>
                  <a:cubicBezTo>
                    <a:pt x="780926" y="110204"/>
                    <a:pt x="818751" y="158496"/>
                    <a:pt x="818751" y="204216"/>
                  </a:cubicBezTo>
                  <a:cubicBezTo>
                    <a:pt x="818751" y="249936"/>
                    <a:pt x="780736" y="298037"/>
                    <a:pt x="714875" y="336233"/>
                  </a:cubicBezTo>
                  <a:cubicBezTo>
                    <a:pt x="635708" y="382334"/>
                    <a:pt x="524324" y="408337"/>
                    <a:pt x="409423" y="408337"/>
                  </a:cubicBezTo>
                  <a:close/>
                </a:path>
              </a:pathLst>
            </a:custGeom>
            <a:solidFill>
              <a:srgbClr val="3D348B"/>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7" name="Google Shape;814;p18">
              <a:extLst>
                <a:ext uri="{FF2B5EF4-FFF2-40B4-BE49-F238E27FC236}">
                  <a16:creationId xmlns:a16="http://schemas.microsoft.com/office/drawing/2014/main" id="{B65C517D-CFB5-A15B-B48B-F2AF35791CC2}"/>
                </a:ext>
              </a:extLst>
            </p:cNvPr>
            <p:cNvSpPr/>
            <p:nvPr/>
          </p:nvSpPr>
          <p:spPr>
            <a:xfrm>
              <a:off x="3962270" y="1359312"/>
              <a:ext cx="920726" cy="532828"/>
            </a:xfrm>
            <a:custGeom>
              <a:avLst/>
              <a:gdLst/>
              <a:ahLst/>
              <a:cxnLst/>
              <a:rect l="l" t="t" r="r" b="b"/>
              <a:pathLst>
                <a:path w="920726" h="532828" extrusionOk="0">
                  <a:moveTo>
                    <a:pt x="920727" y="266414"/>
                  </a:moveTo>
                  <a:cubicBezTo>
                    <a:pt x="920727" y="413551"/>
                    <a:pt x="714615" y="532828"/>
                    <a:pt x="460363" y="532828"/>
                  </a:cubicBezTo>
                  <a:cubicBezTo>
                    <a:pt x="206112" y="532828"/>
                    <a:pt x="0" y="413551"/>
                    <a:pt x="0" y="266414"/>
                  </a:cubicBezTo>
                  <a:cubicBezTo>
                    <a:pt x="0" y="119278"/>
                    <a:pt x="206112" y="0"/>
                    <a:pt x="460363" y="0"/>
                  </a:cubicBezTo>
                  <a:cubicBezTo>
                    <a:pt x="714615" y="0"/>
                    <a:pt x="920727" y="119278"/>
                    <a:pt x="920727" y="266414"/>
                  </a:cubicBezTo>
                  <a:close/>
                </a:path>
              </a:pathLst>
            </a:custGeom>
            <a:solidFill>
              <a:srgbClr val="FFDF57"/>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8" name="Google Shape;815;p18">
              <a:extLst>
                <a:ext uri="{FF2B5EF4-FFF2-40B4-BE49-F238E27FC236}">
                  <a16:creationId xmlns:a16="http://schemas.microsoft.com/office/drawing/2014/main" id="{FDC5881A-68CB-25DC-8266-F72CFC36FAEC}"/>
                </a:ext>
              </a:extLst>
            </p:cNvPr>
            <p:cNvSpPr/>
            <p:nvPr/>
          </p:nvSpPr>
          <p:spPr>
            <a:xfrm>
              <a:off x="4264396" y="969264"/>
              <a:ext cx="40771" cy="635222"/>
            </a:xfrm>
            <a:custGeom>
              <a:avLst/>
              <a:gdLst/>
              <a:ahLst/>
              <a:cxnLst/>
              <a:rect l="l" t="t" r="r" b="b"/>
              <a:pathLst>
                <a:path w="40771" h="635222" extrusionOk="0">
                  <a:moveTo>
                    <a:pt x="0" y="0"/>
                  </a:moveTo>
                  <a:lnTo>
                    <a:pt x="40771" y="0"/>
                  </a:lnTo>
                  <a:lnTo>
                    <a:pt x="40771" y="635222"/>
                  </a:lnTo>
                  <a:lnTo>
                    <a:pt x="0" y="635222"/>
                  </a:lnTo>
                  <a:close/>
                </a:path>
              </a:pathLst>
            </a:custGeom>
            <a:solidFill>
              <a:srgbClr val="D8AA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9" name="Google Shape;816;p18">
              <a:extLst>
                <a:ext uri="{FF2B5EF4-FFF2-40B4-BE49-F238E27FC236}">
                  <a16:creationId xmlns:a16="http://schemas.microsoft.com/office/drawing/2014/main" id="{EE6C8224-C1C1-651E-24B7-64961A6534E1}"/>
                </a:ext>
              </a:extLst>
            </p:cNvPr>
            <p:cNvSpPr/>
            <p:nvPr/>
          </p:nvSpPr>
          <p:spPr>
            <a:xfrm>
              <a:off x="4543522" y="969264"/>
              <a:ext cx="40771" cy="635222"/>
            </a:xfrm>
            <a:custGeom>
              <a:avLst/>
              <a:gdLst/>
              <a:ahLst/>
              <a:cxnLst/>
              <a:rect l="l" t="t" r="r" b="b"/>
              <a:pathLst>
                <a:path w="40771" h="635222" extrusionOk="0">
                  <a:moveTo>
                    <a:pt x="0" y="0"/>
                  </a:moveTo>
                  <a:lnTo>
                    <a:pt x="40771" y="0"/>
                  </a:lnTo>
                  <a:lnTo>
                    <a:pt x="40771" y="635222"/>
                  </a:lnTo>
                  <a:lnTo>
                    <a:pt x="0" y="635222"/>
                  </a:lnTo>
                  <a:close/>
                </a:path>
              </a:pathLst>
            </a:custGeom>
            <a:solidFill>
              <a:srgbClr val="D8AA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0" name="Google Shape;817;p18">
              <a:extLst>
                <a:ext uri="{FF2B5EF4-FFF2-40B4-BE49-F238E27FC236}">
                  <a16:creationId xmlns:a16="http://schemas.microsoft.com/office/drawing/2014/main" id="{5EA2A4B5-AF48-9256-9D47-A2C1E30341E7}"/>
                </a:ext>
              </a:extLst>
            </p:cNvPr>
            <p:cNvSpPr/>
            <p:nvPr/>
          </p:nvSpPr>
          <p:spPr>
            <a:xfrm>
              <a:off x="4264396" y="901827"/>
              <a:ext cx="319897" cy="108775"/>
            </a:xfrm>
            <a:custGeom>
              <a:avLst/>
              <a:gdLst/>
              <a:ahLst/>
              <a:cxnLst/>
              <a:rect l="l" t="t" r="r" b="b"/>
              <a:pathLst>
                <a:path w="319897" h="108775" extrusionOk="0">
                  <a:moveTo>
                    <a:pt x="157098" y="108775"/>
                  </a:moveTo>
                  <a:lnTo>
                    <a:pt x="97319" y="53911"/>
                  </a:lnTo>
                  <a:lnTo>
                    <a:pt x="23950" y="103156"/>
                  </a:lnTo>
                  <a:lnTo>
                    <a:pt x="0" y="67532"/>
                  </a:lnTo>
                  <a:lnTo>
                    <a:pt x="101310" y="857"/>
                  </a:lnTo>
                  <a:lnTo>
                    <a:pt x="159379" y="54102"/>
                  </a:lnTo>
                  <a:lnTo>
                    <a:pt x="228946" y="0"/>
                  </a:lnTo>
                  <a:lnTo>
                    <a:pt x="319897" y="67532"/>
                  </a:lnTo>
                  <a:lnTo>
                    <a:pt x="291481" y="100203"/>
                  </a:lnTo>
                  <a:lnTo>
                    <a:pt x="228851" y="53054"/>
                  </a:lnTo>
                  <a:lnTo>
                    <a:pt x="157098" y="108775"/>
                  </a:lnTo>
                  <a:close/>
                </a:path>
              </a:pathLst>
            </a:custGeom>
            <a:solidFill>
              <a:srgbClr val="D8AA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1" name="Google Shape;818;p18">
              <a:extLst>
                <a:ext uri="{FF2B5EF4-FFF2-40B4-BE49-F238E27FC236}">
                  <a16:creationId xmlns:a16="http://schemas.microsoft.com/office/drawing/2014/main" id="{47B24474-7F10-8757-3F64-5954698F3C01}"/>
                </a:ext>
              </a:extLst>
            </p:cNvPr>
            <p:cNvSpPr/>
            <p:nvPr/>
          </p:nvSpPr>
          <p:spPr>
            <a:xfrm>
              <a:off x="3749667" y="190500"/>
              <a:ext cx="1343462" cy="1451800"/>
            </a:xfrm>
            <a:custGeom>
              <a:avLst/>
              <a:gdLst/>
              <a:ahLst/>
              <a:cxnLst/>
              <a:rect l="l" t="t" r="r" b="b"/>
              <a:pathLst>
                <a:path w="1343462" h="1451800" extrusionOk="0">
                  <a:moveTo>
                    <a:pt x="1132665" y="1449134"/>
                  </a:moveTo>
                  <a:cubicBezTo>
                    <a:pt x="1133425" y="1389317"/>
                    <a:pt x="1143689" y="1212723"/>
                    <a:pt x="1283870" y="969359"/>
                  </a:cubicBezTo>
                  <a:cubicBezTo>
                    <a:pt x="1449711" y="681419"/>
                    <a:pt x="1276837" y="0"/>
                    <a:pt x="671731" y="0"/>
                  </a:cubicBezTo>
                  <a:cubicBezTo>
                    <a:pt x="66625" y="0"/>
                    <a:pt x="-106249" y="681419"/>
                    <a:pt x="59592" y="969359"/>
                  </a:cubicBezTo>
                  <a:cubicBezTo>
                    <a:pt x="180766" y="1179767"/>
                    <a:pt x="207186" y="1366457"/>
                    <a:pt x="212698" y="1451801"/>
                  </a:cubicBezTo>
                </a:path>
              </a:pathLst>
            </a:custGeom>
            <a:solidFill>
              <a:srgbClr val="FFDF57">
                <a:alpha val="6863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062" name="Google Shape;819;p18">
              <a:extLst>
                <a:ext uri="{FF2B5EF4-FFF2-40B4-BE49-F238E27FC236}">
                  <a16:creationId xmlns:a16="http://schemas.microsoft.com/office/drawing/2014/main" id="{9FAB9416-E0AC-3681-96EB-DBE7BC9D92F2}"/>
                </a:ext>
              </a:extLst>
            </p:cNvPr>
            <p:cNvGrpSpPr/>
            <p:nvPr/>
          </p:nvGrpSpPr>
          <p:grpSpPr>
            <a:xfrm>
              <a:off x="3923682" y="3244965"/>
              <a:ext cx="195764" cy="131404"/>
              <a:chOff x="5733332" y="4102215"/>
              <a:chExt cx="195764" cy="131404"/>
            </a:xfrm>
          </p:grpSpPr>
          <p:sp>
            <p:nvSpPr>
              <p:cNvPr id="2236" name="Google Shape;820;p18">
                <a:extLst>
                  <a:ext uri="{FF2B5EF4-FFF2-40B4-BE49-F238E27FC236}">
                    <a16:creationId xmlns:a16="http://schemas.microsoft.com/office/drawing/2014/main" id="{E6B1774F-9B6A-E942-B420-E76045B058F9}"/>
                  </a:ext>
                </a:extLst>
              </p:cNvPr>
              <p:cNvSpPr/>
              <p:nvPr/>
            </p:nvSpPr>
            <p:spPr>
              <a:xfrm>
                <a:off x="5734887" y="4131087"/>
                <a:ext cx="177232" cy="100744"/>
              </a:xfrm>
              <a:custGeom>
                <a:avLst/>
                <a:gdLst/>
                <a:ahLst/>
                <a:cxnLst/>
                <a:rect l="l" t="t" r="r" b="b"/>
                <a:pathLst>
                  <a:path w="177232" h="100744" extrusionOk="0">
                    <a:moveTo>
                      <a:pt x="177024" y="99346"/>
                    </a:moveTo>
                    <a:lnTo>
                      <a:pt x="150604" y="74581"/>
                    </a:lnTo>
                    <a:cubicBezTo>
                      <a:pt x="147249" y="69713"/>
                      <a:pt x="143219" y="65351"/>
                      <a:pt x="138629" y="61627"/>
                    </a:cubicBezTo>
                    <a:cubicBezTo>
                      <a:pt x="136623" y="59941"/>
                      <a:pt x="134495" y="58417"/>
                      <a:pt x="132261" y="57055"/>
                    </a:cubicBezTo>
                    <a:lnTo>
                      <a:pt x="98048" y="34195"/>
                    </a:lnTo>
                    <a:lnTo>
                      <a:pt x="60698" y="17621"/>
                    </a:lnTo>
                    <a:cubicBezTo>
                      <a:pt x="58407" y="16564"/>
                      <a:pt x="56060" y="15640"/>
                      <a:pt x="53665" y="14859"/>
                    </a:cubicBezTo>
                    <a:cubicBezTo>
                      <a:pt x="48162" y="13021"/>
                      <a:pt x="42441" y="11935"/>
                      <a:pt x="36653" y="11621"/>
                    </a:cubicBezTo>
                    <a:lnTo>
                      <a:pt x="1109" y="0"/>
                    </a:lnTo>
                    <a:cubicBezTo>
                      <a:pt x="-887" y="0"/>
                      <a:pt x="254" y="3620"/>
                      <a:pt x="1109" y="5144"/>
                    </a:cubicBezTo>
                    <a:lnTo>
                      <a:pt x="4530" y="6572"/>
                    </a:lnTo>
                    <a:cubicBezTo>
                      <a:pt x="8807" y="8192"/>
                      <a:pt x="5196" y="7620"/>
                      <a:pt x="9662" y="10763"/>
                    </a:cubicBezTo>
                    <a:lnTo>
                      <a:pt x="30096" y="16002"/>
                    </a:lnTo>
                    <a:cubicBezTo>
                      <a:pt x="43106" y="15507"/>
                      <a:pt x="55984" y="18822"/>
                      <a:pt x="67160" y="25527"/>
                    </a:cubicBezTo>
                    <a:lnTo>
                      <a:pt x="94246" y="39148"/>
                    </a:lnTo>
                    <a:lnTo>
                      <a:pt x="120287" y="54864"/>
                    </a:lnTo>
                    <a:cubicBezTo>
                      <a:pt x="131729" y="61170"/>
                      <a:pt x="140853" y="70980"/>
                      <a:pt x="146327" y="82868"/>
                    </a:cubicBezTo>
                    <a:lnTo>
                      <a:pt x="160107" y="94012"/>
                    </a:lnTo>
                    <a:cubicBezTo>
                      <a:pt x="164384" y="98012"/>
                      <a:pt x="161913" y="96298"/>
                      <a:pt x="168281" y="97250"/>
                    </a:cubicBezTo>
                    <a:lnTo>
                      <a:pt x="171797" y="100298"/>
                    </a:lnTo>
                    <a:cubicBezTo>
                      <a:pt x="174363" y="100965"/>
                      <a:pt x="178165" y="101060"/>
                      <a:pt x="177024" y="99346"/>
                    </a:cubicBezTo>
                    <a:close/>
                  </a:path>
                </a:pathLst>
              </a:custGeom>
              <a:solidFill>
                <a:srgbClr val="000000">
                  <a:alpha val="2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7" name="Google Shape;821;p18">
                <a:extLst>
                  <a:ext uri="{FF2B5EF4-FFF2-40B4-BE49-F238E27FC236}">
                    <a16:creationId xmlns:a16="http://schemas.microsoft.com/office/drawing/2014/main" id="{50FB47FB-99F5-C8B2-707D-B1E55977D417}"/>
                  </a:ext>
                </a:extLst>
              </p:cNvPr>
              <p:cNvSpPr/>
              <p:nvPr/>
            </p:nvSpPr>
            <p:spPr>
              <a:xfrm>
                <a:off x="5750846" y="4118425"/>
                <a:ext cx="155883" cy="109857"/>
              </a:xfrm>
              <a:custGeom>
                <a:avLst/>
                <a:gdLst/>
                <a:ahLst/>
                <a:cxnLst/>
                <a:rect l="l" t="t" r="r" b="b"/>
                <a:pathLst>
                  <a:path w="155883" h="109857" extrusionOk="0">
                    <a:moveTo>
                      <a:pt x="86746" y="59620"/>
                    </a:moveTo>
                    <a:cubicBezTo>
                      <a:pt x="88855" y="56363"/>
                      <a:pt x="91688" y="53619"/>
                      <a:pt x="95014" y="51619"/>
                    </a:cubicBezTo>
                    <a:cubicBezTo>
                      <a:pt x="99851" y="48647"/>
                      <a:pt x="105525" y="47342"/>
                      <a:pt x="111170" y="47904"/>
                    </a:cubicBezTo>
                    <a:cubicBezTo>
                      <a:pt x="117832" y="48590"/>
                      <a:pt x="124295" y="50600"/>
                      <a:pt x="130178" y="53810"/>
                    </a:cubicBezTo>
                    <a:lnTo>
                      <a:pt x="130843" y="53810"/>
                    </a:lnTo>
                    <a:lnTo>
                      <a:pt x="140347" y="58953"/>
                    </a:lnTo>
                    <a:cubicBezTo>
                      <a:pt x="142818" y="60287"/>
                      <a:pt x="145099" y="61811"/>
                      <a:pt x="147380" y="63335"/>
                    </a:cubicBezTo>
                    <a:lnTo>
                      <a:pt x="151751" y="66573"/>
                    </a:lnTo>
                    <a:cubicBezTo>
                      <a:pt x="158309" y="71812"/>
                      <a:pt x="156408" y="82099"/>
                      <a:pt x="150611" y="90290"/>
                    </a:cubicBezTo>
                    <a:cubicBezTo>
                      <a:pt x="147399" y="94863"/>
                      <a:pt x="143702" y="99082"/>
                      <a:pt x="139587" y="102863"/>
                    </a:cubicBezTo>
                    <a:cubicBezTo>
                      <a:pt x="132231" y="109264"/>
                      <a:pt x="122119" y="111455"/>
                      <a:pt x="112786" y="108674"/>
                    </a:cubicBezTo>
                    <a:cubicBezTo>
                      <a:pt x="108528" y="107331"/>
                      <a:pt x="104413" y="105540"/>
                      <a:pt x="100526" y="103340"/>
                    </a:cubicBezTo>
                    <a:cubicBezTo>
                      <a:pt x="96934" y="101235"/>
                      <a:pt x="93522" y="98815"/>
                      <a:pt x="90357" y="96101"/>
                    </a:cubicBezTo>
                    <a:cubicBezTo>
                      <a:pt x="82374" y="88624"/>
                      <a:pt x="79874" y="76965"/>
                      <a:pt x="84084" y="66859"/>
                    </a:cubicBezTo>
                    <a:cubicBezTo>
                      <a:pt x="84702" y="64354"/>
                      <a:pt x="85596" y="61925"/>
                      <a:pt x="86746" y="59620"/>
                    </a:cubicBezTo>
                    <a:close/>
                    <a:moveTo>
                      <a:pt x="8339" y="11995"/>
                    </a:moveTo>
                    <a:cubicBezTo>
                      <a:pt x="13471" y="4089"/>
                      <a:pt x="22215" y="-1912"/>
                      <a:pt x="29628" y="565"/>
                    </a:cubicBezTo>
                    <a:lnTo>
                      <a:pt x="34380" y="2375"/>
                    </a:lnTo>
                    <a:cubicBezTo>
                      <a:pt x="36784" y="3318"/>
                      <a:pt x="39132" y="4394"/>
                      <a:pt x="41412" y="5613"/>
                    </a:cubicBezTo>
                    <a:lnTo>
                      <a:pt x="50061" y="10090"/>
                    </a:lnTo>
                    <a:lnTo>
                      <a:pt x="50631" y="10090"/>
                    </a:lnTo>
                    <a:cubicBezTo>
                      <a:pt x="56067" y="12967"/>
                      <a:pt x="60772" y="17034"/>
                      <a:pt x="64412" y="21996"/>
                    </a:cubicBezTo>
                    <a:cubicBezTo>
                      <a:pt x="67424" y="26073"/>
                      <a:pt x="68688" y="31178"/>
                      <a:pt x="67928" y="36188"/>
                    </a:cubicBezTo>
                    <a:cubicBezTo>
                      <a:pt x="67358" y="39875"/>
                      <a:pt x="65932" y="43361"/>
                      <a:pt x="63746" y="46380"/>
                    </a:cubicBezTo>
                    <a:cubicBezTo>
                      <a:pt x="61969" y="48533"/>
                      <a:pt x="59964" y="50476"/>
                      <a:pt x="57759" y="52190"/>
                    </a:cubicBezTo>
                    <a:cubicBezTo>
                      <a:pt x="49652" y="60106"/>
                      <a:pt x="37972" y="63116"/>
                      <a:pt x="27062" y="60096"/>
                    </a:cubicBezTo>
                    <a:cubicBezTo>
                      <a:pt x="23241" y="58877"/>
                      <a:pt x="19544" y="57286"/>
                      <a:pt x="16037" y="55334"/>
                    </a:cubicBezTo>
                    <a:cubicBezTo>
                      <a:pt x="12645" y="53238"/>
                      <a:pt x="9461" y="50809"/>
                      <a:pt x="6534" y="48095"/>
                    </a:cubicBezTo>
                    <a:cubicBezTo>
                      <a:pt x="309" y="42285"/>
                      <a:pt x="-1687" y="33236"/>
                      <a:pt x="1497" y="25330"/>
                    </a:cubicBezTo>
                    <a:cubicBezTo>
                      <a:pt x="3274" y="20672"/>
                      <a:pt x="5574" y="16234"/>
                      <a:pt x="8339" y="12090"/>
                    </a:cubicBezTo>
                    <a:close/>
                  </a:path>
                </a:pathLst>
              </a:custGeom>
              <a:solidFill>
                <a:srgbClr val="000000">
                  <a:alpha val="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8" name="Google Shape;822;p18">
                <a:extLst>
                  <a:ext uri="{FF2B5EF4-FFF2-40B4-BE49-F238E27FC236}">
                    <a16:creationId xmlns:a16="http://schemas.microsoft.com/office/drawing/2014/main" id="{9AF6A5F8-5324-2D14-9E8A-F403E3A812C8}"/>
                  </a:ext>
                </a:extLst>
              </p:cNvPr>
              <p:cNvSpPr/>
              <p:nvPr/>
            </p:nvSpPr>
            <p:spPr>
              <a:xfrm>
                <a:off x="5733332" y="4130673"/>
                <a:ext cx="192169" cy="73375"/>
              </a:xfrm>
              <a:custGeom>
                <a:avLst/>
                <a:gdLst/>
                <a:ahLst/>
                <a:cxnLst/>
                <a:rect l="l" t="t" r="r" b="b"/>
                <a:pathLst>
                  <a:path w="192169" h="73375" extrusionOk="0">
                    <a:moveTo>
                      <a:pt x="15779" y="11368"/>
                    </a:moveTo>
                    <a:lnTo>
                      <a:pt x="36117" y="9463"/>
                    </a:lnTo>
                    <a:cubicBezTo>
                      <a:pt x="48995" y="8187"/>
                      <a:pt x="61967" y="10768"/>
                      <a:pt x="73372" y="16893"/>
                    </a:cubicBezTo>
                    <a:lnTo>
                      <a:pt x="185611" y="73376"/>
                    </a:lnTo>
                    <a:lnTo>
                      <a:pt x="192169" y="63851"/>
                    </a:lnTo>
                    <a:lnTo>
                      <a:pt x="66529" y="8320"/>
                    </a:lnTo>
                    <a:cubicBezTo>
                      <a:pt x="58974" y="4777"/>
                      <a:pt x="50810" y="2739"/>
                      <a:pt x="42484" y="2320"/>
                    </a:cubicBezTo>
                    <a:lnTo>
                      <a:pt x="2569" y="34"/>
                    </a:lnTo>
                    <a:cubicBezTo>
                      <a:pt x="1381" y="-176"/>
                      <a:pt x="250" y="614"/>
                      <a:pt x="31" y="1805"/>
                    </a:cubicBezTo>
                    <a:cubicBezTo>
                      <a:pt x="-73" y="2424"/>
                      <a:pt x="88" y="3063"/>
                      <a:pt x="478" y="3558"/>
                    </a:cubicBezTo>
                    <a:lnTo>
                      <a:pt x="1523" y="4987"/>
                    </a:lnTo>
                    <a:cubicBezTo>
                      <a:pt x="4869" y="9425"/>
                      <a:pt x="10248" y="11835"/>
                      <a:pt x="15779" y="11368"/>
                    </a:cubicBezTo>
                    <a:close/>
                  </a:path>
                </a:pathLst>
              </a:custGeom>
              <a:solidFill>
                <a:srgbClr val="2B303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9" name="Google Shape;823;p18">
                <a:extLst>
                  <a:ext uri="{FF2B5EF4-FFF2-40B4-BE49-F238E27FC236}">
                    <a16:creationId xmlns:a16="http://schemas.microsoft.com/office/drawing/2014/main" id="{772ED514-B69B-4DD7-C2F9-6F89FE81124C}"/>
                  </a:ext>
                </a:extLst>
              </p:cNvPr>
              <p:cNvSpPr/>
              <p:nvPr/>
            </p:nvSpPr>
            <p:spPr>
              <a:xfrm>
                <a:off x="5757380" y="4106036"/>
                <a:ext cx="156130" cy="127583"/>
              </a:xfrm>
              <a:custGeom>
                <a:avLst/>
                <a:gdLst/>
                <a:ahLst/>
                <a:cxnLst/>
                <a:rect l="l" t="t" r="r" b="b"/>
                <a:pathLst>
                  <a:path w="156130" h="127583" extrusionOk="0">
                    <a:moveTo>
                      <a:pt x="136950" y="117539"/>
                    </a:moveTo>
                    <a:lnTo>
                      <a:pt x="128491" y="98489"/>
                    </a:lnTo>
                    <a:cubicBezTo>
                      <a:pt x="123036" y="86601"/>
                      <a:pt x="113950" y="76762"/>
                      <a:pt x="102546" y="70390"/>
                    </a:cubicBezTo>
                    <a:lnTo>
                      <a:pt x="0" y="8858"/>
                    </a:lnTo>
                    <a:lnTo>
                      <a:pt x="5797" y="0"/>
                    </a:lnTo>
                    <a:lnTo>
                      <a:pt x="114236" y="72295"/>
                    </a:lnTo>
                    <a:cubicBezTo>
                      <a:pt x="121439" y="76876"/>
                      <a:pt x="127645" y="82868"/>
                      <a:pt x="132483" y="89916"/>
                    </a:cubicBezTo>
                    <a:lnTo>
                      <a:pt x="155767" y="124016"/>
                    </a:lnTo>
                    <a:cubicBezTo>
                      <a:pt x="156908" y="125730"/>
                      <a:pt x="155197" y="127921"/>
                      <a:pt x="152916" y="127540"/>
                    </a:cubicBezTo>
                    <a:lnTo>
                      <a:pt x="150920" y="127540"/>
                    </a:lnTo>
                    <a:cubicBezTo>
                      <a:pt x="144866" y="126816"/>
                      <a:pt x="139601" y="123044"/>
                      <a:pt x="136950" y="117539"/>
                    </a:cubicBezTo>
                    <a:close/>
                  </a:path>
                </a:pathLst>
              </a:custGeom>
              <a:solidFill>
                <a:srgbClr val="2B303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0" name="Google Shape;824;p18">
                <a:extLst>
                  <a:ext uri="{FF2B5EF4-FFF2-40B4-BE49-F238E27FC236}">
                    <a16:creationId xmlns:a16="http://schemas.microsoft.com/office/drawing/2014/main" id="{388B8D67-BAD3-3BB8-8052-AB8786C3F154}"/>
                  </a:ext>
                </a:extLst>
              </p:cNvPr>
              <p:cNvSpPr/>
              <p:nvPr/>
            </p:nvSpPr>
            <p:spPr>
              <a:xfrm>
                <a:off x="5834686" y="4162247"/>
                <a:ext cx="73778" cy="62054"/>
              </a:xfrm>
              <a:custGeom>
                <a:avLst/>
                <a:gdLst/>
                <a:ahLst/>
                <a:cxnLst/>
                <a:rect l="l" t="t" r="r" b="b"/>
                <a:pathLst>
                  <a:path w="73778" h="62054" extrusionOk="0">
                    <a:moveTo>
                      <a:pt x="29231" y="178"/>
                    </a:moveTo>
                    <a:cubicBezTo>
                      <a:pt x="35893" y="835"/>
                      <a:pt x="42346" y="2807"/>
                      <a:pt x="48239" y="5988"/>
                    </a:cubicBezTo>
                    <a:lnTo>
                      <a:pt x="48809" y="5988"/>
                    </a:lnTo>
                    <a:lnTo>
                      <a:pt x="58313" y="11036"/>
                    </a:lnTo>
                    <a:cubicBezTo>
                      <a:pt x="60783" y="12465"/>
                      <a:pt x="63064" y="13894"/>
                      <a:pt x="65345" y="15418"/>
                    </a:cubicBezTo>
                    <a:cubicBezTo>
                      <a:pt x="67626" y="16942"/>
                      <a:pt x="68292" y="17608"/>
                      <a:pt x="69717" y="18751"/>
                    </a:cubicBezTo>
                    <a:cubicBezTo>
                      <a:pt x="76180" y="23895"/>
                      <a:pt x="74279" y="34277"/>
                      <a:pt x="68577" y="42373"/>
                    </a:cubicBezTo>
                    <a:cubicBezTo>
                      <a:pt x="65383" y="46993"/>
                      <a:pt x="61658" y="51222"/>
                      <a:pt x="57457" y="54946"/>
                    </a:cubicBezTo>
                    <a:cubicBezTo>
                      <a:pt x="50187" y="61442"/>
                      <a:pt x="40075" y="63681"/>
                      <a:pt x="30752" y="60852"/>
                    </a:cubicBezTo>
                    <a:cubicBezTo>
                      <a:pt x="26503" y="59433"/>
                      <a:pt x="22398" y="57613"/>
                      <a:pt x="18492" y="55422"/>
                    </a:cubicBezTo>
                    <a:cubicBezTo>
                      <a:pt x="14852" y="53384"/>
                      <a:pt x="11440" y="50955"/>
                      <a:pt x="8323" y="48184"/>
                    </a:cubicBezTo>
                    <a:cubicBezTo>
                      <a:pt x="301" y="40764"/>
                      <a:pt x="-2208" y="29105"/>
                      <a:pt x="2050" y="19037"/>
                    </a:cubicBezTo>
                    <a:cubicBezTo>
                      <a:pt x="2763" y="16370"/>
                      <a:pt x="3808" y="13808"/>
                      <a:pt x="5186" y="11417"/>
                    </a:cubicBezTo>
                    <a:cubicBezTo>
                      <a:pt x="7325" y="8179"/>
                      <a:pt x="10147" y="5445"/>
                      <a:pt x="13455" y="3416"/>
                    </a:cubicBezTo>
                    <a:cubicBezTo>
                      <a:pt x="18226" y="663"/>
                      <a:pt x="23757" y="-470"/>
                      <a:pt x="29231" y="178"/>
                    </a:cubicBezTo>
                    <a:close/>
                  </a:path>
                </a:pathLst>
              </a:custGeom>
              <a:solidFill>
                <a:srgbClr val="000000">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1" name="Google Shape;825;p18">
                <a:extLst>
                  <a:ext uri="{FF2B5EF4-FFF2-40B4-BE49-F238E27FC236}">
                    <a16:creationId xmlns:a16="http://schemas.microsoft.com/office/drawing/2014/main" id="{0E454DC1-645A-770E-87BC-42CFCF3EAD54}"/>
                  </a:ext>
                </a:extLst>
              </p:cNvPr>
              <p:cNvSpPr/>
              <p:nvPr/>
            </p:nvSpPr>
            <p:spPr>
              <a:xfrm>
                <a:off x="5745586" y="4102215"/>
                <a:ext cx="183510" cy="128783"/>
              </a:xfrm>
              <a:custGeom>
                <a:avLst/>
                <a:gdLst/>
                <a:ahLst/>
                <a:cxnLst/>
                <a:rect l="l" t="t" r="r" b="b"/>
                <a:pathLst>
                  <a:path w="183510" h="128783" extrusionOk="0">
                    <a:moveTo>
                      <a:pt x="14550" y="1821"/>
                    </a:moveTo>
                    <a:lnTo>
                      <a:pt x="9608" y="9632"/>
                    </a:lnTo>
                    <a:cubicBezTo>
                      <a:pt x="8753" y="10575"/>
                      <a:pt x="8753" y="12022"/>
                      <a:pt x="9608" y="12965"/>
                    </a:cubicBezTo>
                    <a:cubicBezTo>
                      <a:pt x="11347" y="14527"/>
                      <a:pt x="11822" y="17071"/>
                      <a:pt x="10748" y="19157"/>
                    </a:cubicBezTo>
                    <a:lnTo>
                      <a:pt x="2575" y="36301"/>
                    </a:lnTo>
                    <a:cubicBezTo>
                      <a:pt x="-2329" y="46274"/>
                      <a:pt x="-86" y="58304"/>
                      <a:pt x="8087" y="65829"/>
                    </a:cubicBezTo>
                    <a:lnTo>
                      <a:pt x="8087" y="65829"/>
                    </a:lnTo>
                    <a:cubicBezTo>
                      <a:pt x="14997" y="72001"/>
                      <a:pt x="23170" y="76583"/>
                      <a:pt x="32037" y="79259"/>
                    </a:cubicBezTo>
                    <a:lnTo>
                      <a:pt x="32037" y="79259"/>
                    </a:lnTo>
                    <a:cubicBezTo>
                      <a:pt x="45494" y="83374"/>
                      <a:pt x="60111" y="79717"/>
                      <a:pt x="70052" y="69734"/>
                    </a:cubicBezTo>
                    <a:lnTo>
                      <a:pt x="77655" y="62019"/>
                    </a:lnTo>
                    <a:cubicBezTo>
                      <a:pt x="79337" y="60381"/>
                      <a:pt x="80354" y="58171"/>
                      <a:pt x="80506" y="55828"/>
                    </a:cubicBezTo>
                    <a:cubicBezTo>
                      <a:pt x="81029" y="52180"/>
                      <a:pt x="84393" y="49646"/>
                      <a:pt x="88033" y="50170"/>
                    </a:cubicBezTo>
                    <a:cubicBezTo>
                      <a:pt x="88718" y="50265"/>
                      <a:pt x="89383" y="50475"/>
                      <a:pt x="90010" y="50780"/>
                    </a:cubicBezTo>
                    <a:lnTo>
                      <a:pt x="91911" y="51732"/>
                    </a:lnTo>
                    <a:lnTo>
                      <a:pt x="93811" y="52875"/>
                    </a:lnTo>
                    <a:cubicBezTo>
                      <a:pt x="96321" y="54694"/>
                      <a:pt x="96891" y="58209"/>
                      <a:pt x="95075" y="60723"/>
                    </a:cubicBezTo>
                    <a:cubicBezTo>
                      <a:pt x="94572" y="61419"/>
                      <a:pt x="93906" y="62000"/>
                      <a:pt x="93146" y="62400"/>
                    </a:cubicBezTo>
                    <a:cubicBezTo>
                      <a:pt x="91008" y="63533"/>
                      <a:pt x="89307" y="65343"/>
                      <a:pt x="88299" y="67543"/>
                    </a:cubicBezTo>
                    <a:lnTo>
                      <a:pt x="84023" y="77068"/>
                    </a:lnTo>
                    <a:cubicBezTo>
                      <a:pt x="78482" y="89508"/>
                      <a:pt x="81770" y="104119"/>
                      <a:pt x="92101" y="112978"/>
                    </a:cubicBezTo>
                    <a:lnTo>
                      <a:pt x="92101" y="112978"/>
                    </a:lnTo>
                    <a:cubicBezTo>
                      <a:pt x="99362" y="119398"/>
                      <a:pt x="107877" y="124227"/>
                      <a:pt x="117096" y="127170"/>
                    </a:cubicBezTo>
                    <a:lnTo>
                      <a:pt x="117096" y="127170"/>
                    </a:lnTo>
                    <a:cubicBezTo>
                      <a:pt x="129156" y="131066"/>
                      <a:pt x="142366" y="127780"/>
                      <a:pt x="151214" y="118693"/>
                    </a:cubicBezTo>
                    <a:lnTo>
                      <a:pt x="165470" y="103643"/>
                    </a:lnTo>
                    <a:cubicBezTo>
                      <a:pt x="167409" y="101700"/>
                      <a:pt x="170250" y="100967"/>
                      <a:pt x="172883" y="101738"/>
                    </a:cubicBezTo>
                    <a:cubicBezTo>
                      <a:pt x="174290" y="102224"/>
                      <a:pt x="175858" y="101767"/>
                      <a:pt x="176780" y="100595"/>
                    </a:cubicBezTo>
                    <a:lnTo>
                      <a:pt x="182577" y="92594"/>
                    </a:lnTo>
                    <a:cubicBezTo>
                      <a:pt x="183822" y="91108"/>
                      <a:pt x="183822" y="88937"/>
                      <a:pt x="182577" y="87451"/>
                    </a:cubicBezTo>
                    <a:cubicBezTo>
                      <a:pt x="173501" y="78412"/>
                      <a:pt x="163047" y="70887"/>
                      <a:pt x="151595" y="65162"/>
                    </a:cubicBezTo>
                    <a:lnTo>
                      <a:pt x="142091" y="60019"/>
                    </a:lnTo>
                    <a:cubicBezTo>
                      <a:pt x="135058" y="56180"/>
                      <a:pt x="127341" y="53789"/>
                      <a:pt x="119377" y="52970"/>
                    </a:cubicBezTo>
                    <a:lnTo>
                      <a:pt x="112344" y="52208"/>
                    </a:lnTo>
                    <a:cubicBezTo>
                      <a:pt x="110776" y="52284"/>
                      <a:pt x="109236" y="51732"/>
                      <a:pt x="108067" y="50684"/>
                    </a:cubicBezTo>
                    <a:cubicBezTo>
                      <a:pt x="107373" y="49703"/>
                      <a:pt x="106461" y="48884"/>
                      <a:pt x="105406" y="48303"/>
                    </a:cubicBezTo>
                    <a:lnTo>
                      <a:pt x="97613" y="44112"/>
                    </a:lnTo>
                    <a:lnTo>
                      <a:pt x="89820" y="39826"/>
                    </a:lnTo>
                    <a:cubicBezTo>
                      <a:pt x="88699" y="39254"/>
                      <a:pt x="87463" y="38930"/>
                      <a:pt x="86208" y="38873"/>
                    </a:cubicBezTo>
                    <a:cubicBezTo>
                      <a:pt x="84374" y="38826"/>
                      <a:pt x="82664" y="37949"/>
                      <a:pt x="81552" y="36492"/>
                    </a:cubicBezTo>
                    <a:lnTo>
                      <a:pt x="77750" y="31349"/>
                    </a:lnTo>
                    <a:cubicBezTo>
                      <a:pt x="73359" y="25453"/>
                      <a:pt x="67667" y="20661"/>
                      <a:pt x="61118" y="17347"/>
                    </a:cubicBezTo>
                    <a:lnTo>
                      <a:pt x="52470" y="12775"/>
                    </a:lnTo>
                    <a:cubicBezTo>
                      <a:pt x="42244" y="6698"/>
                      <a:pt x="31058" y="2412"/>
                      <a:pt x="19397" y="107"/>
                    </a:cubicBezTo>
                    <a:cubicBezTo>
                      <a:pt x="17591" y="-275"/>
                      <a:pt x="15719" y="383"/>
                      <a:pt x="14550" y="1821"/>
                    </a:cubicBezTo>
                    <a:close/>
                    <a:moveTo>
                      <a:pt x="93906" y="72020"/>
                    </a:moveTo>
                    <a:cubicBezTo>
                      <a:pt x="96045" y="68782"/>
                      <a:pt x="98867" y="66048"/>
                      <a:pt x="102175" y="64019"/>
                    </a:cubicBezTo>
                    <a:cubicBezTo>
                      <a:pt x="107012" y="61048"/>
                      <a:pt x="112696" y="59781"/>
                      <a:pt x="118331" y="60400"/>
                    </a:cubicBezTo>
                    <a:cubicBezTo>
                      <a:pt x="124993" y="61057"/>
                      <a:pt x="131447" y="63029"/>
                      <a:pt x="137339" y="66210"/>
                    </a:cubicBezTo>
                    <a:lnTo>
                      <a:pt x="137909" y="66210"/>
                    </a:lnTo>
                    <a:lnTo>
                      <a:pt x="147413" y="71258"/>
                    </a:lnTo>
                    <a:cubicBezTo>
                      <a:pt x="149884" y="72687"/>
                      <a:pt x="152165" y="74116"/>
                      <a:pt x="154446" y="75640"/>
                    </a:cubicBezTo>
                    <a:cubicBezTo>
                      <a:pt x="156727" y="77164"/>
                      <a:pt x="157392" y="77831"/>
                      <a:pt x="158817" y="78974"/>
                    </a:cubicBezTo>
                    <a:cubicBezTo>
                      <a:pt x="165280" y="84117"/>
                      <a:pt x="163379" y="94499"/>
                      <a:pt x="157677" y="102596"/>
                    </a:cubicBezTo>
                    <a:cubicBezTo>
                      <a:pt x="154484" y="107215"/>
                      <a:pt x="150758" y="111444"/>
                      <a:pt x="146558" y="115168"/>
                    </a:cubicBezTo>
                    <a:cubicBezTo>
                      <a:pt x="139287" y="121665"/>
                      <a:pt x="129175" y="123903"/>
                      <a:pt x="119852" y="121074"/>
                    </a:cubicBezTo>
                    <a:cubicBezTo>
                      <a:pt x="115604" y="119655"/>
                      <a:pt x="111498" y="117835"/>
                      <a:pt x="107592" y="115645"/>
                    </a:cubicBezTo>
                    <a:cubicBezTo>
                      <a:pt x="103952" y="113606"/>
                      <a:pt x="100540" y="111178"/>
                      <a:pt x="97423" y="108406"/>
                    </a:cubicBezTo>
                    <a:cubicBezTo>
                      <a:pt x="89402" y="100986"/>
                      <a:pt x="86893" y="89327"/>
                      <a:pt x="91150" y="79259"/>
                    </a:cubicBezTo>
                    <a:cubicBezTo>
                      <a:pt x="91768" y="76745"/>
                      <a:pt x="92690" y="74306"/>
                      <a:pt x="93906" y="72020"/>
                    </a:cubicBezTo>
                    <a:close/>
                    <a:moveTo>
                      <a:pt x="15405" y="24395"/>
                    </a:moveTo>
                    <a:cubicBezTo>
                      <a:pt x="20632" y="16585"/>
                      <a:pt x="29281" y="10584"/>
                      <a:pt x="36789" y="13060"/>
                    </a:cubicBezTo>
                    <a:cubicBezTo>
                      <a:pt x="38404" y="13546"/>
                      <a:pt x="39992" y="14118"/>
                      <a:pt x="41541" y="14775"/>
                    </a:cubicBezTo>
                    <a:cubicBezTo>
                      <a:pt x="43917" y="15727"/>
                      <a:pt x="46293" y="16871"/>
                      <a:pt x="48574" y="18014"/>
                    </a:cubicBezTo>
                    <a:lnTo>
                      <a:pt x="57222" y="22585"/>
                    </a:lnTo>
                    <a:lnTo>
                      <a:pt x="57792" y="22585"/>
                    </a:lnTo>
                    <a:cubicBezTo>
                      <a:pt x="63190" y="25519"/>
                      <a:pt x="67885" y="29577"/>
                      <a:pt x="71573" y="34492"/>
                    </a:cubicBezTo>
                    <a:cubicBezTo>
                      <a:pt x="74576" y="38607"/>
                      <a:pt x="75802" y="43750"/>
                      <a:pt x="74994" y="48779"/>
                    </a:cubicBezTo>
                    <a:cubicBezTo>
                      <a:pt x="74452" y="52437"/>
                      <a:pt x="73017" y="55904"/>
                      <a:pt x="70812" y="58876"/>
                    </a:cubicBezTo>
                    <a:cubicBezTo>
                      <a:pt x="69064" y="61076"/>
                      <a:pt x="67049" y="63057"/>
                      <a:pt x="64825" y="64781"/>
                    </a:cubicBezTo>
                    <a:cubicBezTo>
                      <a:pt x="56709" y="72677"/>
                      <a:pt x="45038" y="75687"/>
                      <a:pt x="34128" y="72687"/>
                    </a:cubicBezTo>
                    <a:cubicBezTo>
                      <a:pt x="30326" y="71458"/>
                      <a:pt x="26658" y="69830"/>
                      <a:pt x="23198" y="67829"/>
                    </a:cubicBezTo>
                    <a:cubicBezTo>
                      <a:pt x="19777" y="65810"/>
                      <a:pt x="16584" y="63410"/>
                      <a:pt x="13695" y="60685"/>
                    </a:cubicBezTo>
                    <a:cubicBezTo>
                      <a:pt x="7479" y="54828"/>
                      <a:pt x="5483" y="45760"/>
                      <a:pt x="8658" y="37825"/>
                    </a:cubicBezTo>
                    <a:cubicBezTo>
                      <a:pt x="10454" y="33158"/>
                      <a:pt x="12716" y="28691"/>
                      <a:pt x="15405" y="24491"/>
                    </a:cubicBezTo>
                    <a:close/>
                  </a:path>
                </a:pathLst>
              </a:custGeom>
              <a:solidFill>
                <a:srgbClr val="2B303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2" name="Google Shape;826;p18">
                <a:extLst>
                  <a:ext uri="{FF2B5EF4-FFF2-40B4-BE49-F238E27FC236}">
                    <a16:creationId xmlns:a16="http://schemas.microsoft.com/office/drawing/2014/main" id="{1822FD1E-4F2E-23B7-C3A8-F91D7A622704}"/>
                  </a:ext>
                </a:extLst>
              </p:cNvPr>
              <p:cNvSpPr/>
              <p:nvPr/>
            </p:nvSpPr>
            <p:spPr>
              <a:xfrm>
                <a:off x="5752081" y="4128325"/>
                <a:ext cx="64221" cy="49275"/>
              </a:xfrm>
              <a:custGeom>
                <a:avLst/>
                <a:gdLst/>
                <a:ahLst/>
                <a:cxnLst/>
                <a:rect l="l" t="t" r="r" b="b"/>
                <a:pathLst>
                  <a:path w="64221" h="49275" extrusionOk="0">
                    <a:moveTo>
                      <a:pt x="57569" y="40196"/>
                    </a:moveTo>
                    <a:cubicBezTo>
                      <a:pt x="49481" y="48149"/>
                      <a:pt x="37782" y="51159"/>
                      <a:pt x="26872" y="48101"/>
                    </a:cubicBezTo>
                    <a:cubicBezTo>
                      <a:pt x="23118" y="46987"/>
                      <a:pt x="19487" y="45491"/>
                      <a:pt x="16037" y="43624"/>
                    </a:cubicBezTo>
                    <a:cubicBezTo>
                      <a:pt x="12597" y="41634"/>
                      <a:pt x="9404" y="39233"/>
                      <a:pt x="6534" y="36481"/>
                    </a:cubicBezTo>
                    <a:cubicBezTo>
                      <a:pt x="309" y="30671"/>
                      <a:pt x="-1687" y="21622"/>
                      <a:pt x="1497" y="13716"/>
                    </a:cubicBezTo>
                    <a:cubicBezTo>
                      <a:pt x="3369" y="8896"/>
                      <a:pt x="5754" y="4296"/>
                      <a:pt x="8624" y="0"/>
                    </a:cubicBezTo>
                    <a:lnTo>
                      <a:pt x="8624" y="0"/>
                    </a:lnTo>
                    <a:cubicBezTo>
                      <a:pt x="5992" y="4010"/>
                      <a:pt x="3797" y="8287"/>
                      <a:pt x="2067" y="12763"/>
                    </a:cubicBezTo>
                    <a:cubicBezTo>
                      <a:pt x="-1107" y="20698"/>
                      <a:pt x="888" y="29766"/>
                      <a:pt x="7104" y="35623"/>
                    </a:cubicBezTo>
                    <a:cubicBezTo>
                      <a:pt x="9993" y="38348"/>
                      <a:pt x="13186" y="40748"/>
                      <a:pt x="16608" y="42767"/>
                    </a:cubicBezTo>
                    <a:cubicBezTo>
                      <a:pt x="20067" y="44767"/>
                      <a:pt x="23735" y="46396"/>
                      <a:pt x="27537" y="47625"/>
                    </a:cubicBezTo>
                    <a:cubicBezTo>
                      <a:pt x="38447" y="50625"/>
                      <a:pt x="50118" y="47615"/>
                      <a:pt x="58234" y="39719"/>
                    </a:cubicBezTo>
                    <a:cubicBezTo>
                      <a:pt x="60439" y="38005"/>
                      <a:pt x="62444" y="36061"/>
                      <a:pt x="64222" y="33909"/>
                    </a:cubicBezTo>
                    <a:lnTo>
                      <a:pt x="63556" y="34099"/>
                    </a:lnTo>
                    <a:cubicBezTo>
                      <a:pt x="61827" y="36376"/>
                      <a:pt x="59812" y="38424"/>
                      <a:pt x="57569" y="40196"/>
                    </a:cubicBezTo>
                    <a:close/>
                  </a:path>
                </a:pathLst>
              </a:custGeom>
              <a:solidFill>
                <a:srgbClr val="1F232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3" name="Google Shape;827;p18">
                <a:extLst>
                  <a:ext uri="{FF2B5EF4-FFF2-40B4-BE49-F238E27FC236}">
                    <a16:creationId xmlns:a16="http://schemas.microsoft.com/office/drawing/2014/main" id="{C883C1FD-C59D-6580-5D22-395A586BF723}"/>
                  </a:ext>
                </a:extLst>
              </p:cNvPr>
              <p:cNvSpPr/>
              <p:nvPr/>
            </p:nvSpPr>
            <p:spPr>
              <a:xfrm>
                <a:off x="5833480" y="4174426"/>
                <a:ext cx="68642" cy="51616"/>
              </a:xfrm>
              <a:custGeom>
                <a:avLst/>
                <a:gdLst/>
                <a:ahLst/>
                <a:cxnLst/>
                <a:rect l="l" t="t" r="r" b="b"/>
                <a:pathLst>
                  <a:path w="68642" h="51616" extrusionOk="0">
                    <a:moveTo>
                      <a:pt x="57428" y="44577"/>
                    </a:moveTo>
                    <a:cubicBezTo>
                      <a:pt x="50139" y="51044"/>
                      <a:pt x="40027" y="53245"/>
                      <a:pt x="30722" y="50387"/>
                    </a:cubicBezTo>
                    <a:cubicBezTo>
                      <a:pt x="26465" y="49044"/>
                      <a:pt x="22350" y="47254"/>
                      <a:pt x="18463" y="45053"/>
                    </a:cubicBezTo>
                    <a:cubicBezTo>
                      <a:pt x="14870" y="42948"/>
                      <a:pt x="11458" y="40529"/>
                      <a:pt x="8293" y="37814"/>
                    </a:cubicBezTo>
                    <a:cubicBezTo>
                      <a:pt x="310" y="30337"/>
                      <a:pt x="-2189" y="18679"/>
                      <a:pt x="2021" y="8572"/>
                    </a:cubicBezTo>
                    <a:cubicBezTo>
                      <a:pt x="2772" y="5953"/>
                      <a:pt x="3827" y="3429"/>
                      <a:pt x="5157" y="1048"/>
                    </a:cubicBezTo>
                    <a:lnTo>
                      <a:pt x="5917" y="0"/>
                    </a:lnTo>
                    <a:cubicBezTo>
                      <a:pt x="4616" y="2343"/>
                      <a:pt x="3589" y="4839"/>
                      <a:pt x="2876" y="7429"/>
                    </a:cubicBezTo>
                    <a:cubicBezTo>
                      <a:pt x="-1381" y="17497"/>
                      <a:pt x="1128" y="29165"/>
                      <a:pt x="9149" y="36576"/>
                    </a:cubicBezTo>
                    <a:cubicBezTo>
                      <a:pt x="12266" y="39348"/>
                      <a:pt x="15678" y="41777"/>
                      <a:pt x="19318" y="43815"/>
                    </a:cubicBezTo>
                    <a:cubicBezTo>
                      <a:pt x="23224" y="46006"/>
                      <a:pt x="27330" y="47825"/>
                      <a:pt x="31578" y="49244"/>
                    </a:cubicBezTo>
                    <a:cubicBezTo>
                      <a:pt x="40901" y="52073"/>
                      <a:pt x="51013" y="49835"/>
                      <a:pt x="58283" y="43339"/>
                    </a:cubicBezTo>
                    <a:cubicBezTo>
                      <a:pt x="62142" y="39881"/>
                      <a:pt x="65620" y="36023"/>
                      <a:pt x="68643" y="31813"/>
                    </a:cubicBezTo>
                    <a:lnTo>
                      <a:pt x="68643" y="31813"/>
                    </a:lnTo>
                    <a:cubicBezTo>
                      <a:pt x="65440" y="36509"/>
                      <a:pt x="61667" y="40795"/>
                      <a:pt x="57428" y="44577"/>
                    </a:cubicBezTo>
                    <a:close/>
                  </a:path>
                </a:pathLst>
              </a:custGeom>
              <a:solidFill>
                <a:srgbClr val="1F232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4" name="Google Shape;828;p18">
                <a:extLst>
                  <a:ext uri="{FF2B5EF4-FFF2-40B4-BE49-F238E27FC236}">
                    <a16:creationId xmlns:a16="http://schemas.microsoft.com/office/drawing/2014/main" id="{5B471D7D-7CF3-02D6-33C3-BB90923601B1}"/>
                  </a:ext>
                </a:extLst>
              </p:cNvPr>
              <p:cNvSpPr/>
              <p:nvPr/>
            </p:nvSpPr>
            <p:spPr>
              <a:xfrm>
                <a:off x="5752373" y="4115091"/>
                <a:ext cx="68187" cy="61619"/>
              </a:xfrm>
              <a:custGeom>
                <a:avLst/>
                <a:gdLst/>
                <a:ahLst/>
                <a:cxnLst/>
                <a:rect l="l" t="t" r="r" b="b"/>
                <a:pathLst>
                  <a:path w="68187" h="61619" extrusionOk="0">
                    <a:moveTo>
                      <a:pt x="64786" y="21997"/>
                    </a:moveTo>
                    <a:cubicBezTo>
                      <a:pt x="61098" y="17082"/>
                      <a:pt x="56403" y="13024"/>
                      <a:pt x="51005" y="10090"/>
                    </a:cubicBezTo>
                    <a:lnTo>
                      <a:pt x="50435" y="10090"/>
                    </a:lnTo>
                    <a:lnTo>
                      <a:pt x="41787" y="5518"/>
                    </a:lnTo>
                    <a:cubicBezTo>
                      <a:pt x="39506" y="4375"/>
                      <a:pt x="37130" y="3232"/>
                      <a:pt x="34754" y="2280"/>
                    </a:cubicBezTo>
                    <a:cubicBezTo>
                      <a:pt x="33205" y="1623"/>
                      <a:pt x="31617" y="1051"/>
                      <a:pt x="30002" y="565"/>
                    </a:cubicBezTo>
                    <a:cubicBezTo>
                      <a:pt x="22494" y="-1911"/>
                      <a:pt x="13845" y="4090"/>
                      <a:pt x="8618" y="11900"/>
                    </a:cubicBezTo>
                    <a:cubicBezTo>
                      <a:pt x="5767" y="16205"/>
                      <a:pt x="3382" y="20806"/>
                      <a:pt x="1490" y="25616"/>
                    </a:cubicBezTo>
                    <a:cubicBezTo>
                      <a:pt x="-1684" y="33551"/>
                      <a:pt x="312" y="42618"/>
                      <a:pt x="6527" y="48476"/>
                    </a:cubicBezTo>
                    <a:cubicBezTo>
                      <a:pt x="9417" y="51200"/>
                      <a:pt x="12610" y="53601"/>
                      <a:pt x="16031" y="55620"/>
                    </a:cubicBezTo>
                    <a:cubicBezTo>
                      <a:pt x="19491" y="57620"/>
                      <a:pt x="23159" y="59249"/>
                      <a:pt x="26960" y="60478"/>
                    </a:cubicBezTo>
                    <a:cubicBezTo>
                      <a:pt x="37871" y="63478"/>
                      <a:pt x="49542" y="60468"/>
                      <a:pt x="57658" y="52572"/>
                    </a:cubicBezTo>
                    <a:cubicBezTo>
                      <a:pt x="59882" y="50848"/>
                      <a:pt x="61896" y="48867"/>
                      <a:pt x="63645" y="46666"/>
                    </a:cubicBezTo>
                    <a:cubicBezTo>
                      <a:pt x="65850" y="43695"/>
                      <a:pt x="67285" y="40228"/>
                      <a:pt x="67827" y="36570"/>
                    </a:cubicBezTo>
                    <a:cubicBezTo>
                      <a:pt x="68825" y="31503"/>
                      <a:pt x="67732" y="26235"/>
                      <a:pt x="64786" y="21997"/>
                    </a:cubicBezTo>
                    <a:close/>
                  </a:path>
                </a:pathLst>
              </a:custGeom>
              <a:solidFill>
                <a:srgbClr val="000000">
                  <a:alpha val="298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063" name="Google Shape;829;p18">
              <a:extLst>
                <a:ext uri="{FF2B5EF4-FFF2-40B4-BE49-F238E27FC236}">
                  <a16:creationId xmlns:a16="http://schemas.microsoft.com/office/drawing/2014/main" id="{7CCCCA4A-1326-18FC-FF8C-27172C7365B3}"/>
                </a:ext>
              </a:extLst>
            </p:cNvPr>
            <p:cNvGrpSpPr/>
            <p:nvPr/>
          </p:nvGrpSpPr>
          <p:grpSpPr>
            <a:xfrm flipH="1">
              <a:off x="3829246" y="2465055"/>
              <a:ext cx="683695" cy="518573"/>
              <a:chOff x="6621095" y="1452181"/>
              <a:chExt cx="330894" cy="250785"/>
            </a:xfrm>
          </p:grpSpPr>
          <p:sp>
            <p:nvSpPr>
              <p:cNvPr id="2231" name="Google Shape;830;p18">
                <a:extLst>
                  <a:ext uri="{FF2B5EF4-FFF2-40B4-BE49-F238E27FC236}">
                    <a16:creationId xmlns:a16="http://schemas.microsoft.com/office/drawing/2014/main" id="{EC2BDEE2-2566-9849-3B59-C699011B403B}"/>
                  </a:ext>
                </a:extLst>
              </p:cNvPr>
              <p:cNvSpPr/>
              <p:nvPr/>
            </p:nvSpPr>
            <p:spPr>
              <a:xfrm>
                <a:off x="6648789" y="1521520"/>
                <a:ext cx="303199" cy="174500"/>
              </a:xfrm>
              <a:custGeom>
                <a:avLst/>
                <a:gdLst/>
                <a:ahLst/>
                <a:cxnLst/>
                <a:rect l="l" t="t" r="r" b="b"/>
                <a:pathLst>
                  <a:path w="303199" h="174500" extrusionOk="0">
                    <a:moveTo>
                      <a:pt x="0" y="63249"/>
                    </a:moveTo>
                    <a:lnTo>
                      <a:pt x="107878" y="860"/>
                    </a:lnTo>
                    <a:cubicBezTo>
                      <a:pt x="109779" y="-287"/>
                      <a:pt x="112155" y="-287"/>
                      <a:pt x="114056" y="860"/>
                    </a:cubicBezTo>
                    <a:lnTo>
                      <a:pt x="303200" y="110302"/>
                    </a:lnTo>
                    <a:lnTo>
                      <a:pt x="192280" y="174501"/>
                    </a:ln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2" name="Google Shape;831;p18">
                <a:extLst>
                  <a:ext uri="{FF2B5EF4-FFF2-40B4-BE49-F238E27FC236}">
                    <a16:creationId xmlns:a16="http://schemas.microsoft.com/office/drawing/2014/main" id="{05F6D48F-A9F6-05E6-7294-22314013727D}"/>
                  </a:ext>
                </a:extLst>
              </p:cNvPr>
              <p:cNvSpPr/>
              <p:nvPr/>
            </p:nvSpPr>
            <p:spPr>
              <a:xfrm>
                <a:off x="6790409" y="1564671"/>
                <a:ext cx="79173" cy="45815"/>
              </a:xfrm>
              <a:custGeom>
                <a:avLst/>
                <a:gdLst/>
                <a:ahLst/>
                <a:cxnLst/>
                <a:rect l="l" t="t" r="r" b="b"/>
                <a:pathLst>
                  <a:path w="79173" h="45815" extrusionOk="0">
                    <a:moveTo>
                      <a:pt x="79174" y="29242"/>
                    </a:moveTo>
                    <a:lnTo>
                      <a:pt x="50660" y="45815"/>
                    </a:lnTo>
                    <a:lnTo>
                      <a:pt x="0" y="16478"/>
                    </a:lnTo>
                    <a:lnTo>
                      <a:pt x="28514" y="0"/>
                    </a:lnTo>
                    <a:lnTo>
                      <a:pt x="79174" y="29242"/>
                    </a:lnTo>
                    <a:close/>
                  </a:path>
                </a:pathLst>
              </a:custGeom>
              <a:solidFill>
                <a:srgbClr val="000000">
                  <a:alpha val="149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3" name="Google Shape;832;p18">
                <a:extLst>
                  <a:ext uri="{FF2B5EF4-FFF2-40B4-BE49-F238E27FC236}">
                    <a16:creationId xmlns:a16="http://schemas.microsoft.com/office/drawing/2014/main" id="{053BF286-06F7-903F-023F-97FFEDA73FD1}"/>
                  </a:ext>
                </a:extLst>
              </p:cNvPr>
              <p:cNvSpPr/>
              <p:nvPr/>
            </p:nvSpPr>
            <p:spPr>
              <a:xfrm>
                <a:off x="6648780" y="1584674"/>
                <a:ext cx="303209" cy="118292"/>
              </a:xfrm>
              <a:custGeom>
                <a:avLst/>
                <a:gdLst/>
                <a:ahLst/>
                <a:cxnLst/>
                <a:rect l="l" t="t" r="r" b="b"/>
                <a:pathLst>
                  <a:path w="303209" h="118292" extrusionOk="0">
                    <a:moveTo>
                      <a:pt x="303209" y="47149"/>
                    </a:moveTo>
                    <a:lnTo>
                      <a:pt x="303209" y="49721"/>
                    </a:lnTo>
                    <a:cubicBezTo>
                      <a:pt x="303237" y="53440"/>
                      <a:pt x="301279" y="56892"/>
                      <a:pt x="298076" y="58769"/>
                    </a:cubicBezTo>
                    <a:lnTo>
                      <a:pt x="197517" y="116872"/>
                    </a:lnTo>
                    <a:cubicBezTo>
                      <a:pt x="194323" y="118766"/>
                      <a:pt x="190350" y="118766"/>
                      <a:pt x="187157" y="116872"/>
                    </a:cubicBezTo>
                    <a:lnTo>
                      <a:pt x="5237" y="12097"/>
                    </a:lnTo>
                    <a:cubicBezTo>
                      <a:pt x="1863" y="10147"/>
                      <a:pt x="-153" y="6475"/>
                      <a:pt x="9" y="2572"/>
                    </a:cubicBezTo>
                    <a:lnTo>
                      <a:pt x="9" y="0"/>
                    </a:lnTo>
                    <a:lnTo>
                      <a:pt x="192289" y="111252"/>
                    </a:ln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4" name="Google Shape;833;p18">
                <a:extLst>
                  <a:ext uri="{FF2B5EF4-FFF2-40B4-BE49-F238E27FC236}">
                    <a16:creationId xmlns:a16="http://schemas.microsoft.com/office/drawing/2014/main" id="{D0CEFC01-DC68-5542-FD12-8703BCB11765}"/>
                  </a:ext>
                </a:extLst>
              </p:cNvPr>
              <p:cNvSpPr/>
              <p:nvPr/>
            </p:nvSpPr>
            <p:spPr>
              <a:xfrm>
                <a:off x="6621095" y="1454086"/>
                <a:ext cx="217122" cy="244320"/>
              </a:xfrm>
              <a:custGeom>
                <a:avLst/>
                <a:gdLst/>
                <a:ahLst/>
                <a:cxnLst/>
                <a:rect l="l" t="t" r="r" b="b"/>
                <a:pathLst>
                  <a:path w="217122" h="244320" extrusionOk="0">
                    <a:moveTo>
                      <a:pt x="217123" y="243459"/>
                    </a:moveTo>
                    <a:cubicBezTo>
                      <a:pt x="213644" y="244834"/>
                      <a:pt x="209728" y="244552"/>
                      <a:pt x="206478" y="242697"/>
                    </a:cubicBezTo>
                    <a:lnTo>
                      <a:pt x="25888" y="137922"/>
                    </a:lnTo>
                    <a:cubicBezTo>
                      <a:pt x="22695" y="136081"/>
                      <a:pt x="20499" y="132899"/>
                      <a:pt x="19900" y="129254"/>
                    </a:cubicBezTo>
                    <a:lnTo>
                      <a:pt x="36" y="10763"/>
                    </a:lnTo>
                    <a:cubicBezTo>
                      <a:pt x="-12" y="10097"/>
                      <a:pt x="-12" y="9429"/>
                      <a:pt x="36" y="8763"/>
                    </a:cubicBezTo>
                    <a:cubicBezTo>
                      <a:pt x="26" y="5457"/>
                      <a:pt x="1366" y="2291"/>
                      <a:pt x="3743" y="0"/>
                    </a:cubicBezTo>
                    <a:lnTo>
                      <a:pt x="191935" y="108871"/>
                    </a:lnTo>
                    <a:cubicBezTo>
                      <a:pt x="194226" y="110281"/>
                      <a:pt x="195813" y="112601"/>
                      <a:pt x="196307" y="115252"/>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5" name="Google Shape;834;p18">
                <a:extLst>
                  <a:ext uri="{FF2B5EF4-FFF2-40B4-BE49-F238E27FC236}">
                    <a16:creationId xmlns:a16="http://schemas.microsoft.com/office/drawing/2014/main" id="{9CA0421E-0D0C-0B9A-5A20-611B3845DB0C}"/>
                  </a:ext>
                </a:extLst>
              </p:cNvPr>
              <p:cNvSpPr/>
              <p:nvPr/>
            </p:nvSpPr>
            <p:spPr>
              <a:xfrm>
                <a:off x="6624647" y="1452181"/>
                <a:ext cx="216421" cy="245364"/>
              </a:xfrm>
              <a:custGeom>
                <a:avLst/>
                <a:gdLst/>
                <a:ahLst/>
                <a:cxnLst/>
                <a:rect l="l" t="t" r="r" b="b"/>
                <a:pathLst>
                  <a:path w="216421" h="245364" extrusionOk="0">
                    <a:moveTo>
                      <a:pt x="216422" y="243840"/>
                    </a:moveTo>
                    <a:lnTo>
                      <a:pt x="215186" y="244602"/>
                    </a:lnTo>
                    <a:lnTo>
                      <a:pt x="213570" y="245364"/>
                    </a:lnTo>
                    <a:lnTo>
                      <a:pt x="192090" y="117157"/>
                    </a:lnTo>
                    <a:cubicBezTo>
                      <a:pt x="191596" y="114506"/>
                      <a:pt x="190008" y="112186"/>
                      <a:pt x="187718" y="110776"/>
                    </a:cubicBezTo>
                    <a:lnTo>
                      <a:pt x="0" y="1905"/>
                    </a:lnTo>
                    <a:cubicBezTo>
                      <a:pt x="694" y="1117"/>
                      <a:pt x="1530" y="471"/>
                      <a:pt x="2471" y="0"/>
                    </a:cubicBezTo>
                    <a:lnTo>
                      <a:pt x="191044" y="109061"/>
                    </a:lnTo>
                    <a:cubicBezTo>
                      <a:pt x="193373" y="110453"/>
                      <a:pt x="194998" y="112774"/>
                      <a:pt x="195512" y="115443"/>
                    </a:cubicBezTo>
                    <a:close/>
                  </a:path>
                </a:pathLst>
              </a:custGeom>
              <a:solidFill>
                <a:srgbClr val="E5E5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064" name="Google Shape;835;p18">
              <a:extLst>
                <a:ext uri="{FF2B5EF4-FFF2-40B4-BE49-F238E27FC236}">
                  <a16:creationId xmlns:a16="http://schemas.microsoft.com/office/drawing/2014/main" id="{4A0C5BA9-E4F0-85A2-FAC5-3061197BEB75}"/>
                </a:ext>
              </a:extLst>
            </p:cNvPr>
            <p:cNvSpPr/>
            <p:nvPr/>
          </p:nvSpPr>
          <p:spPr>
            <a:xfrm rot="-1803147">
              <a:off x="6082659" y="320502"/>
              <a:ext cx="40427" cy="70097"/>
            </a:xfrm>
            <a:custGeom>
              <a:avLst/>
              <a:gdLst/>
              <a:ahLst/>
              <a:cxnLst/>
              <a:rect l="l" t="t" r="r" b="b"/>
              <a:pathLst>
                <a:path w="49989" h="86677" extrusionOk="0">
                  <a:moveTo>
                    <a:pt x="49990" y="43339"/>
                  </a:moveTo>
                  <a:cubicBezTo>
                    <a:pt x="49990" y="67274"/>
                    <a:pt x="38799" y="86678"/>
                    <a:pt x="24995" y="86678"/>
                  </a:cubicBezTo>
                  <a:cubicBezTo>
                    <a:pt x="11190" y="86678"/>
                    <a:pt x="0" y="67274"/>
                    <a:pt x="0" y="43339"/>
                  </a:cubicBezTo>
                  <a:cubicBezTo>
                    <a:pt x="0" y="19403"/>
                    <a:pt x="11190" y="0"/>
                    <a:pt x="24995" y="0"/>
                  </a:cubicBezTo>
                  <a:cubicBezTo>
                    <a:pt x="38799" y="0"/>
                    <a:pt x="49990" y="19403"/>
                    <a:pt x="49990" y="43339"/>
                  </a:cubicBezTo>
                  <a:close/>
                </a:path>
              </a:pathLst>
            </a:custGeom>
            <a:solidFill>
              <a:srgbClr val="D6D8E5"/>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5" name="Google Shape;836;p18">
              <a:extLst>
                <a:ext uri="{FF2B5EF4-FFF2-40B4-BE49-F238E27FC236}">
                  <a16:creationId xmlns:a16="http://schemas.microsoft.com/office/drawing/2014/main" id="{E2C78792-2244-87CC-7AE2-4FE9C44A6420}"/>
                </a:ext>
              </a:extLst>
            </p:cNvPr>
            <p:cNvSpPr/>
            <p:nvPr/>
          </p:nvSpPr>
          <p:spPr>
            <a:xfrm>
              <a:off x="5777153" y="2115925"/>
              <a:ext cx="669353" cy="387341"/>
            </a:xfrm>
            <a:custGeom>
              <a:avLst/>
              <a:gdLst/>
              <a:ahLst/>
              <a:cxnLst/>
              <a:rect l="l" t="t" r="r" b="b"/>
              <a:pathLst>
                <a:path w="828920" h="479679" extrusionOk="0">
                  <a:moveTo>
                    <a:pt x="828920" y="239840"/>
                  </a:moveTo>
                  <a:cubicBezTo>
                    <a:pt x="828920" y="372299"/>
                    <a:pt x="643360" y="479679"/>
                    <a:pt x="414460" y="479679"/>
                  </a:cubicBezTo>
                  <a:cubicBezTo>
                    <a:pt x="185560" y="479679"/>
                    <a:pt x="0" y="372299"/>
                    <a:pt x="0" y="239840"/>
                  </a:cubicBezTo>
                  <a:cubicBezTo>
                    <a:pt x="0" y="107380"/>
                    <a:pt x="185560" y="0"/>
                    <a:pt x="414460" y="0"/>
                  </a:cubicBezTo>
                  <a:cubicBezTo>
                    <a:pt x="643360" y="0"/>
                    <a:pt x="828920" y="107380"/>
                    <a:pt x="828920" y="239840"/>
                  </a:cubicBezTo>
                  <a:close/>
                </a:path>
              </a:pathLst>
            </a:custGeom>
            <a:solidFill>
              <a:srgbClr val="D6D8E5">
                <a:alpha val="40000"/>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6" name="Google Shape;837;p18">
              <a:extLst>
                <a:ext uri="{FF2B5EF4-FFF2-40B4-BE49-F238E27FC236}">
                  <a16:creationId xmlns:a16="http://schemas.microsoft.com/office/drawing/2014/main" id="{1D28CCDE-73D3-15FA-F6A1-D62A44EA90AD}"/>
                </a:ext>
              </a:extLst>
            </p:cNvPr>
            <p:cNvSpPr/>
            <p:nvPr/>
          </p:nvSpPr>
          <p:spPr>
            <a:xfrm>
              <a:off x="5964040" y="276791"/>
              <a:ext cx="375852" cy="551229"/>
            </a:xfrm>
            <a:custGeom>
              <a:avLst/>
              <a:gdLst/>
              <a:ahLst/>
              <a:cxnLst/>
              <a:rect l="l" t="t" r="r" b="b"/>
              <a:pathLst>
                <a:path w="465451" h="682637" extrusionOk="0">
                  <a:moveTo>
                    <a:pt x="164035" y="22597"/>
                  </a:moveTo>
                  <a:cubicBezTo>
                    <a:pt x="182568" y="-7216"/>
                    <a:pt x="324079" y="-26837"/>
                    <a:pt x="370648" y="93368"/>
                  </a:cubicBezTo>
                  <a:cubicBezTo>
                    <a:pt x="388325" y="138898"/>
                    <a:pt x="385569" y="255293"/>
                    <a:pt x="400299" y="328540"/>
                  </a:cubicBezTo>
                  <a:cubicBezTo>
                    <a:pt x="415030" y="401788"/>
                    <a:pt x="449909" y="442840"/>
                    <a:pt x="462359" y="502562"/>
                  </a:cubicBezTo>
                  <a:cubicBezTo>
                    <a:pt x="474809" y="562284"/>
                    <a:pt x="454471" y="661534"/>
                    <a:pt x="311724" y="679060"/>
                  </a:cubicBezTo>
                  <a:cubicBezTo>
                    <a:pt x="168977" y="696586"/>
                    <a:pt x="59209" y="646390"/>
                    <a:pt x="25470" y="600765"/>
                  </a:cubicBezTo>
                  <a:cubicBezTo>
                    <a:pt x="-8268" y="555140"/>
                    <a:pt x="-8934" y="457890"/>
                    <a:pt x="26135" y="406169"/>
                  </a:cubicBezTo>
                  <a:cubicBezTo>
                    <a:pt x="61204" y="354448"/>
                    <a:pt x="87720" y="311776"/>
                    <a:pt x="86865" y="244244"/>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7" name="Google Shape;838;p18">
              <a:extLst>
                <a:ext uri="{FF2B5EF4-FFF2-40B4-BE49-F238E27FC236}">
                  <a16:creationId xmlns:a16="http://schemas.microsoft.com/office/drawing/2014/main" id="{15183F33-7691-CEC5-13F6-8EBB3509FE49}"/>
                </a:ext>
              </a:extLst>
            </p:cNvPr>
            <p:cNvSpPr/>
            <p:nvPr/>
          </p:nvSpPr>
          <p:spPr>
            <a:xfrm>
              <a:off x="5952425" y="673402"/>
              <a:ext cx="70057" cy="407712"/>
            </a:xfrm>
            <a:custGeom>
              <a:avLst/>
              <a:gdLst/>
              <a:ahLst/>
              <a:cxnLst/>
              <a:rect l="l" t="t" r="r" b="b"/>
              <a:pathLst>
                <a:path w="86758" h="504907" extrusionOk="0">
                  <a:moveTo>
                    <a:pt x="8870" y="34023"/>
                  </a:moveTo>
                  <a:cubicBezTo>
                    <a:pt x="8870" y="34023"/>
                    <a:pt x="-24678" y="271196"/>
                    <a:pt x="38712" y="439789"/>
                  </a:cubicBezTo>
                  <a:cubicBezTo>
                    <a:pt x="102102" y="608381"/>
                    <a:pt x="84520" y="396355"/>
                    <a:pt x="84520" y="396355"/>
                  </a:cubicBezTo>
                  <a:lnTo>
                    <a:pt x="69314" y="345967"/>
                  </a:lnTo>
                  <a:cubicBezTo>
                    <a:pt x="69314" y="345967"/>
                    <a:pt x="56579" y="152038"/>
                    <a:pt x="61807" y="104508"/>
                  </a:cubicBezTo>
                  <a:cubicBezTo>
                    <a:pt x="67033" y="56979"/>
                    <a:pt x="65798" y="16116"/>
                    <a:pt x="69314" y="12306"/>
                  </a:cubicBezTo>
                  <a:cubicBezTo>
                    <a:pt x="72831" y="8497"/>
                    <a:pt x="56674" y="972"/>
                    <a:pt x="50307" y="19"/>
                  </a:cubicBezTo>
                  <a:cubicBezTo>
                    <a:pt x="43939" y="-933"/>
                    <a:pt x="8870" y="34023"/>
                    <a:pt x="8870" y="34023"/>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8" name="Google Shape;839;p18">
              <a:extLst>
                <a:ext uri="{FF2B5EF4-FFF2-40B4-BE49-F238E27FC236}">
                  <a16:creationId xmlns:a16="http://schemas.microsoft.com/office/drawing/2014/main" id="{882742A6-11DE-6988-C8AA-B440C2096B2F}"/>
                </a:ext>
              </a:extLst>
            </p:cNvPr>
            <p:cNvSpPr/>
            <p:nvPr/>
          </p:nvSpPr>
          <p:spPr>
            <a:xfrm>
              <a:off x="5992903" y="271657"/>
              <a:ext cx="179035" cy="222681"/>
            </a:xfrm>
            <a:custGeom>
              <a:avLst/>
              <a:gdLst/>
              <a:ahLst/>
              <a:cxnLst/>
              <a:rect l="l" t="t" r="r" b="b"/>
              <a:pathLst>
                <a:path w="221715" h="275766" extrusionOk="0">
                  <a:moveTo>
                    <a:pt x="221716" y="8191"/>
                  </a:moveTo>
                  <a:cubicBezTo>
                    <a:pt x="221716" y="8191"/>
                    <a:pt x="115178" y="-22575"/>
                    <a:pt x="50648" y="35147"/>
                  </a:cubicBezTo>
                  <a:cubicBezTo>
                    <a:pt x="-8371" y="87915"/>
                    <a:pt x="-3429" y="159734"/>
                    <a:pt x="5125" y="193452"/>
                  </a:cubicBezTo>
                  <a:cubicBezTo>
                    <a:pt x="13678" y="227171"/>
                    <a:pt x="30975" y="273176"/>
                    <a:pt x="57681" y="275748"/>
                  </a:cubicBezTo>
                  <a:cubicBezTo>
                    <a:pt x="84386" y="278320"/>
                    <a:pt x="221716" y="8191"/>
                    <a:pt x="221716" y="8191"/>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9" name="Google Shape;840;p18">
              <a:extLst>
                <a:ext uri="{FF2B5EF4-FFF2-40B4-BE49-F238E27FC236}">
                  <a16:creationId xmlns:a16="http://schemas.microsoft.com/office/drawing/2014/main" id="{B796F948-2837-6163-C12A-B3E4290EA81E}"/>
                </a:ext>
              </a:extLst>
            </p:cNvPr>
            <p:cNvSpPr/>
            <p:nvPr/>
          </p:nvSpPr>
          <p:spPr>
            <a:xfrm>
              <a:off x="6027515" y="513497"/>
              <a:ext cx="222025" cy="248990"/>
            </a:xfrm>
            <a:custGeom>
              <a:avLst/>
              <a:gdLst/>
              <a:ahLst/>
              <a:cxnLst/>
              <a:rect l="l" t="t" r="r" b="b"/>
              <a:pathLst>
                <a:path w="274953" h="308347" extrusionOk="0">
                  <a:moveTo>
                    <a:pt x="219342" y="0"/>
                  </a:moveTo>
                  <a:cubicBezTo>
                    <a:pt x="219342" y="0"/>
                    <a:pt x="212310" y="119063"/>
                    <a:pt x="214495" y="127825"/>
                  </a:cubicBezTo>
                  <a:cubicBezTo>
                    <a:pt x="216681" y="136588"/>
                    <a:pt x="261159" y="144971"/>
                    <a:pt x="273609" y="155353"/>
                  </a:cubicBezTo>
                  <a:cubicBezTo>
                    <a:pt x="286059" y="165735"/>
                    <a:pt x="208983" y="286512"/>
                    <a:pt x="169828" y="304419"/>
                  </a:cubicBezTo>
                  <a:cubicBezTo>
                    <a:pt x="130672" y="322326"/>
                    <a:pt x="9308" y="276606"/>
                    <a:pt x="945" y="216122"/>
                  </a:cubicBezTo>
                  <a:cubicBezTo>
                    <a:pt x="-6848" y="160401"/>
                    <a:pt x="35634" y="117158"/>
                    <a:pt x="51981" y="101822"/>
                  </a:cubicBezTo>
                  <a:cubicBezTo>
                    <a:pt x="63100" y="100841"/>
                    <a:pt x="74276" y="100555"/>
                    <a:pt x="85434" y="100965"/>
                  </a:cubicBezTo>
                  <a:lnTo>
                    <a:pt x="89045" y="43243"/>
                  </a:lnTo>
                  <a:cubicBezTo>
                    <a:pt x="142457" y="26575"/>
                    <a:pt x="219342" y="0"/>
                    <a:pt x="219342" y="0"/>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0" name="Google Shape;841;p18">
              <a:extLst>
                <a:ext uri="{FF2B5EF4-FFF2-40B4-BE49-F238E27FC236}">
                  <a16:creationId xmlns:a16="http://schemas.microsoft.com/office/drawing/2014/main" id="{79B79FCF-41D2-E727-A830-4CC2C637C424}"/>
                </a:ext>
              </a:extLst>
            </p:cNvPr>
            <p:cNvSpPr/>
            <p:nvPr/>
          </p:nvSpPr>
          <p:spPr>
            <a:xfrm>
              <a:off x="5963282" y="594790"/>
              <a:ext cx="323371" cy="372912"/>
            </a:xfrm>
            <a:custGeom>
              <a:avLst/>
              <a:gdLst/>
              <a:ahLst/>
              <a:cxnLst/>
              <a:rect l="l" t="t" r="r" b="b"/>
              <a:pathLst>
                <a:path w="400459" h="461811" extrusionOk="0">
                  <a:moveTo>
                    <a:pt x="315417" y="38688"/>
                  </a:moveTo>
                  <a:cubicBezTo>
                    <a:pt x="348776" y="43832"/>
                    <a:pt x="386981" y="61739"/>
                    <a:pt x="392208" y="80027"/>
                  </a:cubicBezTo>
                  <a:cubicBezTo>
                    <a:pt x="398290" y="101363"/>
                    <a:pt x="411216" y="202042"/>
                    <a:pt x="382704" y="278718"/>
                  </a:cubicBezTo>
                  <a:cubicBezTo>
                    <a:pt x="354193" y="355394"/>
                    <a:pt x="334330" y="404067"/>
                    <a:pt x="317793" y="437024"/>
                  </a:cubicBezTo>
                  <a:cubicBezTo>
                    <a:pt x="317793" y="437024"/>
                    <a:pt x="173431" y="499126"/>
                    <a:pt x="57009" y="426737"/>
                  </a:cubicBezTo>
                  <a:cubicBezTo>
                    <a:pt x="57009" y="426737"/>
                    <a:pt x="49026" y="344631"/>
                    <a:pt x="48456" y="300721"/>
                  </a:cubicBezTo>
                  <a:cubicBezTo>
                    <a:pt x="-58937" y="206804"/>
                    <a:pt x="32870" y="91171"/>
                    <a:pt x="123916" y="969"/>
                  </a:cubicBezTo>
                  <a:cubicBezTo>
                    <a:pt x="134807" y="-136"/>
                    <a:pt x="145784" y="-298"/>
                    <a:pt x="156704" y="493"/>
                  </a:cubicBezTo>
                  <a:cubicBezTo>
                    <a:pt x="156704" y="493"/>
                    <a:pt x="75447" y="96791"/>
                    <a:pt x="131899" y="151464"/>
                  </a:cubicBezTo>
                  <a:cubicBezTo>
                    <a:pt x="252693" y="114793"/>
                    <a:pt x="276737" y="60405"/>
                    <a:pt x="315417" y="38688"/>
                  </a:cubicBezTo>
                  <a:close/>
                </a:path>
              </a:pathLst>
            </a:custGeom>
            <a:solidFill>
              <a:srgbClr val="F4F4F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1" name="Google Shape;842;p18">
              <a:extLst>
                <a:ext uri="{FF2B5EF4-FFF2-40B4-BE49-F238E27FC236}">
                  <a16:creationId xmlns:a16="http://schemas.microsoft.com/office/drawing/2014/main" id="{4468DCA2-7731-2B44-317C-E783881F0EA6}"/>
                </a:ext>
              </a:extLst>
            </p:cNvPr>
            <p:cNvSpPr/>
            <p:nvPr/>
          </p:nvSpPr>
          <p:spPr>
            <a:xfrm>
              <a:off x="6020709" y="289521"/>
              <a:ext cx="238064" cy="294179"/>
            </a:xfrm>
            <a:custGeom>
              <a:avLst/>
              <a:gdLst/>
              <a:ahLst/>
              <a:cxnLst/>
              <a:rect l="l" t="t" r="r" b="b"/>
              <a:pathLst>
                <a:path w="294816" h="364308" extrusionOk="0">
                  <a:moveTo>
                    <a:pt x="6143" y="129898"/>
                  </a:moveTo>
                  <a:lnTo>
                    <a:pt x="6143" y="129898"/>
                  </a:lnTo>
                  <a:cubicBezTo>
                    <a:pt x="18118" y="53698"/>
                    <a:pt x="73240" y="-4405"/>
                    <a:pt x="151931" y="263"/>
                  </a:cubicBezTo>
                  <a:cubicBezTo>
                    <a:pt x="235318" y="4873"/>
                    <a:pt x="299183" y="76348"/>
                    <a:pt x="294583" y="159921"/>
                  </a:cubicBezTo>
                  <a:cubicBezTo>
                    <a:pt x="291970" y="207365"/>
                    <a:pt x="267307" y="250837"/>
                    <a:pt x="227961" y="277345"/>
                  </a:cubicBezTo>
                  <a:cubicBezTo>
                    <a:pt x="225244" y="288937"/>
                    <a:pt x="221157" y="300157"/>
                    <a:pt x="215797" y="310778"/>
                  </a:cubicBezTo>
                  <a:cubicBezTo>
                    <a:pt x="187855" y="343353"/>
                    <a:pt x="113916" y="363927"/>
                    <a:pt x="89492" y="364308"/>
                  </a:cubicBezTo>
                  <a:cubicBezTo>
                    <a:pt x="68298" y="364308"/>
                    <a:pt x="50146" y="344782"/>
                    <a:pt x="30283" y="311921"/>
                  </a:cubicBezTo>
                  <a:cubicBezTo>
                    <a:pt x="-10774" y="243436"/>
                    <a:pt x="-319" y="167617"/>
                    <a:pt x="6143" y="129898"/>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2" name="Google Shape;843;p18">
              <a:extLst>
                <a:ext uri="{FF2B5EF4-FFF2-40B4-BE49-F238E27FC236}">
                  <a16:creationId xmlns:a16="http://schemas.microsoft.com/office/drawing/2014/main" id="{9EC46CC5-54EC-44D2-CAD7-D94CEC6C5D8C}"/>
                </a:ext>
              </a:extLst>
            </p:cNvPr>
            <p:cNvSpPr/>
            <p:nvPr/>
          </p:nvSpPr>
          <p:spPr>
            <a:xfrm>
              <a:off x="6029967" y="288305"/>
              <a:ext cx="239492" cy="225171"/>
            </a:xfrm>
            <a:custGeom>
              <a:avLst/>
              <a:gdLst/>
              <a:ahLst/>
              <a:cxnLst/>
              <a:rect l="l" t="t" r="r" b="b"/>
              <a:pathLst>
                <a:path w="296585" h="278850" extrusionOk="0">
                  <a:moveTo>
                    <a:pt x="164891" y="3197"/>
                  </a:moveTo>
                  <a:cubicBezTo>
                    <a:pt x="220108" y="13961"/>
                    <a:pt x="265441" y="29582"/>
                    <a:pt x="280457" y="83874"/>
                  </a:cubicBezTo>
                  <a:cubicBezTo>
                    <a:pt x="290721" y="121307"/>
                    <a:pt x="304121" y="192554"/>
                    <a:pt x="291386" y="222653"/>
                  </a:cubicBezTo>
                  <a:lnTo>
                    <a:pt x="283403" y="244370"/>
                  </a:lnTo>
                  <a:lnTo>
                    <a:pt x="216876" y="278851"/>
                  </a:lnTo>
                  <a:cubicBezTo>
                    <a:pt x="216876" y="278851"/>
                    <a:pt x="185704" y="252848"/>
                    <a:pt x="195398" y="176457"/>
                  </a:cubicBezTo>
                  <a:cubicBezTo>
                    <a:pt x="194980" y="166227"/>
                    <a:pt x="191692" y="156321"/>
                    <a:pt x="185894" y="147882"/>
                  </a:cubicBezTo>
                  <a:cubicBezTo>
                    <a:pt x="181580" y="140729"/>
                    <a:pt x="178367" y="132956"/>
                    <a:pt x="176390" y="124832"/>
                  </a:cubicBezTo>
                  <a:cubicBezTo>
                    <a:pt x="168531" y="104162"/>
                    <a:pt x="153001" y="87332"/>
                    <a:pt x="133053" y="77873"/>
                  </a:cubicBezTo>
                  <a:cubicBezTo>
                    <a:pt x="83348" y="49870"/>
                    <a:pt x="10454" y="74063"/>
                    <a:pt x="0" y="84160"/>
                  </a:cubicBezTo>
                  <a:cubicBezTo>
                    <a:pt x="33929" y="14627"/>
                    <a:pt x="100645" y="-9376"/>
                    <a:pt x="164891" y="3197"/>
                  </a:cubicBezTo>
                  <a:close/>
                </a:path>
              </a:pathLst>
            </a:custGeom>
            <a:solidFill>
              <a:srgbClr val="3A2C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3" name="Google Shape;844;p18">
              <a:extLst>
                <a:ext uri="{FF2B5EF4-FFF2-40B4-BE49-F238E27FC236}">
                  <a16:creationId xmlns:a16="http://schemas.microsoft.com/office/drawing/2014/main" id="{861BA6DB-721A-5571-76EA-0B5FD4C649DD}"/>
                </a:ext>
              </a:extLst>
            </p:cNvPr>
            <p:cNvSpPr/>
            <p:nvPr/>
          </p:nvSpPr>
          <p:spPr>
            <a:xfrm>
              <a:off x="6069645" y="2237688"/>
              <a:ext cx="188076" cy="143860"/>
            </a:xfrm>
            <a:custGeom>
              <a:avLst/>
              <a:gdLst/>
              <a:ahLst/>
              <a:cxnLst/>
              <a:rect l="l" t="t" r="r" b="b"/>
              <a:pathLst>
                <a:path w="232912" h="178155" extrusionOk="0">
                  <a:moveTo>
                    <a:pt x="216022" y="5"/>
                  </a:moveTo>
                  <a:cubicBezTo>
                    <a:pt x="188081" y="22769"/>
                    <a:pt x="144649" y="7053"/>
                    <a:pt x="142558" y="9053"/>
                  </a:cubicBezTo>
                  <a:cubicBezTo>
                    <a:pt x="114047" y="37628"/>
                    <a:pt x="71755" y="62489"/>
                    <a:pt x="40202" y="87444"/>
                  </a:cubicBezTo>
                  <a:cubicBezTo>
                    <a:pt x="22810" y="101160"/>
                    <a:pt x="-4276" y="119543"/>
                    <a:pt x="571" y="145927"/>
                  </a:cubicBezTo>
                  <a:cubicBezTo>
                    <a:pt x="9410" y="193076"/>
                    <a:pt x="84775" y="178598"/>
                    <a:pt x="113191" y="164120"/>
                  </a:cubicBezTo>
                  <a:cubicBezTo>
                    <a:pt x="141608" y="149642"/>
                    <a:pt x="164797" y="126020"/>
                    <a:pt x="191692" y="109066"/>
                  </a:cubicBezTo>
                  <a:cubicBezTo>
                    <a:pt x="210700" y="97064"/>
                    <a:pt x="229708" y="90873"/>
                    <a:pt x="232749" y="66584"/>
                  </a:cubicBezTo>
                  <a:cubicBezTo>
                    <a:pt x="234555" y="51916"/>
                    <a:pt x="220964" y="-567"/>
                    <a:pt x="216022" y="5"/>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4" name="Google Shape;845;p18">
              <a:extLst>
                <a:ext uri="{FF2B5EF4-FFF2-40B4-BE49-F238E27FC236}">
                  <a16:creationId xmlns:a16="http://schemas.microsoft.com/office/drawing/2014/main" id="{AF14994A-F5D4-BDD7-423D-E824ACA2247B}"/>
                </a:ext>
              </a:extLst>
            </p:cNvPr>
            <p:cNvSpPr/>
            <p:nvPr/>
          </p:nvSpPr>
          <p:spPr>
            <a:xfrm>
              <a:off x="6070415" y="2283614"/>
              <a:ext cx="187263" cy="97891"/>
            </a:xfrm>
            <a:custGeom>
              <a:avLst/>
              <a:gdLst/>
              <a:ahLst/>
              <a:cxnLst/>
              <a:rect l="l" t="t" r="r" b="b"/>
              <a:pathLst>
                <a:path w="231905" h="121227" extrusionOk="0">
                  <a:moveTo>
                    <a:pt x="231417" y="0"/>
                  </a:moveTo>
                  <a:cubicBezTo>
                    <a:pt x="227711" y="23241"/>
                    <a:pt x="209083" y="29623"/>
                    <a:pt x="190076" y="41434"/>
                  </a:cubicBezTo>
                  <a:cubicBezTo>
                    <a:pt x="162705" y="58483"/>
                    <a:pt x="138660" y="83058"/>
                    <a:pt x="110244" y="97441"/>
                  </a:cubicBezTo>
                  <a:cubicBezTo>
                    <a:pt x="84013" y="110776"/>
                    <a:pt x="18437" y="124015"/>
                    <a:pt x="0" y="90392"/>
                  </a:cubicBezTo>
                  <a:cubicBezTo>
                    <a:pt x="10074" y="135826"/>
                    <a:pt x="84108" y="121539"/>
                    <a:pt x="112240" y="107251"/>
                  </a:cubicBezTo>
                  <a:cubicBezTo>
                    <a:pt x="140371" y="92964"/>
                    <a:pt x="163845" y="69151"/>
                    <a:pt x="190741" y="52197"/>
                  </a:cubicBezTo>
                  <a:cubicBezTo>
                    <a:pt x="209748" y="40196"/>
                    <a:pt x="228756" y="34004"/>
                    <a:pt x="231797" y="9715"/>
                  </a:cubicBezTo>
                  <a:cubicBezTo>
                    <a:pt x="232025" y="6477"/>
                    <a:pt x="231892" y="3219"/>
                    <a:pt x="231417"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5" name="Google Shape;846;p18">
              <a:extLst>
                <a:ext uri="{FF2B5EF4-FFF2-40B4-BE49-F238E27FC236}">
                  <a16:creationId xmlns:a16="http://schemas.microsoft.com/office/drawing/2014/main" id="{6F00F3E8-DF24-E49D-F364-0C9FDF70130A}"/>
                </a:ext>
              </a:extLst>
            </p:cNvPr>
            <p:cNvSpPr/>
            <p:nvPr/>
          </p:nvSpPr>
          <p:spPr>
            <a:xfrm>
              <a:off x="5927157" y="2205996"/>
              <a:ext cx="172547" cy="133696"/>
            </a:xfrm>
            <a:custGeom>
              <a:avLst/>
              <a:gdLst/>
              <a:ahLst/>
              <a:cxnLst/>
              <a:rect l="l" t="t" r="r" b="b"/>
              <a:pathLst>
                <a:path w="213680" h="165568" extrusionOk="0">
                  <a:moveTo>
                    <a:pt x="196496" y="5"/>
                  </a:moveTo>
                  <a:cubicBezTo>
                    <a:pt x="170931" y="20864"/>
                    <a:pt x="132345" y="9530"/>
                    <a:pt x="130445" y="11054"/>
                  </a:cubicBezTo>
                  <a:cubicBezTo>
                    <a:pt x="104404" y="37247"/>
                    <a:pt x="65819" y="59726"/>
                    <a:pt x="36927" y="82491"/>
                  </a:cubicBezTo>
                  <a:cubicBezTo>
                    <a:pt x="20961" y="95064"/>
                    <a:pt x="-3939" y="111924"/>
                    <a:pt x="528" y="136022"/>
                  </a:cubicBezTo>
                  <a:cubicBezTo>
                    <a:pt x="8606" y="179265"/>
                    <a:pt x="77604" y="165930"/>
                    <a:pt x="103644" y="152786"/>
                  </a:cubicBezTo>
                  <a:cubicBezTo>
                    <a:pt x="129684" y="139641"/>
                    <a:pt x="151163" y="117638"/>
                    <a:pt x="175588" y="102303"/>
                  </a:cubicBezTo>
                  <a:cubicBezTo>
                    <a:pt x="193170" y="91350"/>
                    <a:pt x="210466" y="85634"/>
                    <a:pt x="213603" y="63441"/>
                  </a:cubicBezTo>
                  <a:cubicBezTo>
                    <a:pt x="214838" y="50011"/>
                    <a:pt x="201058" y="-567"/>
                    <a:pt x="196496" y="5"/>
                  </a:cubicBezTo>
                  <a:close/>
                </a:path>
              </a:pathLst>
            </a:custGeom>
            <a:solidFill>
              <a:srgbClr val="38226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5" name="Google Shape;847;p18">
              <a:extLst>
                <a:ext uri="{FF2B5EF4-FFF2-40B4-BE49-F238E27FC236}">
                  <a16:creationId xmlns:a16="http://schemas.microsoft.com/office/drawing/2014/main" id="{1C0D4590-A229-6E27-B98F-722D6B28F7C8}"/>
                </a:ext>
              </a:extLst>
            </p:cNvPr>
            <p:cNvSpPr/>
            <p:nvPr/>
          </p:nvSpPr>
          <p:spPr>
            <a:xfrm>
              <a:off x="5927737" y="2249998"/>
              <a:ext cx="171800" cy="89748"/>
            </a:xfrm>
            <a:custGeom>
              <a:avLst/>
              <a:gdLst/>
              <a:ahLst/>
              <a:cxnLst/>
              <a:rect l="l" t="t" r="r" b="b"/>
              <a:pathLst>
                <a:path w="212755" h="111143" extrusionOk="0">
                  <a:moveTo>
                    <a:pt x="212124" y="0"/>
                  </a:moveTo>
                  <a:cubicBezTo>
                    <a:pt x="208798" y="21241"/>
                    <a:pt x="191691" y="27146"/>
                    <a:pt x="174109" y="38100"/>
                  </a:cubicBezTo>
                  <a:cubicBezTo>
                    <a:pt x="149019" y="53721"/>
                    <a:pt x="126590" y="76200"/>
                    <a:pt x="100930" y="89344"/>
                  </a:cubicBezTo>
                  <a:cubicBezTo>
                    <a:pt x="76886" y="101632"/>
                    <a:pt x="16917" y="113728"/>
                    <a:pt x="0" y="82867"/>
                  </a:cubicBezTo>
                  <a:cubicBezTo>
                    <a:pt x="9504" y="124492"/>
                    <a:pt x="76980" y="111442"/>
                    <a:pt x="102736" y="98393"/>
                  </a:cubicBezTo>
                  <a:cubicBezTo>
                    <a:pt x="128491" y="85344"/>
                    <a:pt x="150255" y="63246"/>
                    <a:pt x="174679" y="47911"/>
                  </a:cubicBezTo>
                  <a:cubicBezTo>
                    <a:pt x="192261" y="36957"/>
                    <a:pt x="209558" y="31242"/>
                    <a:pt x="212694" y="9049"/>
                  </a:cubicBezTo>
                  <a:cubicBezTo>
                    <a:pt x="212866" y="6020"/>
                    <a:pt x="212676" y="2981"/>
                    <a:pt x="212124" y="0"/>
                  </a:cubicBezTo>
                  <a:close/>
                </a:path>
              </a:pathLst>
            </a:custGeom>
            <a:solidFill>
              <a:srgbClr val="757B8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6" name="Google Shape;848;p18">
              <a:extLst>
                <a:ext uri="{FF2B5EF4-FFF2-40B4-BE49-F238E27FC236}">
                  <a16:creationId xmlns:a16="http://schemas.microsoft.com/office/drawing/2014/main" id="{B22AB103-E6C0-7D5E-1280-1ABB93B6CDF6}"/>
                </a:ext>
              </a:extLst>
            </p:cNvPr>
            <p:cNvSpPr/>
            <p:nvPr/>
          </p:nvSpPr>
          <p:spPr>
            <a:xfrm>
              <a:off x="5955035" y="963103"/>
              <a:ext cx="368082" cy="1288142"/>
            </a:xfrm>
            <a:custGeom>
              <a:avLst/>
              <a:gdLst/>
              <a:ahLst/>
              <a:cxnLst/>
              <a:rect l="l" t="t" r="r" b="b"/>
              <a:pathLst>
                <a:path w="455829" h="1595222" extrusionOk="0">
                  <a:moveTo>
                    <a:pt x="11434" y="236696"/>
                  </a:moveTo>
                  <a:cubicBezTo>
                    <a:pt x="23694" y="140208"/>
                    <a:pt x="58953" y="0"/>
                    <a:pt x="58953" y="0"/>
                  </a:cubicBezTo>
                  <a:cubicBezTo>
                    <a:pt x="92720" y="15859"/>
                    <a:pt x="129281" y="24889"/>
                    <a:pt x="166536" y="26575"/>
                  </a:cubicBezTo>
                  <a:cubicBezTo>
                    <a:pt x="228691" y="29718"/>
                    <a:pt x="328101" y="10859"/>
                    <a:pt x="328101" y="10859"/>
                  </a:cubicBezTo>
                  <a:cubicBezTo>
                    <a:pt x="345540" y="41281"/>
                    <a:pt x="364576" y="70752"/>
                    <a:pt x="385123" y="99155"/>
                  </a:cubicBezTo>
                  <a:cubicBezTo>
                    <a:pt x="412875" y="137731"/>
                    <a:pt x="466856" y="222409"/>
                    <a:pt x="453836" y="370332"/>
                  </a:cubicBezTo>
                  <a:cubicBezTo>
                    <a:pt x="445282" y="467011"/>
                    <a:pt x="391301" y="877443"/>
                    <a:pt x="391301" y="877443"/>
                  </a:cubicBezTo>
                  <a:cubicBezTo>
                    <a:pt x="412295" y="946490"/>
                    <a:pt x="423452" y="1018156"/>
                    <a:pt x="424469" y="1090327"/>
                  </a:cubicBezTo>
                  <a:cubicBezTo>
                    <a:pt x="423899" y="1150048"/>
                    <a:pt x="408218" y="1251490"/>
                    <a:pt x="390635" y="1345311"/>
                  </a:cubicBezTo>
                  <a:lnTo>
                    <a:pt x="358418" y="1578293"/>
                  </a:lnTo>
                  <a:cubicBezTo>
                    <a:pt x="358418" y="1578293"/>
                    <a:pt x="315556" y="1609344"/>
                    <a:pt x="284953" y="1587341"/>
                  </a:cubicBezTo>
                  <a:lnTo>
                    <a:pt x="288850" y="1359408"/>
                  </a:lnTo>
                  <a:cubicBezTo>
                    <a:pt x="285049" y="1303592"/>
                    <a:pt x="279346" y="1221296"/>
                    <a:pt x="276020" y="1168908"/>
                  </a:cubicBezTo>
                  <a:cubicBezTo>
                    <a:pt x="270223" y="1083183"/>
                    <a:pt x="254921" y="947356"/>
                    <a:pt x="250550" y="913352"/>
                  </a:cubicBezTo>
                  <a:cubicBezTo>
                    <a:pt x="246178" y="879348"/>
                    <a:pt x="235249" y="820103"/>
                    <a:pt x="230117" y="753618"/>
                  </a:cubicBezTo>
                  <a:cubicBezTo>
                    <a:pt x="224985" y="687134"/>
                    <a:pt x="199895" y="349282"/>
                    <a:pt x="199895" y="349282"/>
                  </a:cubicBezTo>
                  <a:lnTo>
                    <a:pt x="196473" y="412528"/>
                  </a:lnTo>
                  <a:cubicBezTo>
                    <a:pt x="196473" y="412528"/>
                    <a:pt x="193147" y="515303"/>
                    <a:pt x="178416" y="641985"/>
                  </a:cubicBezTo>
                  <a:cubicBezTo>
                    <a:pt x="163685" y="768668"/>
                    <a:pt x="158553" y="824960"/>
                    <a:pt x="158553" y="824960"/>
                  </a:cubicBezTo>
                  <a:cubicBezTo>
                    <a:pt x="158553" y="824960"/>
                    <a:pt x="184118" y="872109"/>
                    <a:pt x="187065" y="906780"/>
                  </a:cubicBezTo>
                  <a:cubicBezTo>
                    <a:pt x="189630" y="934212"/>
                    <a:pt x="220898" y="1150906"/>
                    <a:pt x="202271" y="1261110"/>
                  </a:cubicBezTo>
                  <a:lnTo>
                    <a:pt x="164256" y="1541336"/>
                  </a:lnTo>
                  <a:cubicBezTo>
                    <a:pt x="144782" y="1554832"/>
                    <a:pt x="120015" y="1558090"/>
                    <a:pt x="97729" y="1550098"/>
                  </a:cubicBezTo>
                  <a:lnTo>
                    <a:pt x="75205" y="1267682"/>
                  </a:lnTo>
                  <a:cubicBezTo>
                    <a:pt x="60094" y="1160145"/>
                    <a:pt x="27686" y="932307"/>
                    <a:pt x="23124" y="902684"/>
                  </a:cubicBezTo>
                  <a:cubicBezTo>
                    <a:pt x="16662" y="863727"/>
                    <a:pt x="11340" y="844487"/>
                    <a:pt x="4117" y="721709"/>
                  </a:cubicBezTo>
                  <a:cubicBezTo>
                    <a:pt x="-3106" y="598932"/>
                    <a:pt x="-920" y="333185"/>
                    <a:pt x="11434" y="236696"/>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7" name="Google Shape;849;p18">
              <a:extLst>
                <a:ext uri="{FF2B5EF4-FFF2-40B4-BE49-F238E27FC236}">
                  <a16:creationId xmlns:a16="http://schemas.microsoft.com/office/drawing/2014/main" id="{B422C3A8-570A-2A1A-6D6D-0E7302DE9064}"/>
                </a:ext>
              </a:extLst>
            </p:cNvPr>
            <p:cNvSpPr/>
            <p:nvPr/>
          </p:nvSpPr>
          <p:spPr>
            <a:xfrm>
              <a:off x="5939457" y="937334"/>
              <a:ext cx="391797" cy="856741"/>
            </a:xfrm>
            <a:custGeom>
              <a:avLst/>
              <a:gdLst/>
              <a:ahLst/>
              <a:cxnLst/>
              <a:rect l="l" t="t" r="r" b="b"/>
              <a:pathLst>
                <a:path w="485198" h="1060979" extrusionOk="0">
                  <a:moveTo>
                    <a:pt x="347391" y="12859"/>
                  </a:moveTo>
                  <a:lnTo>
                    <a:pt x="430264" y="179832"/>
                  </a:lnTo>
                  <a:cubicBezTo>
                    <a:pt x="430264" y="179832"/>
                    <a:pt x="556855" y="365474"/>
                    <a:pt x="425702" y="842772"/>
                  </a:cubicBezTo>
                  <a:lnTo>
                    <a:pt x="450317" y="990029"/>
                  </a:lnTo>
                  <a:cubicBezTo>
                    <a:pt x="450317" y="990029"/>
                    <a:pt x="202078" y="1149668"/>
                    <a:pt x="35952" y="990029"/>
                  </a:cubicBezTo>
                  <a:cubicBezTo>
                    <a:pt x="35952" y="990029"/>
                    <a:pt x="-21641" y="548926"/>
                    <a:pt x="8961" y="345567"/>
                  </a:cubicBezTo>
                  <a:cubicBezTo>
                    <a:pt x="26011" y="228591"/>
                    <a:pt x="51871" y="113071"/>
                    <a:pt x="86322" y="0"/>
                  </a:cubicBezTo>
                  <a:cubicBezTo>
                    <a:pt x="86322" y="0"/>
                    <a:pt x="126998" y="45053"/>
                    <a:pt x="336367" y="15335"/>
                  </a:cubicBezTo>
                </a:path>
              </a:pathLst>
            </a:custGeom>
            <a:solidFill>
              <a:schemeClr val="accent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8" name="Google Shape;850;p18">
              <a:extLst>
                <a:ext uri="{FF2B5EF4-FFF2-40B4-BE49-F238E27FC236}">
                  <a16:creationId xmlns:a16="http://schemas.microsoft.com/office/drawing/2014/main" id="{AC37530E-225F-D76F-26EE-3CE656FEFDE4}"/>
                </a:ext>
              </a:extLst>
            </p:cNvPr>
            <p:cNvSpPr/>
            <p:nvPr/>
          </p:nvSpPr>
          <p:spPr>
            <a:xfrm>
              <a:off x="5733626" y="681017"/>
              <a:ext cx="564393" cy="492344"/>
            </a:xfrm>
            <a:custGeom>
              <a:avLst/>
              <a:gdLst/>
              <a:ahLst/>
              <a:cxnLst/>
              <a:rect l="l" t="t" r="r" b="b"/>
              <a:pathLst>
                <a:path w="698939" h="609714" extrusionOk="0">
                  <a:moveTo>
                    <a:pt x="82790" y="448837"/>
                  </a:moveTo>
                  <a:cubicBezTo>
                    <a:pt x="101798" y="452457"/>
                    <a:pt x="119950" y="448361"/>
                    <a:pt x="146561" y="455600"/>
                  </a:cubicBezTo>
                  <a:cubicBezTo>
                    <a:pt x="166452" y="461905"/>
                    <a:pt x="187190" y="465125"/>
                    <a:pt x="208050" y="465125"/>
                  </a:cubicBezTo>
                  <a:cubicBezTo>
                    <a:pt x="230669" y="465125"/>
                    <a:pt x="294155" y="433407"/>
                    <a:pt x="348611" y="395116"/>
                  </a:cubicBezTo>
                  <a:cubicBezTo>
                    <a:pt x="412762" y="350063"/>
                    <a:pt x="476437" y="272244"/>
                    <a:pt x="499436" y="234811"/>
                  </a:cubicBezTo>
                  <a:cubicBezTo>
                    <a:pt x="548951" y="154038"/>
                    <a:pt x="596375" y="70695"/>
                    <a:pt x="611011" y="28023"/>
                  </a:cubicBezTo>
                  <a:cubicBezTo>
                    <a:pt x="628498" y="-23222"/>
                    <a:pt x="628118" y="11640"/>
                    <a:pt x="658530" y="10878"/>
                  </a:cubicBezTo>
                  <a:cubicBezTo>
                    <a:pt x="693979" y="10020"/>
                    <a:pt x="713082" y="23070"/>
                    <a:pt x="686471" y="92602"/>
                  </a:cubicBezTo>
                  <a:cubicBezTo>
                    <a:pt x="659860" y="162135"/>
                    <a:pt x="635626" y="210522"/>
                    <a:pt x="576322" y="292627"/>
                  </a:cubicBezTo>
                  <a:cubicBezTo>
                    <a:pt x="532918" y="354245"/>
                    <a:pt x="479260" y="407918"/>
                    <a:pt x="417704" y="451314"/>
                  </a:cubicBezTo>
                  <a:cubicBezTo>
                    <a:pt x="363608" y="489280"/>
                    <a:pt x="305151" y="520589"/>
                    <a:pt x="243595" y="544563"/>
                  </a:cubicBezTo>
                  <a:cubicBezTo>
                    <a:pt x="225823" y="551898"/>
                    <a:pt x="214513" y="561709"/>
                    <a:pt x="182295" y="579615"/>
                  </a:cubicBezTo>
                  <a:cubicBezTo>
                    <a:pt x="150381" y="597951"/>
                    <a:pt x="114514" y="608276"/>
                    <a:pt x="77753" y="609714"/>
                  </a:cubicBezTo>
                  <a:cubicBezTo>
                    <a:pt x="46961" y="608953"/>
                    <a:pt x="35937" y="603809"/>
                    <a:pt x="33371" y="597522"/>
                  </a:cubicBezTo>
                  <a:cubicBezTo>
                    <a:pt x="30139" y="589617"/>
                    <a:pt x="36127" y="584188"/>
                    <a:pt x="50193" y="582854"/>
                  </a:cubicBezTo>
                  <a:cubicBezTo>
                    <a:pt x="72688" y="582521"/>
                    <a:pt x="94936" y="578101"/>
                    <a:pt x="115864" y="569805"/>
                  </a:cubicBezTo>
                  <a:cubicBezTo>
                    <a:pt x="115864" y="569805"/>
                    <a:pt x="85166" y="574186"/>
                    <a:pt x="66634" y="575139"/>
                  </a:cubicBezTo>
                  <a:cubicBezTo>
                    <a:pt x="50088" y="576034"/>
                    <a:pt x="33504" y="574729"/>
                    <a:pt x="17310" y="571234"/>
                  </a:cubicBezTo>
                  <a:cubicBezTo>
                    <a:pt x="1723" y="567519"/>
                    <a:pt x="-7020" y="545421"/>
                    <a:pt x="7140" y="543706"/>
                  </a:cubicBezTo>
                  <a:cubicBezTo>
                    <a:pt x="21301" y="541992"/>
                    <a:pt x="32706" y="544659"/>
                    <a:pt x="60267" y="542849"/>
                  </a:cubicBezTo>
                  <a:cubicBezTo>
                    <a:pt x="74845" y="541935"/>
                    <a:pt x="89272" y="539277"/>
                    <a:pt x="103224" y="534943"/>
                  </a:cubicBezTo>
                  <a:cubicBezTo>
                    <a:pt x="84805" y="535105"/>
                    <a:pt x="66396" y="533772"/>
                    <a:pt x="48197" y="530943"/>
                  </a:cubicBezTo>
                  <a:cubicBezTo>
                    <a:pt x="33390" y="529543"/>
                    <a:pt x="19296" y="523885"/>
                    <a:pt x="7615" y="514655"/>
                  </a:cubicBezTo>
                  <a:cubicBezTo>
                    <a:pt x="1628" y="509702"/>
                    <a:pt x="583" y="495605"/>
                    <a:pt x="18450" y="495605"/>
                  </a:cubicBezTo>
                  <a:cubicBezTo>
                    <a:pt x="34511" y="495605"/>
                    <a:pt x="54659" y="503035"/>
                    <a:pt x="84976" y="498844"/>
                  </a:cubicBezTo>
                  <a:cubicBezTo>
                    <a:pt x="107310" y="495700"/>
                    <a:pt x="122992" y="490462"/>
                    <a:pt x="119190" y="487509"/>
                  </a:cubicBezTo>
                  <a:cubicBezTo>
                    <a:pt x="115388" y="484556"/>
                    <a:pt x="102748" y="487509"/>
                    <a:pt x="84311" y="480746"/>
                  </a:cubicBezTo>
                  <a:cubicBezTo>
                    <a:pt x="65874" y="473983"/>
                    <a:pt x="52949" y="457791"/>
                    <a:pt x="57225" y="448075"/>
                  </a:cubicBezTo>
                  <a:cubicBezTo>
                    <a:pt x="61502" y="438360"/>
                    <a:pt x="63593" y="445313"/>
                    <a:pt x="82790" y="448837"/>
                  </a:cubicBezTo>
                  <a:close/>
                </a:path>
              </a:pathLst>
            </a:custGeom>
            <a:solidFill>
              <a:srgbClr val="FFCEA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9" name="Google Shape;851;p18">
              <a:extLst>
                <a:ext uri="{FF2B5EF4-FFF2-40B4-BE49-F238E27FC236}">
                  <a16:creationId xmlns:a16="http://schemas.microsoft.com/office/drawing/2014/main" id="{5DDDBA3F-D585-D45C-DE9D-401B7E56A912}"/>
                </a:ext>
              </a:extLst>
            </p:cNvPr>
            <p:cNvSpPr/>
            <p:nvPr/>
          </p:nvSpPr>
          <p:spPr>
            <a:xfrm>
              <a:off x="6171801" y="649512"/>
              <a:ext cx="135912" cy="159574"/>
            </a:xfrm>
            <a:custGeom>
              <a:avLst/>
              <a:gdLst/>
              <a:ahLst/>
              <a:cxnLst/>
              <a:rect l="l" t="t" r="r" b="b"/>
              <a:pathLst>
                <a:path w="168312" h="197615" extrusionOk="0">
                  <a:moveTo>
                    <a:pt x="127446" y="197527"/>
                  </a:moveTo>
                  <a:cubicBezTo>
                    <a:pt x="127446" y="197527"/>
                    <a:pt x="46188" y="201813"/>
                    <a:pt x="0" y="150759"/>
                  </a:cubicBezTo>
                  <a:lnTo>
                    <a:pt x="50085" y="45984"/>
                  </a:lnTo>
                  <a:cubicBezTo>
                    <a:pt x="50085" y="45984"/>
                    <a:pt x="73179" y="-12023"/>
                    <a:pt x="127351" y="2264"/>
                  </a:cubicBezTo>
                  <a:cubicBezTo>
                    <a:pt x="181522" y="16552"/>
                    <a:pt x="182378" y="92942"/>
                    <a:pt x="127446" y="197527"/>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0" name="Google Shape;852;p18">
              <a:extLst>
                <a:ext uri="{FF2B5EF4-FFF2-40B4-BE49-F238E27FC236}">
                  <a16:creationId xmlns:a16="http://schemas.microsoft.com/office/drawing/2014/main" id="{C589FFEF-0981-1B5A-5E8A-1B8A1A3D5C8E}"/>
                </a:ext>
              </a:extLst>
            </p:cNvPr>
            <p:cNvSpPr/>
            <p:nvPr/>
          </p:nvSpPr>
          <p:spPr>
            <a:xfrm>
              <a:off x="5953447" y="594810"/>
              <a:ext cx="109819" cy="115441"/>
            </a:xfrm>
            <a:custGeom>
              <a:avLst/>
              <a:gdLst/>
              <a:ahLst/>
              <a:cxnLst/>
              <a:rect l="l" t="t" r="r" b="b"/>
              <a:pathLst>
                <a:path w="135999" h="142961" extrusionOk="0">
                  <a:moveTo>
                    <a:pt x="135999" y="944"/>
                  </a:moveTo>
                  <a:cubicBezTo>
                    <a:pt x="135999" y="944"/>
                    <a:pt x="70043" y="-19249"/>
                    <a:pt x="0" y="127150"/>
                  </a:cubicBezTo>
                  <a:lnTo>
                    <a:pt x="26231" y="142962"/>
                  </a:lnTo>
                  <a:cubicBezTo>
                    <a:pt x="26231" y="142962"/>
                    <a:pt x="95133" y="38473"/>
                    <a:pt x="135999" y="944"/>
                  </a:cubicBezTo>
                  <a:close/>
                </a:path>
              </a:pathLst>
            </a:custGeom>
            <a:solidFill>
              <a:srgbClr val="EDEDE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301012581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ageCurlDouble"/>
        <p:sndAc>
          <p:stSnd>
            <p:snd r:embed="rId3" name="arrow.wav"/>
          </p:stSnd>
        </p:sndAc>
      </p:transition>
    </mc:Choice>
    <mc:Fallback>
      <p:transition spd="slow">
        <p:fade/>
        <p:sndAc>
          <p:stSnd>
            <p:snd r:embed="rId3" name="arrow.wav"/>
          </p:stSnd>
        </p:sndAc>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223"/>
                                        </p:tgtEl>
                                        <p:attrNameLst>
                                          <p:attrName>style.visibility</p:attrName>
                                        </p:attrNameLst>
                                      </p:cBhvr>
                                      <p:to>
                                        <p:strVal val="visible"/>
                                      </p:to>
                                    </p:set>
                                    <p:animEffect transition="in" filter="wipe(down)">
                                      <p:cBhvr>
                                        <p:cTn id="7" dur="580">
                                          <p:stCondLst>
                                            <p:cond delay="0"/>
                                          </p:stCondLst>
                                        </p:cTn>
                                        <p:tgtEl>
                                          <p:spTgt spid="2223"/>
                                        </p:tgtEl>
                                      </p:cBhvr>
                                    </p:animEffect>
                                    <p:anim calcmode="lin" valueType="num">
                                      <p:cBhvr>
                                        <p:cTn id="8" dur="1822" tmFilter="0,0; 0.14,0.36; 0.43,0.73; 0.71,0.91; 1.0,1.0">
                                          <p:stCondLst>
                                            <p:cond delay="0"/>
                                          </p:stCondLst>
                                        </p:cTn>
                                        <p:tgtEl>
                                          <p:spTgt spid="222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22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22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22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223"/>
                                        </p:tgtEl>
                                        <p:attrNameLst>
                                          <p:attrName>ppt_y</p:attrName>
                                        </p:attrNameLst>
                                      </p:cBhvr>
                                      <p:tavLst>
                                        <p:tav tm="0" fmla="#ppt_y-sin(pi*$)/81">
                                          <p:val>
                                            <p:fltVal val="0"/>
                                          </p:val>
                                        </p:tav>
                                        <p:tav tm="100000">
                                          <p:val>
                                            <p:fltVal val="1"/>
                                          </p:val>
                                        </p:tav>
                                      </p:tavLst>
                                    </p:anim>
                                    <p:animScale>
                                      <p:cBhvr>
                                        <p:cTn id="13" dur="26">
                                          <p:stCondLst>
                                            <p:cond delay="650"/>
                                          </p:stCondLst>
                                        </p:cTn>
                                        <p:tgtEl>
                                          <p:spTgt spid="2223"/>
                                        </p:tgtEl>
                                      </p:cBhvr>
                                      <p:to x="100000" y="60000"/>
                                    </p:animScale>
                                    <p:animScale>
                                      <p:cBhvr>
                                        <p:cTn id="14" dur="166" decel="50000">
                                          <p:stCondLst>
                                            <p:cond delay="676"/>
                                          </p:stCondLst>
                                        </p:cTn>
                                        <p:tgtEl>
                                          <p:spTgt spid="2223"/>
                                        </p:tgtEl>
                                      </p:cBhvr>
                                      <p:to x="100000" y="100000"/>
                                    </p:animScale>
                                    <p:animScale>
                                      <p:cBhvr>
                                        <p:cTn id="15" dur="26">
                                          <p:stCondLst>
                                            <p:cond delay="1312"/>
                                          </p:stCondLst>
                                        </p:cTn>
                                        <p:tgtEl>
                                          <p:spTgt spid="2223"/>
                                        </p:tgtEl>
                                      </p:cBhvr>
                                      <p:to x="100000" y="80000"/>
                                    </p:animScale>
                                    <p:animScale>
                                      <p:cBhvr>
                                        <p:cTn id="16" dur="166" decel="50000">
                                          <p:stCondLst>
                                            <p:cond delay="1338"/>
                                          </p:stCondLst>
                                        </p:cTn>
                                        <p:tgtEl>
                                          <p:spTgt spid="2223"/>
                                        </p:tgtEl>
                                      </p:cBhvr>
                                      <p:to x="100000" y="100000"/>
                                    </p:animScale>
                                    <p:animScale>
                                      <p:cBhvr>
                                        <p:cTn id="17" dur="26">
                                          <p:stCondLst>
                                            <p:cond delay="1642"/>
                                          </p:stCondLst>
                                        </p:cTn>
                                        <p:tgtEl>
                                          <p:spTgt spid="2223"/>
                                        </p:tgtEl>
                                      </p:cBhvr>
                                      <p:to x="100000" y="90000"/>
                                    </p:animScale>
                                    <p:animScale>
                                      <p:cBhvr>
                                        <p:cTn id="18" dur="166" decel="50000">
                                          <p:stCondLst>
                                            <p:cond delay="1668"/>
                                          </p:stCondLst>
                                        </p:cTn>
                                        <p:tgtEl>
                                          <p:spTgt spid="2223"/>
                                        </p:tgtEl>
                                      </p:cBhvr>
                                      <p:to x="100000" y="100000"/>
                                    </p:animScale>
                                    <p:animScale>
                                      <p:cBhvr>
                                        <p:cTn id="19" dur="26">
                                          <p:stCondLst>
                                            <p:cond delay="1808"/>
                                          </p:stCondLst>
                                        </p:cTn>
                                        <p:tgtEl>
                                          <p:spTgt spid="2223"/>
                                        </p:tgtEl>
                                      </p:cBhvr>
                                      <p:to x="100000" y="95000"/>
                                    </p:animScale>
                                    <p:animScale>
                                      <p:cBhvr>
                                        <p:cTn id="20" dur="166" decel="50000">
                                          <p:stCondLst>
                                            <p:cond delay="1834"/>
                                          </p:stCondLst>
                                        </p:cTn>
                                        <p:tgtEl>
                                          <p:spTgt spid="222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 grpId="0"/>
    </p:bldLst>
  </p:timing>
</p:sld>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amask">
  <a:themeElements>
    <a:clrScheme name="Damask">
      <a:dk1>
        <a:sysClr val="windowText" lastClr="000000"/>
      </a:dk1>
      <a:lt1>
        <a:sysClr val="window" lastClr="FFFFFF"/>
      </a:lt1>
      <a:dk2>
        <a:srgbClr val="2A5B7F"/>
      </a:dk2>
      <a:lt2>
        <a:srgbClr val="ABDAFC"/>
      </a:lt2>
      <a:accent1>
        <a:srgbClr val="9EC544"/>
      </a:accent1>
      <a:accent2>
        <a:srgbClr val="50BEA3"/>
      </a:accent2>
      <a:accent3>
        <a:srgbClr val="4A9CCC"/>
      </a:accent3>
      <a:accent4>
        <a:srgbClr val="9A66CA"/>
      </a:accent4>
      <a:accent5>
        <a:srgbClr val="C54F71"/>
      </a:accent5>
      <a:accent6>
        <a:srgbClr val="DE9C3C"/>
      </a:accent6>
      <a:hlink>
        <a:srgbClr val="6BA9DA"/>
      </a:hlink>
      <a:folHlink>
        <a:srgbClr val="A0BCD3"/>
      </a:folHlink>
    </a:clrScheme>
    <a:fontScheme name="Damask">
      <a:majorFont>
        <a:latin typeface="Bookman Old Style" panose="0205060405050502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Rockwell" panose="02060603020205020403"/>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Damask">
      <a:fillStyleLst>
        <a:solidFill>
          <a:schemeClr val="phClr"/>
        </a:solidFill>
        <a:gradFill rotWithShape="1">
          <a:gsLst>
            <a:gs pos="0">
              <a:schemeClr val="phClr">
                <a:tint val="48000"/>
                <a:satMod val="105000"/>
                <a:lumMod val="110000"/>
              </a:schemeClr>
            </a:gs>
            <a:gs pos="100000">
              <a:schemeClr val="phClr">
                <a:tint val="78000"/>
                <a:satMod val="109000"/>
                <a:lumMod val="100000"/>
              </a:schemeClr>
            </a:gs>
          </a:gsLst>
          <a:lin ang="5400000" scaled="0"/>
        </a:gradFill>
        <a:gradFill rotWithShape="1">
          <a:gsLst>
            <a:gs pos="0">
              <a:schemeClr val="phClr">
                <a:tint val="94000"/>
                <a:satMod val="100000"/>
                <a:lumMod val="104000"/>
              </a:schemeClr>
            </a:gs>
            <a:gs pos="69000">
              <a:schemeClr val="phClr">
                <a:shade val="86000"/>
                <a:satMod val="130000"/>
                <a:lumMod val="102000"/>
              </a:schemeClr>
            </a:gs>
            <a:gs pos="100000">
              <a:schemeClr val="phClr">
                <a:shade val="72000"/>
                <a:satMod val="130000"/>
                <a:lumMod val="100000"/>
              </a:schemeClr>
            </a:gs>
          </a:gsLst>
          <a:lin ang="5400000" scaled="0"/>
        </a:gradFill>
      </a:fillStyleLst>
      <a:lnStyleLst>
        <a:ln w="12700" cap="flat" cmpd="sng" algn="ctr">
          <a:solidFill>
            <a:schemeClr val="phClr"/>
          </a:solidFill>
          <a:prstDash val="solid"/>
        </a:ln>
        <a:ln w="19050"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50800" dist="38100" dir="5400000" sy="96000" rotWithShape="0">
              <a:srgbClr val="000000">
                <a:alpha val="54000"/>
              </a:srgbClr>
            </a:outerShdw>
          </a:effectLst>
        </a:effectStyle>
        <a:effectStyle>
          <a:effectLst>
            <a:outerShdw blurRad="76200" dist="38100" dir="5400000" algn="ctr" rotWithShape="0">
              <a:srgbClr val="000000">
                <a:alpha val="76000"/>
              </a:srgbClr>
            </a:outerShdw>
          </a:effectLst>
          <a:scene3d>
            <a:camera prst="orthographicFront">
              <a:rot lat="0" lon="0" rev="0"/>
            </a:camera>
            <a:lightRig rig="balanced" dir="t"/>
          </a:scene3d>
          <a:sp3d prstMaterial="matte">
            <a:bevelT w="25400" h="25400" prst="relaxedInset"/>
          </a:sp3d>
        </a:effectStyle>
      </a:effectStyleLst>
      <a:bgFillStyleLst>
        <a:solidFill>
          <a:schemeClr val="phClr"/>
        </a:solidFill>
        <a:solidFill>
          <a:schemeClr val="phClr">
            <a:tint val="95000"/>
            <a:satMod val="170000"/>
          </a:schemeClr>
        </a:solidFill>
        <a:blipFill rotWithShape="1">
          <a:blip xmlns:r="http://schemas.openxmlformats.org/officeDocument/2006/relationships" r:embed="rId1">
            <a:duotone>
              <a:schemeClr val="phClr">
                <a:shade val="18000"/>
                <a:satMod val="160000"/>
                <a:lumMod val="28000"/>
              </a:schemeClr>
              <a:schemeClr val="phClr">
                <a:tint val="95000"/>
                <a:satMod val="160000"/>
                <a:lumMod val="116000"/>
              </a:schemeClr>
            </a:duotone>
          </a:blip>
          <a:stretch/>
        </a:blipFill>
      </a:bgFillStyleLst>
    </a:fmtScheme>
  </a:themeElements>
  <a:objectDefaults/>
  <a:extraClrSchemeLst/>
  <a:extLst>
    <a:ext uri="{05A4C25C-085E-4340-85A3-A5531E510DB2}">
      <thm15:themeFamily xmlns:thm15="http://schemas.microsoft.com/office/thememl/2012/main" name="Damask" id="{F9A299A0-33D0-4E0F-9F3F-7163E3744208}" vid="{746EEEEA-FB6A-406B-B510-531588D54811}"/>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TM04033921[[fn=Damask]]</Template>
  <Application>Microsoft Office PowerPoint</Application>
  <PresentationFormat>Widescreen</PresentationFormat>
  <Slides>27</Slides>
  <Notes>26</Notes>
  <HiddenSlides>0</HiddenSlides>
  <ScaleCrop>false</ScaleCrop>
  <HeadingPairs>
    <vt:vector size="4" baseType="variant">
      <vt:variant>
        <vt:lpstr>Theme</vt:lpstr>
      </vt:variant>
      <vt:variant>
        <vt:i4>2</vt:i4>
      </vt:variant>
      <vt:variant>
        <vt:lpstr>Slide Titles</vt:lpstr>
      </vt:variant>
      <vt:variant>
        <vt:i4>27</vt:i4>
      </vt:variant>
    </vt:vector>
  </HeadingPairs>
  <TitlesOfParts>
    <vt:vector size="29" baseType="lpstr">
      <vt:lpstr>Office Theme</vt:lpstr>
      <vt:lpstr>Damask</vt:lpstr>
      <vt:lpstr>KENNY HILLS BAKERS EMPLOYEES TRAINING PRESENTATION</vt:lpstr>
      <vt:lpstr>INTRODUCTION</vt:lpstr>
      <vt:lpstr>PowerPoint Presentation</vt:lpstr>
      <vt:lpstr>Main Menu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CONCLUSION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KENNY HILLS BAKERS EMPLOYEES TRAINING PRESENTATION</dc:title>
  <dc:creator>MANREEN KAUR A/P JAGJIT SINGH</dc:creator>
  <cp:revision>1</cp:revision>
  <dcterms:created xsi:type="dcterms:W3CDTF">2022-11-23T11:58:25Z</dcterms:created>
  <dcterms:modified xsi:type="dcterms:W3CDTF">2022-11-24T13:29:40Z</dcterms:modified>
</cp:coreProperties>
</file>